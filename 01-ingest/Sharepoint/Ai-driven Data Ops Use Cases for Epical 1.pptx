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8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DA"/>
    <a:srgbClr val="D6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224" autoAdjust="0"/>
  </p:normalViewPr>
  <p:slideViewPr>
    <p:cSldViewPr snapToGrid="0">
      <p:cViewPr varScale="1">
        <p:scale>
          <a:sx n="58" d="100"/>
          <a:sy n="58" d="100"/>
        </p:scale>
        <p:origin x="988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3B8927-70EB-3E43-0F90-18BA9E68AF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ADC04-D25B-A6BC-C410-DD216E87F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282E2-BDDA-4E33-B327-AEC27C0FA2CA}" type="datetimeFigureOut">
              <a:rPr lang="en-US" sz="800" smtClean="0"/>
              <a:t>1/13/2026</a:t>
            </a:fld>
            <a:endParaRPr lang="en-US" sz="8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2C8E6-F97E-6A1C-6A30-745D80EEE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F679-847F-92B7-3499-B1A0A4C1F7D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71C31-B111-47D5-B525-090D7D9FA136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7151403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3DFFC249-5026-4740-A656-F2198EF97365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A2AF4B1A-4E0E-466F-A50D-8AE128C146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43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proposing AI-driven </a:t>
            </a:r>
            <a:r>
              <a:rPr lang="en-US" dirty="0" err="1"/>
              <a:t>DataOps</a:t>
            </a:r>
            <a:r>
              <a:rPr lang="en-US" dirty="0"/>
              <a:t> to fix real delivery and operational problems.</a:t>
            </a:r>
            <a:br>
              <a:rPr lang="en-US" dirty="0"/>
            </a:br>
            <a:r>
              <a:rPr lang="en-US" dirty="0"/>
              <a:t>Today, we test too late, troubleshoot manually, pay for unused compute, and depend on key individuals.</a:t>
            </a:r>
            <a:br>
              <a:rPr lang="en-US" dirty="0"/>
            </a:br>
            <a:r>
              <a:rPr lang="en-US" dirty="0"/>
              <a:t>AI helps us test earlier, explain failures faster, protect sensitive data, control cloud cost, and keep documentation up to date.</a:t>
            </a:r>
            <a:br>
              <a:rPr lang="en-US" dirty="0"/>
            </a:br>
            <a:r>
              <a:rPr lang="en-US"/>
              <a:t>The result is faster delivery, lower risk, and systems that are easier to operate long-term.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F4B1A-4E0E-466F-A50D-8AE128C146C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42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53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 25">
            <a:extLst>
              <a:ext uri="{FF2B5EF4-FFF2-40B4-BE49-F238E27FC236}">
                <a16:creationId xmlns:a16="http://schemas.microsoft.com/office/drawing/2014/main" id="{AC09AE82-121C-91A8-47C2-718A15EA2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786602" y="0"/>
            <a:ext cx="6405398" cy="6453188"/>
          </a:xfrm>
          <a:custGeom>
            <a:avLst/>
            <a:gdLst>
              <a:gd name="T0" fmla="*/ 2835 w 8579"/>
              <a:gd name="T1" fmla="*/ 5302 h 8642"/>
              <a:gd name="T2" fmla="*/ 4134 w 8579"/>
              <a:gd name="T3" fmla="*/ 5585 h 8642"/>
              <a:gd name="T4" fmla="*/ 5375 w 8579"/>
              <a:gd name="T5" fmla="*/ 5603 h 8642"/>
              <a:gd name="T6" fmla="*/ 6301 w 8579"/>
              <a:gd name="T7" fmla="*/ 5398 h 8642"/>
              <a:gd name="T8" fmla="*/ 7044 w 8579"/>
              <a:gd name="T9" fmla="*/ 4962 h 8642"/>
              <a:gd name="T10" fmla="*/ 7400 w 8579"/>
              <a:gd name="T11" fmla="*/ 4491 h 8642"/>
              <a:gd name="T12" fmla="*/ 7542 w 8579"/>
              <a:gd name="T13" fmla="*/ 3893 h 8642"/>
              <a:gd name="T14" fmla="*/ 7449 w 8579"/>
              <a:gd name="T15" fmla="*/ 3349 h 8642"/>
              <a:gd name="T16" fmla="*/ 7107 w 8579"/>
              <a:gd name="T17" fmla="*/ 2794 h 8642"/>
              <a:gd name="T18" fmla="*/ 6589 w 8579"/>
              <a:gd name="T19" fmla="*/ 2372 h 8642"/>
              <a:gd name="T20" fmla="*/ 5765 w 8579"/>
              <a:gd name="T21" fmla="*/ 2037 h 8642"/>
              <a:gd name="T22" fmla="*/ 4703 w 8579"/>
              <a:gd name="T23" fmla="*/ 1951 h 8642"/>
              <a:gd name="T24" fmla="*/ 3399 w 8579"/>
              <a:gd name="T25" fmla="*/ 2354 h 8642"/>
              <a:gd name="T26" fmla="*/ 2460 w 8579"/>
              <a:gd name="T27" fmla="*/ 3224 h 8642"/>
              <a:gd name="T28" fmla="*/ 1930 w 8579"/>
              <a:gd name="T29" fmla="*/ 4378 h 8642"/>
              <a:gd name="T30" fmla="*/ 4798 w 8579"/>
              <a:gd name="T31" fmla="*/ 8612 h 8642"/>
              <a:gd name="T32" fmla="*/ 3890 w 8579"/>
              <a:gd name="T33" fmla="*/ 8405 h 8642"/>
              <a:gd name="T34" fmla="*/ 3132 w 8579"/>
              <a:gd name="T35" fmla="*/ 8019 h 8642"/>
              <a:gd name="T36" fmla="*/ 2559 w 8579"/>
              <a:gd name="T37" fmla="*/ 7506 h 8642"/>
              <a:gd name="T38" fmla="*/ 2120 w 8579"/>
              <a:gd name="T39" fmla="*/ 6850 h 8642"/>
              <a:gd name="T40" fmla="*/ 1849 w 8579"/>
              <a:gd name="T41" fmla="*/ 6112 h 8642"/>
              <a:gd name="T42" fmla="*/ 1745 w 8579"/>
              <a:gd name="T43" fmla="*/ 5114 h 8642"/>
              <a:gd name="T44" fmla="*/ 1171 w 8579"/>
              <a:gd name="T45" fmla="*/ 4493 h 8642"/>
              <a:gd name="T46" fmla="*/ 548 w 8579"/>
              <a:gd name="T47" fmla="*/ 3804 h 8642"/>
              <a:gd name="T48" fmla="*/ 203 w 8579"/>
              <a:gd name="T49" fmla="*/ 3134 h 8642"/>
              <a:gd name="T50" fmla="*/ 11 w 8579"/>
              <a:gd name="T51" fmla="*/ 2217 h 8642"/>
              <a:gd name="T52" fmla="*/ 67 w 8579"/>
              <a:gd name="T53" fmla="*/ 1167 h 8642"/>
              <a:gd name="T54" fmla="*/ 313 w 8579"/>
              <a:gd name="T55" fmla="*/ 335 h 8642"/>
              <a:gd name="T56" fmla="*/ 291 w 8579"/>
              <a:gd name="T57" fmla="*/ 601 h 8642"/>
              <a:gd name="T58" fmla="*/ 85 w 8579"/>
              <a:gd name="T59" fmla="*/ 1656 h 8642"/>
              <a:gd name="T60" fmla="*/ 149 w 8579"/>
              <a:gd name="T61" fmla="*/ 2652 h 8642"/>
              <a:gd name="T62" fmla="*/ 481 w 8579"/>
              <a:gd name="T63" fmla="*/ 3546 h 8642"/>
              <a:gd name="T64" fmla="*/ 1077 w 8579"/>
              <a:gd name="T65" fmla="*/ 4304 h 8642"/>
              <a:gd name="T66" fmla="*/ 1798 w 8579"/>
              <a:gd name="T67" fmla="*/ 4628 h 8642"/>
              <a:gd name="T68" fmla="*/ 2100 w 8579"/>
              <a:gd name="T69" fmla="*/ 3697 h 8642"/>
              <a:gd name="T70" fmla="*/ 2710 w 8579"/>
              <a:gd name="T71" fmla="*/ 2816 h 8642"/>
              <a:gd name="T72" fmla="*/ 3331 w 8579"/>
              <a:gd name="T73" fmla="*/ 2312 h 8642"/>
              <a:gd name="T74" fmla="*/ 4007 w 8579"/>
              <a:gd name="T75" fmla="*/ 2005 h 8642"/>
              <a:gd name="T76" fmla="*/ 4818 w 8579"/>
              <a:gd name="T77" fmla="*/ 1866 h 8642"/>
              <a:gd name="T78" fmla="*/ 5785 w 8579"/>
              <a:gd name="T79" fmla="*/ 1963 h 8642"/>
              <a:gd name="T80" fmla="*/ 6681 w 8579"/>
              <a:gd name="T81" fmla="*/ 2339 h 8642"/>
              <a:gd name="T82" fmla="*/ 7202 w 8579"/>
              <a:gd name="T83" fmla="*/ 2785 h 8642"/>
              <a:gd name="T84" fmla="*/ 7504 w 8579"/>
              <a:gd name="T85" fmla="*/ 3277 h 8642"/>
              <a:gd name="T86" fmla="*/ 7621 w 8579"/>
              <a:gd name="T87" fmla="*/ 3870 h 8642"/>
              <a:gd name="T88" fmla="*/ 7439 w 8579"/>
              <a:gd name="T89" fmla="*/ 4586 h 8642"/>
              <a:gd name="T90" fmla="*/ 7001 w 8579"/>
              <a:gd name="T91" fmla="*/ 5100 h 8642"/>
              <a:gd name="T92" fmla="*/ 6392 w 8579"/>
              <a:gd name="T93" fmla="*/ 5446 h 8642"/>
              <a:gd name="T94" fmla="*/ 5423 w 8579"/>
              <a:gd name="T95" fmla="*/ 5675 h 8642"/>
              <a:gd name="T96" fmla="*/ 4168 w 8579"/>
              <a:gd name="T97" fmla="*/ 5666 h 8642"/>
              <a:gd name="T98" fmla="*/ 3106 w 8579"/>
              <a:gd name="T99" fmla="*/ 5463 h 8642"/>
              <a:gd name="T100" fmla="*/ 2004 w 8579"/>
              <a:gd name="T101" fmla="*/ 5040 h 8642"/>
              <a:gd name="T102" fmla="*/ 1901 w 8579"/>
              <a:gd name="T103" fmla="*/ 6010 h 8642"/>
              <a:gd name="T104" fmla="*/ 2469 w 8579"/>
              <a:gd name="T105" fmla="*/ 7280 h 8642"/>
              <a:gd name="T106" fmla="*/ 3608 w 8579"/>
              <a:gd name="T107" fmla="*/ 8206 h 8642"/>
              <a:gd name="T108" fmla="*/ 5353 w 8579"/>
              <a:gd name="T109" fmla="*/ 8565 h 8642"/>
              <a:gd name="T110" fmla="*/ 6428 w 8579"/>
              <a:gd name="T111" fmla="*/ 8461 h 8642"/>
              <a:gd name="T112" fmla="*/ 7371 w 8579"/>
              <a:gd name="T113" fmla="*/ 8176 h 8642"/>
              <a:gd name="T114" fmla="*/ 8253 w 8579"/>
              <a:gd name="T115" fmla="*/ 7694 h 8642"/>
              <a:gd name="T116" fmla="*/ 8176 w 8579"/>
              <a:gd name="T117" fmla="*/ 7840 h 8642"/>
              <a:gd name="T118" fmla="*/ 7175 w 8579"/>
              <a:gd name="T119" fmla="*/ 8336 h 8642"/>
              <a:gd name="T120" fmla="*/ 6096 w 8579"/>
              <a:gd name="T121" fmla="*/ 8595 h 8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8579" h="8642">
                <a:moveTo>
                  <a:pt x="1840" y="4865"/>
                </a:moveTo>
                <a:lnTo>
                  <a:pt x="1898" y="4897"/>
                </a:lnTo>
                <a:lnTo>
                  <a:pt x="1957" y="4930"/>
                </a:lnTo>
                <a:lnTo>
                  <a:pt x="2015" y="4960"/>
                </a:lnTo>
                <a:lnTo>
                  <a:pt x="2074" y="4990"/>
                </a:lnTo>
                <a:lnTo>
                  <a:pt x="2133" y="5019"/>
                </a:lnTo>
                <a:lnTo>
                  <a:pt x="2192" y="5048"/>
                </a:lnTo>
                <a:lnTo>
                  <a:pt x="2250" y="5074"/>
                </a:lnTo>
                <a:lnTo>
                  <a:pt x="2309" y="5100"/>
                </a:lnTo>
                <a:lnTo>
                  <a:pt x="2368" y="5127"/>
                </a:lnTo>
                <a:lnTo>
                  <a:pt x="2427" y="5151"/>
                </a:lnTo>
                <a:lnTo>
                  <a:pt x="2486" y="5175"/>
                </a:lnTo>
                <a:lnTo>
                  <a:pt x="2543" y="5198"/>
                </a:lnTo>
                <a:lnTo>
                  <a:pt x="2602" y="5221"/>
                </a:lnTo>
                <a:lnTo>
                  <a:pt x="2660" y="5242"/>
                </a:lnTo>
                <a:lnTo>
                  <a:pt x="2719" y="5263"/>
                </a:lnTo>
                <a:lnTo>
                  <a:pt x="2777" y="5283"/>
                </a:lnTo>
                <a:lnTo>
                  <a:pt x="2835" y="5302"/>
                </a:lnTo>
                <a:lnTo>
                  <a:pt x="2891" y="5320"/>
                </a:lnTo>
                <a:lnTo>
                  <a:pt x="2949" y="5338"/>
                </a:lnTo>
                <a:lnTo>
                  <a:pt x="3006" y="5355"/>
                </a:lnTo>
                <a:lnTo>
                  <a:pt x="3062" y="5372"/>
                </a:lnTo>
                <a:lnTo>
                  <a:pt x="3119" y="5388"/>
                </a:lnTo>
                <a:lnTo>
                  <a:pt x="3231" y="5418"/>
                </a:lnTo>
                <a:lnTo>
                  <a:pt x="3285" y="5432"/>
                </a:lnTo>
                <a:lnTo>
                  <a:pt x="3340" y="5445"/>
                </a:lnTo>
                <a:lnTo>
                  <a:pt x="3394" y="5457"/>
                </a:lnTo>
                <a:lnTo>
                  <a:pt x="3449" y="5469"/>
                </a:lnTo>
                <a:lnTo>
                  <a:pt x="3553" y="5492"/>
                </a:lnTo>
                <a:lnTo>
                  <a:pt x="3606" y="5502"/>
                </a:lnTo>
                <a:lnTo>
                  <a:pt x="3657" y="5513"/>
                </a:lnTo>
                <a:lnTo>
                  <a:pt x="3758" y="5531"/>
                </a:lnTo>
                <a:lnTo>
                  <a:pt x="3857" y="5546"/>
                </a:lnTo>
                <a:lnTo>
                  <a:pt x="3953" y="5561"/>
                </a:lnTo>
                <a:lnTo>
                  <a:pt x="4044" y="5574"/>
                </a:lnTo>
                <a:lnTo>
                  <a:pt x="4134" y="5585"/>
                </a:lnTo>
                <a:lnTo>
                  <a:pt x="4219" y="5594"/>
                </a:lnTo>
                <a:lnTo>
                  <a:pt x="4301" y="5601"/>
                </a:lnTo>
                <a:lnTo>
                  <a:pt x="4341" y="5605"/>
                </a:lnTo>
                <a:lnTo>
                  <a:pt x="4379" y="5609"/>
                </a:lnTo>
                <a:lnTo>
                  <a:pt x="4454" y="5613"/>
                </a:lnTo>
                <a:lnTo>
                  <a:pt x="4522" y="5618"/>
                </a:lnTo>
                <a:lnTo>
                  <a:pt x="4589" y="5622"/>
                </a:lnTo>
                <a:lnTo>
                  <a:pt x="4649" y="5624"/>
                </a:lnTo>
                <a:lnTo>
                  <a:pt x="4704" y="5627"/>
                </a:lnTo>
                <a:lnTo>
                  <a:pt x="4755" y="5628"/>
                </a:lnTo>
                <a:lnTo>
                  <a:pt x="4839" y="5628"/>
                </a:lnTo>
                <a:lnTo>
                  <a:pt x="4918" y="5628"/>
                </a:lnTo>
                <a:lnTo>
                  <a:pt x="4997" y="5627"/>
                </a:lnTo>
                <a:lnTo>
                  <a:pt x="5074" y="5623"/>
                </a:lnTo>
                <a:lnTo>
                  <a:pt x="5151" y="5619"/>
                </a:lnTo>
                <a:lnTo>
                  <a:pt x="5226" y="5615"/>
                </a:lnTo>
                <a:lnTo>
                  <a:pt x="5301" y="5609"/>
                </a:lnTo>
                <a:lnTo>
                  <a:pt x="5375" y="5603"/>
                </a:lnTo>
                <a:lnTo>
                  <a:pt x="5448" y="5594"/>
                </a:lnTo>
                <a:lnTo>
                  <a:pt x="5484" y="5589"/>
                </a:lnTo>
                <a:lnTo>
                  <a:pt x="5519" y="5586"/>
                </a:lnTo>
                <a:lnTo>
                  <a:pt x="5590" y="5575"/>
                </a:lnTo>
                <a:lnTo>
                  <a:pt x="5660" y="5564"/>
                </a:lnTo>
                <a:lnTo>
                  <a:pt x="5730" y="5552"/>
                </a:lnTo>
                <a:lnTo>
                  <a:pt x="5763" y="5546"/>
                </a:lnTo>
                <a:lnTo>
                  <a:pt x="5797" y="5539"/>
                </a:lnTo>
                <a:lnTo>
                  <a:pt x="5864" y="5525"/>
                </a:lnTo>
                <a:lnTo>
                  <a:pt x="5929" y="5510"/>
                </a:lnTo>
                <a:lnTo>
                  <a:pt x="5962" y="5502"/>
                </a:lnTo>
                <a:lnTo>
                  <a:pt x="5994" y="5493"/>
                </a:lnTo>
                <a:lnTo>
                  <a:pt x="6027" y="5485"/>
                </a:lnTo>
                <a:lnTo>
                  <a:pt x="6058" y="5476"/>
                </a:lnTo>
                <a:lnTo>
                  <a:pt x="6121" y="5458"/>
                </a:lnTo>
                <a:lnTo>
                  <a:pt x="6182" y="5439"/>
                </a:lnTo>
                <a:lnTo>
                  <a:pt x="6242" y="5419"/>
                </a:lnTo>
                <a:lnTo>
                  <a:pt x="6301" y="5398"/>
                </a:lnTo>
                <a:lnTo>
                  <a:pt x="6359" y="5376"/>
                </a:lnTo>
                <a:lnTo>
                  <a:pt x="6417" y="5353"/>
                </a:lnTo>
                <a:lnTo>
                  <a:pt x="6472" y="5329"/>
                </a:lnTo>
                <a:lnTo>
                  <a:pt x="6500" y="5317"/>
                </a:lnTo>
                <a:lnTo>
                  <a:pt x="6526" y="5303"/>
                </a:lnTo>
                <a:lnTo>
                  <a:pt x="6553" y="5290"/>
                </a:lnTo>
                <a:lnTo>
                  <a:pt x="6579" y="5277"/>
                </a:lnTo>
                <a:lnTo>
                  <a:pt x="6632" y="5251"/>
                </a:lnTo>
                <a:lnTo>
                  <a:pt x="6683" y="5223"/>
                </a:lnTo>
                <a:lnTo>
                  <a:pt x="6732" y="5193"/>
                </a:lnTo>
                <a:lnTo>
                  <a:pt x="6780" y="5164"/>
                </a:lnTo>
                <a:lnTo>
                  <a:pt x="6827" y="5133"/>
                </a:lnTo>
                <a:lnTo>
                  <a:pt x="6873" y="5100"/>
                </a:lnTo>
                <a:lnTo>
                  <a:pt x="6913" y="5072"/>
                </a:lnTo>
                <a:lnTo>
                  <a:pt x="6953" y="5042"/>
                </a:lnTo>
                <a:lnTo>
                  <a:pt x="6990" y="5010"/>
                </a:lnTo>
                <a:lnTo>
                  <a:pt x="7026" y="4979"/>
                </a:lnTo>
                <a:lnTo>
                  <a:pt x="7044" y="4962"/>
                </a:lnTo>
                <a:lnTo>
                  <a:pt x="7061" y="4947"/>
                </a:lnTo>
                <a:lnTo>
                  <a:pt x="7096" y="4913"/>
                </a:lnTo>
                <a:lnTo>
                  <a:pt x="7113" y="4897"/>
                </a:lnTo>
                <a:lnTo>
                  <a:pt x="7128" y="4881"/>
                </a:lnTo>
                <a:lnTo>
                  <a:pt x="7160" y="4846"/>
                </a:lnTo>
                <a:lnTo>
                  <a:pt x="7191" y="4811"/>
                </a:lnTo>
                <a:lnTo>
                  <a:pt x="7205" y="4793"/>
                </a:lnTo>
                <a:lnTo>
                  <a:pt x="7220" y="4776"/>
                </a:lnTo>
                <a:lnTo>
                  <a:pt x="7249" y="4740"/>
                </a:lnTo>
                <a:lnTo>
                  <a:pt x="7275" y="4703"/>
                </a:lnTo>
                <a:lnTo>
                  <a:pt x="7288" y="4685"/>
                </a:lnTo>
                <a:lnTo>
                  <a:pt x="7300" y="4666"/>
                </a:lnTo>
                <a:lnTo>
                  <a:pt x="7325" y="4628"/>
                </a:lnTo>
                <a:lnTo>
                  <a:pt x="7349" y="4590"/>
                </a:lnTo>
                <a:lnTo>
                  <a:pt x="7370" y="4550"/>
                </a:lnTo>
                <a:lnTo>
                  <a:pt x="7381" y="4531"/>
                </a:lnTo>
                <a:lnTo>
                  <a:pt x="7391" y="4512"/>
                </a:lnTo>
                <a:lnTo>
                  <a:pt x="7400" y="4491"/>
                </a:lnTo>
                <a:lnTo>
                  <a:pt x="7410" y="4471"/>
                </a:lnTo>
                <a:lnTo>
                  <a:pt x="7420" y="4452"/>
                </a:lnTo>
                <a:lnTo>
                  <a:pt x="7428" y="4431"/>
                </a:lnTo>
                <a:lnTo>
                  <a:pt x="7445" y="4390"/>
                </a:lnTo>
                <a:lnTo>
                  <a:pt x="7461" y="4350"/>
                </a:lnTo>
                <a:lnTo>
                  <a:pt x="7475" y="4308"/>
                </a:lnTo>
                <a:lnTo>
                  <a:pt x="7487" y="4266"/>
                </a:lnTo>
                <a:lnTo>
                  <a:pt x="7493" y="4244"/>
                </a:lnTo>
                <a:lnTo>
                  <a:pt x="7499" y="4223"/>
                </a:lnTo>
                <a:lnTo>
                  <a:pt x="7510" y="4180"/>
                </a:lnTo>
                <a:lnTo>
                  <a:pt x="7518" y="4137"/>
                </a:lnTo>
                <a:lnTo>
                  <a:pt x="7526" y="4094"/>
                </a:lnTo>
                <a:lnTo>
                  <a:pt x="7532" y="4049"/>
                </a:lnTo>
                <a:lnTo>
                  <a:pt x="7536" y="4005"/>
                </a:lnTo>
                <a:lnTo>
                  <a:pt x="7539" y="3983"/>
                </a:lnTo>
                <a:lnTo>
                  <a:pt x="7540" y="3960"/>
                </a:lnTo>
                <a:lnTo>
                  <a:pt x="7542" y="3916"/>
                </a:lnTo>
                <a:lnTo>
                  <a:pt x="7542" y="3893"/>
                </a:lnTo>
                <a:lnTo>
                  <a:pt x="7544" y="3870"/>
                </a:lnTo>
                <a:lnTo>
                  <a:pt x="7542" y="3821"/>
                </a:lnTo>
                <a:lnTo>
                  <a:pt x="7541" y="3797"/>
                </a:lnTo>
                <a:lnTo>
                  <a:pt x="7540" y="3773"/>
                </a:lnTo>
                <a:lnTo>
                  <a:pt x="7538" y="3749"/>
                </a:lnTo>
                <a:lnTo>
                  <a:pt x="7536" y="3725"/>
                </a:lnTo>
                <a:lnTo>
                  <a:pt x="7530" y="3677"/>
                </a:lnTo>
                <a:lnTo>
                  <a:pt x="7523" y="3629"/>
                </a:lnTo>
                <a:lnTo>
                  <a:pt x="7520" y="3605"/>
                </a:lnTo>
                <a:lnTo>
                  <a:pt x="7515" y="3582"/>
                </a:lnTo>
                <a:lnTo>
                  <a:pt x="7510" y="3558"/>
                </a:lnTo>
                <a:lnTo>
                  <a:pt x="7505" y="3534"/>
                </a:lnTo>
                <a:lnTo>
                  <a:pt x="7493" y="3487"/>
                </a:lnTo>
                <a:lnTo>
                  <a:pt x="7487" y="3464"/>
                </a:lnTo>
                <a:lnTo>
                  <a:pt x="7480" y="3441"/>
                </a:lnTo>
                <a:lnTo>
                  <a:pt x="7473" y="3417"/>
                </a:lnTo>
                <a:lnTo>
                  <a:pt x="7465" y="3395"/>
                </a:lnTo>
                <a:lnTo>
                  <a:pt x="7449" y="3349"/>
                </a:lnTo>
                <a:lnTo>
                  <a:pt x="7440" y="3326"/>
                </a:lnTo>
                <a:lnTo>
                  <a:pt x="7432" y="3303"/>
                </a:lnTo>
                <a:lnTo>
                  <a:pt x="7422" y="3282"/>
                </a:lnTo>
                <a:lnTo>
                  <a:pt x="7412" y="3259"/>
                </a:lnTo>
                <a:lnTo>
                  <a:pt x="7392" y="3214"/>
                </a:lnTo>
                <a:lnTo>
                  <a:pt x="7369" y="3170"/>
                </a:lnTo>
                <a:lnTo>
                  <a:pt x="7346" y="3125"/>
                </a:lnTo>
                <a:lnTo>
                  <a:pt x="7334" y="3104"/>
                </a:lnTo>
                <a:lnTo>
                  <a:pt x="7321" y="3082"/>
                </a:lnTo>
                <a:lnTo>
                  <a:pt x="7308" y="3062"/>
                </a:lnTo>
                <a:lnTo>
                  <a:pt x="7294" y="3040"/>
                </a:lnTo>
                <a:lnTo>
                  <a:pt x="7267" y="2998"/>
                </a:lnTo>
                <a:lnTo>
                  <a:pt x="7238" y="2956"/>
                </a:lnTo>
                <a:lnTo>
                  <a:pt x="7222" y="2936"/>
                </a:lnTo>
                <a:lnTo>
                  <a:pt x="7207" y="2914"/>
                </a:lnTo>
                <a:lnTo>
                  <a:pt x="7175" y="2874"/>
                </a:lnTo>
                <a:lnTo>
                  <a:pt x="7142" y="2834"/>
                </a:lnTo>
                <a:lnTo>
                  <a:pt x="7107" y="2794"/>
                </a:lnTo>
                <a:lnTo>
                  <a:pt x="7089" y="2775"/>
                </a:lnTo>
                <a:lnTo>
                  <a:pt x="7071" y="2755"/>
                </a:lnTo>
                <a:lnTo>
                  <a:pt x="7053" y="2736"/>
                </a:lnTo>
                <a:lnTo>
                  <a:pt x="7033" y="2717"/>
                </a:lnTo>
                <a:lnTo>
                  <a:pt x="6995" y="2679"/>
                </a:lnTo>
                <a:lnTo>
                  <a:pt x="6974" y="2661"/>
                </a:lnTo>
                <a:lnTo>
                  <a:pt x="6954" y="2643"/>
                </a:lnTo>
                <a:lnTo>
                  <a:pt x="6933" y="2623"/>
                </a:lnTo>
                <a:lnTo>
                  <a:pt x="6913" y="2605"/>
                </a:lnTo>
                <a:lnTo>
                  <a:pt x="6870" y="2569"/>
                </a:lnTo>
                <a:lnTo>
                  <a:pt x="6825" y="2534"/>
                </a:lnTo>
                <a:lnTo>
                  <a:pt x="6803" y="2518"/>
                </a:lnTo>
                <a:lnTo>
                  <a:pt x="6780" y="2501"/>
                </a:lnTo>
                <a:lnTo>
                  <a:pt x="6758" y="2484"/>
                </a:lnTo>
                <a:lnTo>
                  <a:pt x="6734" y="2467"/>
                </a:lnTo>
                <a:lnTo>
                  <a:pt x="6687" y="2435"/>
                </a:lnTo>
                <a:lnTo>
                  <a:pt x="6638" y="2403"/>
                </a:lnTo>
                <a:lnTo>
                  <a:pt x="6589" y="2372"/>
                </a:lnTo>
                <a:lnTo>
                  <a:pt x="6540" y="2343"/>
                </a:lnTo>
                <a:lnTo>
                  <a:pt x="6489" y="2315"/>
                </a:lnTo>
                <a:lnTo>
                  <a:pt x="6437" y="2287"/>
                </a:lnTo>
                <a:lnTo>
                  <a:pt x="6386" y="2261"/>
                </a:lnTo>
                <a:lnTo>
                  <a:pt x="6333" y="2235"/>
                </a:lnTo>
                <a:lnTo>
                  <a:pt x="6279" y="2211"/>
                </a:lnTo>
                <a:lnTo>
                  <a:pt x="6251" y="2199"/>
                </a:lnTo>
                <a:lnTo>
                  <a:pt x="6224" y="2187"/>
                </a:lnTo>
                <a:lnTo>
                  <a:pt x="6169" y="2164"/>
                </a:lnTo>
                <a:lnTo>
                  <a:pt x="6112" y="2144"/>
                </a:lnTo>
                <a:lnTo>
                  <a:pt x="6056" y="2124"/>
                </a:lnTo>
                <a:lnTo>
                  <a:pt x="6028" y="2113"/>
                </a:lnTo>
                <a:lnTo>
                  <a:pt x="5999" y="2104"/>
                </a:lnTo>
                <a:lnTo>
                  <a:pt x="5941" y="2085"/>
                </a:lnTo>
                <a:lnTo>
                  <a:pt x="5913" y="2077"/>
                </a:lnTo>
                <a:lnTo>
                  <a:pt x="5884" y="2068"/>
                </a:lnTo>
                <a:lnTo>
                  <a:pt x="5825" y="2051"/>
                </a:lnTo>
                <a:lnTo>
                  <a:pt x="5765" y="2037"/>
                </a:lnTo>
                <a:lnTo>
                  <a:pt x="5706" y="2023"/>
                </a:lnTo>
                <a:lnTo>
                  <a:pt x="5644" y="2009"/>
                </a:lnTo>
                <a:lnTo>
                  <a:pt x="5584" y="1999"/>
                </a:lnTo>
                <a:lnTo>
                  <a:pt x="5523" y="1988"/>
                </a:lnTo>
                <a:lnTo>
                  <a:pt x="5460" y="1978"/>
                </a:lnTo>
                <a:lnTo>
                  <a:pt x="5430" y="1973"/>
                </a:lnTo>
                <a:lnTo>
                  <a:pt x="5399" y="1970"/>
                </a:lnTo>
                <a:lnTo>
                  <a:pt x="5336" y="1961"/>
                </a:lnTo>
                <a:lnTo>
                  <a:pt x="5272" y="1955"/>
                </a:lnTo>
                <a:lnTo>
                  <a:pt x="5210" y="1951"/>
                </a:lnTo>
                <a:lnTo>
                  <a:pt x="5177" y="1948"/>
                </a:lnTo>
                <a:lnTo>
                  <a:pt x="5146" y="1946"/>
                </a:lnTo>
                <a:lnTo>
                  <a:pt x="5082" y="1943"/>
                </a:lnTo>
                <a:lnTo>
                  <a:pt x="5017" y="1942"/>
                </a:lnTo>
                <a:lnTo>
                  <a:pt x="4953" y="1941"/>
                </a:lnTo>
                <a:lnTo>
                  <a:pt x="4869" y="1942"/>
                </a:lnTo>
                <a:lnTo>
                  <a:pt x="4785" y="1946"/>
                </a:lnTo>
                <a:lnTo>
                  <a:pt x="4703" y="1951"/>
                </a:lnTo>
                <a:lnTo>
                  <a:pt x="4621" y="1958"/>
                </a:lnTo>
                <a:lnTo>
                  <a:pt x="4542" y="1966"/>
                </a:lnTo>
                <a:lnTo>
                  <a:pt x="4462" y="1978"/>
                </a:lnTo>
                <a:lnTo>
                  <a:pt x="4384" y="1990"/>
                </a:lnTo>
                <a:lnTo>
                  <a:pt x="4306" y="2006"/>
                </a:lnTo>
                <a:lnTo>
                  <a:pt x="4230" y="2023"/>
                </a:lnTo>
                <a:lnTo>
                  <a:pt x="4155" y="2041"/>
                </a:lnTo>
                <a:lnTo>
                  <a:pt x="4081" y="2061"/>
                </a:lnTo>
                <a:lnTo>
                  <a:pt x="4007" y="2083"/>
                </a:lnTo>
                <a:lnTo>
                  <a:pt x="3936" y="2107"/>
                </a:lnTo>
                <a:lnTo>
                  <a:pt x="3865" y="2132"/>
                </a:lnTo>
                <a:lnTo>
                  <a:pt x="3795" y="2160"/>
                </a:lnTo>
                <a:lnTo>
                  <a:pt x="3727" y="2187"/>
                </a:lnTo>
                <a:lnTo>
                  <a:pt x="3658" y="2218"/>
                </a:lnTo>
                <a:lnTo>
                  <a:pt x="3592" y="2250"/>
                </a:lnTo>
                <a:lnTo>
                  <a:pt x="3527" y="2283"/>
                </a:lnTo>
                <a:lnTo>
                  <a:pt x="3462" y="2318"/>
                </a:lnTo>
                <a:lnTo>
                  <a:pt x="3399" y="2354"/>
                </a:lnTo>
                <a:lnTo>
                  <a:pt x="3337" y="2393"/>
                </a:lnTo>
                <a:lnTo>
                  <a:pt x="3275" y="2431"/>
                </a:lnTo>
                <a:lnTo>
                  <a:pt x="3216" y="2472"/>
                </a:lnTo>
                <a:lnTo>
                  <a:pt x="3157" y="2514"/>
                </a:lnTo>
                <a:lnTo>
                  <a:pt x="3100" y="2557"/>
                </a:lnTo>
                <a:lnTo>
                  <a:pt x="3043" y="2602"/>
                </a:lnTo>
                <a:lnTo>
                  <a:pt x="2989" y="2647"/>
                </a:lnTo>
                <a:lnTo>
                  <a:pt x="2935" y="2694"/>
                </a:lnTo>
                <a:lnTo>
                  <a:pt x="2882" y="2742"/>
                </a:lnTo>
                <a:lnTo>
                  <a:pt x="2830" y="2791"/>
                </a:lnTo>
                <a:lnTo>
                  <a:pt x="2779" y="2842"/>
                </a:lnTo>
                <a:lnTo>
                  <a:pt x="2730" y="2894"/>
                </a:lnTo>
                <a:lnTo>
                  <a:pt x="2682" y="2946"/>
                </a:lnTo>
                <a:lnTo>
                  <a:pt x="2636" y="3001"/>
                </a:lnTo>
                <a:lnTo>
                  <a:pt x="2590" y="3055"/>
                </a:lnTo>
                <a:lnTo>
                  <a:pt x="2546" y="3111"/>
                </a:lnTo>
                <a:lnTo>
                  <a:pt x="2503" y="3168"/>
                </a:lnTo>
                <a:lnTo>
                  <a:pt x="2460" y="3224"/>
                </a:lnTo>
                <a:lnTo>
                  <a:pt x="2421" y="3283"/>
                </a:lnTo>
                <a:lnTo>
                  <a:pt x="2381" y="3342"/>
                </a:lnTo>
                <a:lnTo>
                  <a:pt x="2342" y="3402"/>
                </a:lnTo>
                <a:lnTo>
                  <a:pt x="2306" y="3463"/>
                </a:lnTo>
                <a:lnTo>
                  <a:pt x="2270" y="3524"/>
                </a:lnTo>
                <a:lnTo>
                  <a:pt x="2236" y="3587"/>
                </a:lnTo>
                <a:lnTo>
                  <a:pt x="2204" y="3649"/>
                </a:lnTo>
                <a:lnTo>
                  <a:pt x="2171" y="3713"/>
                </a:lnTo>
                <a:lnTo>
                  <a:pt x="2141" y="3778"/>
                </a:lnTo>
                <a:lnTo>
                  <a:pt x="2113" y="3843"/>
                </a:lnTo>
                <a:lnTo>
                  <a:pt x="2085" y="3908"/>
                </a:lnTo>
                <a:lnTo>
                  <a:pt x="2058" y="3974"/>
                </a:lnTo>
                <a:lnTo>
                  <a:pt x="2034" y="4040"/>
                </a:lnTo>
                <a:lnTo>
                  <a:pt x="2010" y="4107"/>
                </a:lnTo>
                <a:lnTo>
                  <a:pt x="1987" y="4174"/>
                </a:lnTo>
                <a:lnTo>
                  <a:pt x="1967" y="4242"/>
                </a:lnTo>
                <a:lnTo>
                  <a:pt x="1948" y="4310"/>
                </a:lnTo>
                <a:lnTo>
                  <a:pt x="1930" y="4378"/>
                </a:lnTo>
                <a:lnTo>
                  <a:pt x="1913" y="4447"/>
                </a:lnTo>
                <a:lnTo>
                  <a:pt x="1897" y="4517"/>
                </a:lnTo>
                <a:lnTo>
                  <a:pt x="1883" y="4585"/>
                </a:lnTo>
                <a:lnTo>
                  <a:pt x="1871" y="4655"/>
                </a:lnTo>
                <a:lnTo>
                  <a:pt x="1859" y="4724"/>
                </a:lnTo>
                <a:lnTo>
                  <a:pt x="1849" y="4795"/>
                </a:lnTo>
                <a:lnTo>
                  <a:pt x="1840" y="4865"/>
                </a:lnTo>
                <a:close/>
                <a:moveTo>
                  <a:pt x="5353" y="8642"/>
                </a:moveTo>
                <a:lnTo>
                  <a:pt x="5296" y="8642"/>
                </a:lnTo>
                <a:lnTo>
                  <a:pt x="5239" y="8641"/>
                </a:lnTo>
                <a:lnTo>
                  <a:pt x="5183" y="8640"/>
                </a:lnTo>
                <a:lnTo>
                  <a:pt x="5127" y="8637"/>
                </a:lnTo>
                <a:lnTo>
                  <a:pt x="5071" y="8635"/>
                </a:lnTo>
                <a:lnTo>
                  <a:pt x="5016" y="8631"/>
                </a:lnTo>
                <a:lnTo>
                  <a:pt x="4960" y="8628"/>
                </a:lnTo>
                <a:lnTo>
                  <a:pt x="4906" y="8623"/>
                </a:lnTo>
                <a:lnTo>
                  <a:pt x="4851" y="8618"/>
                </a:lnTo>
                <a:lnTo>
                  <a:pt x="4798" y="8612"/>
                </a:lnTo>
                <a:lnTo>
                  <a:pt x="4744" y="8606"/>
                </a:lnTo>
                <a:lnTo>
                  <a:pt x="4691" y="8599"/>
                </a:lnTo>
                <a:lnTo>
                  <a:pt x="4638" y="8592"/>
                </a:lnTo>
                <a:lnTo>
                  <a:pt x="4585" y="8583"/>
                </a:lnTo>
                <a:lnTo>
                  <a:pt x="4533" y="8574"/>
                </a:lnTo>
                <a:lnTo>
                  <a:pt x="4481" y="8565"/>
                </a:lnTo>
                <a:lnTo>
                  <a:pt x="4430" y="8554"/>
                </a:lnTo>
                <a:lnTo>
                  <a:pt x="4379" y="8545"/>
                </a:lnTo>
                <a:lnTo>
                  <a:pt x="4329" y="8533"/>
                </a:lnTo>
                <a:lnTo>
                  <a:pt x="4278" y="8522"/>
                </a:lnTo>
                <a:lnTo>
                  <a:pt x="4229" y="8509"/>
                </a:lnTo>
                <a:lnTo>
                  <a:pt x="4179" y="8495"/>
                </a:lnTo>
                <a:lnTo>
                  <a:pt x="4130" y="8482"/>
                </a:lnTo>
                <a:lnTo>
                  <a:pt x="4082" y="8468"/>
                </a:lnTo>
                <a:lnTo>
                  <a:pt x="4034" y="8453"/>
                </a:lnTo>
                <a:lnTo>
                  <a:pt x="3985" y="8438"/>
                </a:lnTo>
                <a:lnTo>
                  <a:pt x="3939" y="8422"/>
                </a:lnTo>
                <a:lnTo>
                  <a:pt x="3890" y="8405"/>
                </a:lnTo>
                <a:lnTo>
                  <a:pt x="3845" y="8389"/>
                </a:lnTo>
                <a:lnTo>
                  <a:pt x="3798" y="8370"/>
                </a:lnTo>
                <a:lnTo>
                  <a:pt x="3752" y="8352"/>
                </a:lnTo>
                <a:lnTo>
                  <a:pt x="3707" y="8334"/>
                </a:lnTo>
                <a:lnTo>
                  <a:pt x="3626" y="8298"/>
                </a:lnTo>
                <a:lnTo>
                  <a:pt x="3586" y="8279"/>
                </a:lnTo>
                <a:lnTo>
                  <a:pt x="3546" y="8260"/>
                </a:lnTo>
                <a:lnTo>
                  <a:pt x="3506" y="8241"/>
                </a:lnTo>
                <a:lnTo>
                  <a:pt x="3467" y="8220"/>
                </a:lnTo>
                <a:lnTo>
                  <a:pt x="3428" y="8200"/>
                </a:lnTo>
                <a:lnTo>
                  <a:pt x="3390" y="8179"/>
                </a:lnTo>
                <a:lnTo>
                  <a:pt x="3352" y="8158"/>
                </a:lnTo>
                <a:lnTo>
                  <a:pt x="3315" y="8135"/>
                </a:lnTo>
                <a:lnTo>
                  <a:pt x="3278" y="8113"/>
                </a:lnTo>
                <a:lnTo>
                  <a:pt x="3240" y="8091"/>
                </a:lnTo>
                <a:lnTo>
                  <a:pt x="3204" y="8067"/>
                </a:lnTo>
                <a:lnTo>
                  <a:pt x="3168" y="8043"/>
                </a:lnTo>
                <a:lnTo>
                  <a:pt x="3132" y="8019"/>
                </a:lnTo>
                <a:lnTo>
                  <a:pt x="3097" y="7993"/>
                </a:lnTo>
                <a:lnTo>
                  <a:pt x="3062" y="7968"/>
                </a:lnTo>
                <a:lnTo>
                  <a:pt x="3027" y="7943"/>
                </a:lnTo>
                <a:lnTo>
                  <a:pt x="2992" y="7916"/>
                </a:lnTo>
                <a:lnTo>
                  <a:pt x="2959" y="7890"/>
                </a:lnTo>
                <a:lnTo>
                  <a:pt x="2926" y="7862"/>
                </a:lnTo>
                <a:lnTo>
                  <a:pt x="2893" y="7835"/>
                </a:lnTo>
                <a:lnTo>
                  <a:pt x="2860" y="7807"/>
                </a:lnTo>
                <a:lnTo>
                  <a:pt x="2828" y="7778"/>
                </a:lnTo>
                <a:lnTo>
                  <a:pt x="2796" y="7749"/>
                </a:lnTo>
                <a:lnTo>
                  <a:pt x="2765" y="7721"/>
                </a:lnTo>
                <a:lnTo>
                  <a:pt x="2734" y="7691"/>
                </a:lnTo>
                <a:lnTo>
                  <a:pt x="2704" y="7661"/>
                </a:lnTo>
                <a:lnTo>
                  <a:pt x="2673" y="7629"/>
                </a:lnTo>
                <a:lnTo>
                  <a:pt x="2643" y="7598"/>
                </a:lnTo>
                <a:lnTo>
                  <a:pt x="2613" y="7567"/>
                </a:lnTo>
                <a:lnTo>
                  <a:pt x="2584" y="7536"/>
                </a:lnTo>
                <a:lnTo>
                  <a:pt x="2559" y="7506"/>
                </a:lnTo>
                <a:lnTo>
                  <a:pt x="2534" y="7476"/>
                </a:lnTo>
                <a:lnTo>
                  <a:pt x="2483" y="7415"/>
                </a:lnTo>
                <a:lnTo>
                  <a:pt x="2459" y="7384"/>
                </a:lnTo>
                <a:lnTo>
                  <a:pt x="2435" y="7353"/>
                </a:lnTo>
                <a:lnTo>
                  <a:pt x="2411" y="7322"/>
                </a:lnTo>
                <a:lnTo>
                  <a:pt x="2387" y="7289"/>
                </a:lnTo>
                <a:lnTo>
                  <a:pt x="2364" y="7258"/>
                </a:lnTo>
                <a:lnTo>
                  <a:pt x="2342" y="7226"/>
                </a:lnTo>
                <a:lnTo>
                  <a:pt x="2320" y="7192"/>
                </a:lnTo>
                <a:lnTo>
                  <a:pt x="2298" y="7160"/>
                </a:lnTo>
                <a:lnTo>
                  <a:pt x="2276" y="7126"/>
                </a:lnTo>
                <a:lnTo>
                  <a:pt x="2256" y="7092"/>
                </a:lnTo>
                <a:lnTo>
                  <a:pt x="2215" y="7025"/>
                </a:lnTo>
                <a:lnTo>
                  <a:pt x="2196" y="6990"/>
                </a:lnTo>
                <a:lnTo>
                  <a:pt x="2175" y="6955"/>
                </a:lnTo>
                <a:lnTo>
                  <a:pt x="2157" y="6920"/>
                </a:lnTo>
                <a:lnTo>
                  <a:pt x="2138" y="6884"/>
                </a:lnTo>
                <a:lnTo>
                  <a:pt x="2120" y="6850"/>
                </a:lnTo>
                <a:lnTo>
                  <a:pt x="2102" y="6814"/>
                </a:lnTo>
                <a:lnTo>
                  <a:pt x="2067" y="6740"/>
                </a:lnTo>
                <a:lnTo>
                  <a:pt x="2051" y="6704"/>
                </a:lnTo>
                <a:lnTo>
                  <a:pt x="2034" y="6667"/>
                </a:lnTo>
                <a:lnTo>
                  <a:pt x="2019" y="6630"/>
                </a:lnTo>
                <a:lnTo>
                  <a:pt x="2003" y="6593"/>
                </a:lnTo>
                <a:lnTo>
                  <a:pt x="1989" y="6554"/>
                </a:lnTo>
                <a:lnTo>
                  <a:pt x="1974" y="6516"/>
                </a:lnTo>
                <a:lnTo>
                  <a:pt x="1960" y="6477"/>
                </a:lnTo>
                <a:lnTo>
                  <a:pt x="1945" y="6439"/>
                </a:lnTo>
                <a:lnTo>
                  <a:pt x="1933" y="6404"/>
                </a:lnTo>
                <a:lnTo>
                  <a:pt x="1921" y="6368"/>
                </a:lnTo>
                <a:lnTo>
                  <a:pt x="1899" y="6296"/>
                </a:lnTo>
                <a:lnTo>
                  <a:pt x="1889" y="6259"/>
                </a:lnTo>
                <a:lnTo>
                  <a:pt x="1878" y="6223"/>
                </a:lnTo>
                <a:lnTo>
                  <a:pt x="1868" y="6185"/>
                </a:lnTo>
                <a:lnTo>
                  <a:pt x="1859" y="6149"/>
                </a:lnTo>
                <a:lnTo>
                  <a:pt x="1849" y="6112"/>
                </a:lnTo>
                <a:lnTo>
                  <a:pt x="1840" y="6075"/>
                </a:lnTo>
                <a:lnTo>
                  <a:pt x="1831" y="6038"/>
                </a:lnTo>
                <a:lnTo>
                  <a:pt x="1824" y="6000"/>
                </a:lnTo>
                <a:lnTo>
                  <a:pt x="1815" y="5963"/>
                </a:lnTo>
                <a:lnTo>
                  <a:pt x="1808" y="5925"/>
                </a:lnTo>
                <a:lnTo>
                  <a:pt x="1795" y="5849"/>
                </a:lnTo>
                <a:lnTo>
                  <a:pt x="1783" y="5773"/>
                </a:lnTo>
                <a:lnTo>
                  <a:pt x="1772" y="5698"/>
                </a:lnTo>
                <a:lnTo>
                  <a:pt x="1767" y="5659"/>
                </a:lnTo>
                <a:lnTo>
                  <a:pt x="1763" y="5621"/>
                </a:lnTo>
                <a:lnTo>
                  <a:pt x="1756" y="5545"/>
                </a:lnTo>
                <a:lnTo>
                  <a:pt x="1750" y="5468"/>
                </a:lnTo>
                <a:lnTo>
                  <a:pt x="1747" y="5391"/>
                </a:lnTo>
                <a:lnTo>
                  <a:pt x="1745" y="5354"/>
                </a:lnTo>
                <a:lnTo>
                  <a:pt x="1744" y="5316"/>
                </a:lnTo>
                <a:lnTo>
                  <a:pt x="1743" y="5239"/>
                </a:lnTo>
                <a:lnTo>
                  <a:pt x="1744" y="5156"/>
                </a:lnTo>
                <a:lnTo>
                  <a:pt x="1745" y="5114"/>
                </a:lnTo>
                <a:lnTo>
                  <a:pt x="1747" y="5073"/>
                </a:lnTo>
                <a:lnTo>
                  <a:pt x="1749" y="5031"/>
                </a:lnTo>
                <a:lnTo>
                  <a:pt x="1753" y="4990"/>
                </a:lnTo>
                <a:lnTo>
                  <a:pt x="1760" y="4907"/>
                </a:lnTo>
                <a:lnTo>
                  <a:pt x="1710" y="4877"/>
                </a:lnTo>
                <a:lnTo>
                  <a:pt x="1661" y="4848"/>
                </a:lnTo>
                <a:lnTo>
                  <a:pt x="1613" y="4817"/>
                </a:lnTo>
                <a:lnTo>
                  <a:pt x="1566" y="4787"/>
                </a:lnTo>
                <a:lnTo>
                  <a:pt x="1519" y="4756"/>
                </a:lnTo>
                <a:lnTo>
                  <a:pt x="1473" y="4724"/>
                </a:lnTo>
                <a:lnTo>
                  <a:pt x="1450" y="4709"/>
                </a:lnTo>
                <a:lnTo>
                  <a:pt x="1429" y="4693"/>
                </a:lnTo>
                <a:lnTo>
                  <a:pt x="1384" y="4661"/>
                </a:lnTo>
                <a:lnTo>
                  <a:pt x="1340" y="4627"/>
                </a:lnTo>
                <a:lnTo>
                  <a:pt x="1296" y="4595"/>
                </a:lnTo>
                <a:lnTo>
                  <a:pt x="1254" y="4561"/>
                </a:lnTo>
                <a:lnTo>
                  <a:pt x="1212" y="4527"/>
                </a:lnTo>
                <a:lnTo>
                  <a:pt x="1171" y="4493"/>
                </a:lnTo>
                <a:lnTo>
                  <a:pt x="1130" y="4458"/>
                </a:lnTo>
                <a:lnTo>
                  <a:pt x="1091" y="4423"/>
                </a:lnTo>
                <a:lnTo>
                  <a:pt x="1051" y="4387"/>
                </a:lnTo>
                <a:lnTo>
                  <a:pt x="1012" y="4351"/>
                </a:lnTo>
                <a:lnTo>
                  <a:pt x="975" y="4315"/>
                </a:lnTo>
                <a:lnTo>
                  <a:pt x="938" y="4278"/>
                </a:lnTo>
                <a:lnTo>
                  <a:pt x="902" y="4240"/>
                </a:lnTo>
                <a:lnTo>
                  <a:pt x="865" y="4203"/>
                </a:lnTo>
                <a:lnTo>
                  <a:pt x="831" y="4165"/>
                </a:lnTo>
                <a:lnTo>
                  <a:pt x="797" y="4126"/>
                </a:lnTo>
                <a:lnTo>
                  <a:pt x="763" y="4088"/>
                </a:lnTo>
                <a:lnTo>
                  <a:pt x="729" y="4048"/>
                </a:lnTo>
                <a:lnTo>
                  <a:pt x="698" y="4008"/>
                </a:lnTo>
                <a:lnTo>
                  <a:pt x="666" y="3969"/>
                </a:lnTo>
                <a:lnTo>
                  <a:pt x="636" y="3928"/>
                </a:lnTo>
                <a:lnTo>
                  <a:pt x="605" y="3887"/>
                </a:lnTo>
                <a:lnTo>
                  <a:pt x="575" y="3846"/>
                </a:lnTo>
                <a:lnTo>
                  <a:pt x="548" y="3804"/>
                </a:lnTo>
                <a:lnTo>
                  <a:pt x="519" y="3763"/>
                </a:lnTo>
                <a:lnTo>
                  <a:pt x="488" y="3713"/>
                </a:lnTo>
                <a:lnTo>
                  <a:pt x="472" y="3688"/>
                </a:lnTo>
                <a:lnTo>
                  <a:pt x="456" y="3664"/>
                </a:lnTo>
                <a:lnTo>
                  <a:pt x="442" y="3637"/>
                </a:lnTo>
                <a:lnTo>
                  <a:pt x="427" y="3612"/>
                </a:lnTo>
                <a:lnTo>
                  <a:pt x="398" y="3562"/>
                </a:lnTo>
                <a:lnTo>
                  <a:pt x="371" y="3510"/>
                </a:lnTo>
                <a:lnTo>
                  <a:pt x="343" y="3457"/>
                </a:lnTo>
                <a:lnTo>
                  <a:pt x="318" y="3404"/>
                </a:lnTo>
                <a:lnTo>
                  <a:pt x="306" y="3378"/>
                </a:lnTo>
                <a:lnTo>
                  <a:pt x="293" y="3351"/>
                </a:lnTo>
                <a:lnTo>
                  <a:pt x="270" y="3297"/>
                </a:lnTo>
                <a:lnTo>
                  <a:pt x="247" y="3243"/>
                </a:lnTo>
                <a:lnTo>
                  <a:pt x="235" y="3216"/>
                </a:lnTo>
                <a:lnTo>
                  <a:pt x="224" y="3189"/>
                </a:lnTo>
                <a:lnTo>
                  <a:pt x="214" y="3162"/>
                </a:lnTo>
                <a:lnTo>
                  <a:pt x="203" y="3134"/>
                </a:lnTo>
                <a:lnTo>
                  <a:pt x="184" y="3077"/>
                </a:lnTo>
                <a:lnTo>
                  <a:pt x="165" y="3022"/>
                </a:lnTo>
                <a:lnTo>
                  <a:pt x="147" y="2964"/>
                </a:lnTo>
                <a:lnTo>
                  <a:pt x="130" y="2908"/>
                </a:lnTo>
                <a:lnTo>
                  <a:pt x="114" y="2850"/>
                </a:lnTo>
                <a:lnTo>
                  <a:pt x="100" y="2793"/>
                </a:lnTo>
                <a:lnTo>
                  <a:pt x="87" y="2734"/>
                </a:lnTo>
                <a:lnTo>
                  <a:pt x="79" y="2704"/>
                </a:lnTo>
                <a:lnTo>
                  <a:pt x="73" y="2675"/>
                </a:lnTo>
                <a:lnTo>
                  <a:pt x="61" y="2615"/>
                </a:lnTo>
                <a:lnTo>
                  <a:pt x="52" y="2555"/>
                </a:lnTo>
                <a:lnTo>
                  <a:pt x="41" y="2495"/>
                </a:lnTo>
                <a:lnTo>
                  <a:pt x="33" y="2434"/>
                </a:lnTo>
                <a:lnTo>
                  <a:pt x="29" y="2403"/>
                </a:lnTo>
                <a:lnTo>
                  <a:pt x="25" y="2372"/>
                </a:lnTo>
                <a:lnTo>
                  <a:pt x="18" y="2311"/>
                </a:lnTo>
                <a:lnTo>
                  <a:pt x="13" y="2248"/>
                </a:lnTo>
                <a:lnTo>
                  <a:pt x="11" y="2217"/>
                </a:lnTo>
                <a:lnTo>
                  <a:pt x="8" y="2186"/>
                </a:lnTo>
                <a:lnTo>
                  <a:pt x="5" y="2122"/>
                </a:lnTo>
                <a:lnTo>
                  <a:pt x="2" y="2060"/>
                </a:lnTo>
                <a:lnTo>
                  <a:pt x="1" y="1995"/>
                </a:lnTo>
                <a:lnTo>
                  <a:pt x="0" y="1931"/>
                </a:lnTo>
                <a:lnTo>
                  <a:pt x="1" y="1865"/>
                </a:lnTo>
                <a:lnTo>
                  <a:pt x="2" y="1800"/>
                </a:lnTo>
                <a:lnTo>
                  <a:pt x="5" y="1736"/>
                </a:lnTo>
                <a:lnTo>
                  <a:pt x="7" y="1672"/>
                </a:lnTo>
                <a:lnTo>
                  <a:pt x="12" y="1607"/>
                </a:lnTo>
                <a:lnTo>
                  <a:pt x="17" y="1543"/>
                </a:lnTo>
                <a:lnTo>
                  <a:pt x="23" y="1480"/>
                </a:lnTo>
                <a:lnTo>
                  <a:pt x="30" y="1417"/>
                </a:lnTo>
                <a:lnTo>
                  <a:pt x="37" y="1354"/>
                </a:lnTo>
                <a:lnTo>
                  <a:pt x="47" y="1291"/>
                </a:lnTo>
                <a:lnTo>
                  <a:pt x="57" y="1229"/>
                </a:lnTo>
                <a:lnTo>
                  <a:pt x="61" y="1199"/>
                </a:lnTo>
                <a:lnTo>
                  <a:pt x="67" y="1167"/>
                </a:lnTo>
                <a:lnTo>
                  <a:pt x="73" y="1136"/>
                </a:lnTo>
                <a:lnTo>
                  <a:pt x="78" y="1105"/>
                </a:lnTo>
                <a:lnTo>
                  <a:pt x="91" y="1044"/>
                </a:lnTo>
                <a:lnTo>
                  <a:pt x="98" y="1014"/>
                </a:lnTo>
                <a:lnTo>
                  <a:pt x="105" y="983"/>
                </a:lnTo>
                <a:lnTo>
                  <a:pt x="112" y="952"/>
                </a:lnTo>
                <a:lnTo>
                  <a:pt x="119" y="922"/>
                </a:lnTo>
                <a:lnTo>
                  <a:pt x="135" y="862"/>
                </a:lnTo>
                <a:lnTo>
                  <a:pt x="150" y="802"/>
                </a:lnTo>
                <a:lnTo>
                  <a:pt x="167" y="742"/>
                </a:lnTo>
                <a:lnTo>
                  <a:pt x="177" y="713"/>
                </a:lnTo>
                <a:lnTo>
                  <a:pt x="185" y="683"/>
                </a:lnTo>
                <a:lnTo>
                  <a:pt x="205" y="624"/>
                </a:lnTo>
                <a:lnTo>
                  <a:pt x="225" y="565"/>
                </a:lnTo>
                <a:lnTo>
                  <a:pt x="246" y="508"/>
                </a:lnTo>
                <a:lnTo>
                  <a:pt x="267" y="449"/>
                </a:lnTo>
                <a:lnTo>
                  <a:pt x="290" y="391"/>
                </a:lnTo>
                <a:lnTo>
                  <a:pt x="313" y="335"/>
                </a:lnTo>
                <a:lnTo>
                  <a:pt x="338" y="278"/>
                </a:lnTo>
                <a:lnTo>
                  <a:pt x="364" y="222"/>
                </a:lnTo>
                <a:lnTo>
                  <a:pt x="390" y="165"/>
                </a:lnTo>
                <a:lnTo>
                  <a:pt x="416" y="109"/>
                </a:lnTo>
                <a:lnTo>
                  <a:pt x="445" y="54"/>
                </a:lnTo>
                <a:lnTo>
                  <a:pt x="474" y="0"/>
                </a:lnTo>
                <a:lnTo>
                  <a:pt x="557" y="0"/>
                </a:lnTo>
                <a:lnTo>
                  <a:pt x="540" y="31"/>
                </a:lnTo>
                <a:lnTo>
                  <a:pt x="524" y="62"/>
                </a:lnTo>
                <a:lnTo>
                  <a:pt x="491" y="126"/>
                </a:lnTo>
                <a:lnTo>
                  <a:pt x="460" y="189"/>
                </a:lnTo>
                <a:lnTo>
                  <a:pt x="430" y="253"/>
                </a:lnTo>
                <a:lnTo>
                  <a:pt x="402" y="317"/>
                </a:lnTo>
                <a:lnTo>
                  <a:pt x="376" y="380"/>
                </a:lnTo>
                <a:lnTo>
                  <a:pt x="349" y="443"/>
                </a:lnTo>
                <a:lnTo>
                  <a:pt x="325" y="507"/>
                </a:lnTo>
                <a:lnTo>
                  <a:pt x="302" y="569"/>
                </a:lnTo>
                <a:lnTo>
                  <a:pt x="291" y="601"/>
                </a:lnTo>
                <a:lnTo>
                  <a:pt x="282" y="633"/>
                </a:lnTo>
                <a:lnTo>
                  <a:pt x="261" y="695"/>
                </a:lnTo>
                <a:lnTo>
                  <a:pt x="242" y="758"/>
                </a:lnTo>
                <a:lnTo>
                  <a:pt x="224" y="820"/>
                </a:lnTo>
                <a:lnTo>
                  <a:pt x="207" y="883"/>
                </a:lnTo>
                <a:lnTo>
                  <a:pt x="193" y="944"/>
                </a:lnTo>
                <a:lnTo>
                  <a:pt x="178" y="1005"/>
                </a:lnTo>
                <a:lnTo>
                  <a:pt x="165" y="1066"/>
                </a:lnTo>
                <a:lnTo>
                  <a:pt x="153" y="1128"/>
                </a:lnTo>
                <a:lnTo>
                  <a:pt x="141" y="1188"/>
                </a:lnTo>
                <a:lnTo>
                  <a:pt x="131" y="1248"/>
                </a:lnTo>
                <a:lnTo>
                  <a:pt x="122" y="1308"/>
                </a:lnTo>
                <a:lnTo>
                  <a:pt x="113" y="1367"/>
                </a:lnTo>
                <a:lnTo>
                  <a:pt x="106" y="1426"/>
                </a:lnTo>
                <a:lnTo>
                  <a:pt x="100" y="1484"/>
                </a:lnTo>
                <a:lnTo>
                  <a:pt x="94" y="1542"/>
                </a:lnTo>
                <a:lnTo>
                  <a:pt x="89" y="1600"/>
                </a:lnTo>
                <a:lnTo>
                  <a:pt x="85" y="1656"/>
                </a:lnTo>
                <a:lnTo>
                  <a:pt x="83" y="1713"/>
                </a:lnTo>
                <a:lnTo>
                  <a:pt x="81" y="1768"/>
                </a:lnTo>
                <a:lnTo>
                  <a:pt x="78" y="1823"/>
                </a:lnTo>
                <a:lnTo>
                  <a:pt x="77" y="1877"/>
                </a:lnTo>
                <a:lnTo>
                  <a:pt x="77" y="1931"/>
                </a:lnTo>
                <a:lnTo>
                  <a:pt x="77" y="1989"/>
                </a:lnTo>
                <a:lnTo>
                  <a:pt x="79" y="2045"/>
                </a:lnTo>
                <a:lnTo>
                  <a:pt x="81" y="2103"/>
                </a:lnTo>
                <a:lnTo>
                  <a:pt x="84" y="2160"/>
                </a:lnTo>
                <a:lnTo>
                  <a:pt x="88" y="2216"/>
                </a:lnTo>
                <a:lnTo>
                  <a:pt x="93" y="2271"/>
                </a:lnTo>
                <a:lnTo>
                  <a:pt x="98" y="2328"/>
                </a:lnTo>
                <a:lnTo>
                  <a:pt x="105" y="2382"/>
                </a:lnTo>
                <a:lnTo>
                  <a:pt x="112" y="2437"/>
                </a:lnTo>
                <a:lnTo>
                  <a:pt x="119" y="2491"/>
                </a:lnTo>
                <a:lnTo>
                  <a:pt x="129" y="2545"/>
                </a:lnTo>
                <a:lnTo>
                  <a:pt x="138" y="2599"/>
                </a:lnTo>
                <a:lnTo>
                  <a:pt x="149" y="2652"/>
                </a:lnTo>
                <a:lnTo>
                  <a:pt x="160" y="2705"/>
                </a:lnTo>
                <a:lnTo>
                  <a:pt x="172" y="2758"/>
                </a:lnTo>
                <a:lnTo>
                  <a:pt x="185" y="2811"/>
                </a:lnTo>
                <a:lnTo>
                  <a:pt x="200" y="2862"/>
                </a:lnTo>
                <a:lnTo>
                  <a:pt x="214" y="2914"/>
                </a:lnTo>
                <a:lnTo>
                  <a:pt x="230" y="2964"/>
                </a:lnTo>
                <a:lnTo>
                  <a:pt x="247" y="3015"/>
                </a:lnTo>
                <a:lnTo>
                  <a:pt x="264" y="3065"/>
                </a:lnTo>
                <a:lnTo>
                  <a:pt x="282" y="3116"/>
                </a:lnTo>
                <a:lnTo>
                  <a:pt x="301" y="3165"/>
                </a:lnTo>
                <a:lnTo>
                  <a:pt x="320" y="3214"/>
                </a:lnTo>
                <a:lnTo>
                  <a:pt x="341" y="3262"/>
                </a:lnTo>
                <a:lnTo>
                  <a:pt x="362" y="3310"/>
                </a:lnTo>
                <a:lnTo>
                  <a:pt x="385" y="3359"/>
                </a:lnTo>
                <a:lnTo>
                  <a:pt x="408" y="3407"/>
                </a:lnTo>
                <a:lnTo>
                  <a:pt x="431" y="3453"/>
                </a:lnTo>
                <a:lnTo>
                  <a:pt x="456" y="3500"/>
                </a:lnTo>
                <a:lnTo>
                  <a:pt x="481" y="3546"/>
                </a:lnTo>
                <a:lnTo>
                  <a:pt x="508" y="3592"/>
                </a:lnTo>
                <a:lnTo>
                  <a:pt x="534" y="3637"/>
                </a:lnTo>
                <a:lnTo>
                  <a:pt x="563" y="3682"/>
                </a:lnTo>
                <a:lnTo>
                  <a:pt x="591" y="3726"/>
                </a:lnTo>
                <a:lnTo>
                  <a:pt x="621" y="3771"/>
                </a:lnTo>
                <a:lnTo>
                  <a:pt x="651" y="3815"/>
                </a:lnTo>
                <a:lnTo>
                  <a:pt x="683" y="3858"/>
                </a:lnTo>
                <a:lnTo>
                  <a:pt x="714" y="3900"/>
                </a:lnTo>
                <a:lnTo>
                  <a:pt x="748" y="3942"/>
                </a:lnTo>
                <a:lnTo>
                  <a:pt x="780" y="3984"/>
                </a:lnTo>
                <a:lnTo>
                  <a:pt x="815" y="4026"/>
                </a:lnTo>
                <a:lnTo>
                  <a:pt x="850" y="4067"/>
                </a:lnTo>
                <a:lnTo>
                  <a:pt x="886" y="4108"/>
                </a:lnTo>
                <a:lnTo>
                  <a:pt x="922" y="4148"/>
                </a:lnTo>
                <a:lnTo>
                  <a:pt x="961" y="4187"/>
                </a:lnTo>
                <a:lnTo>
                  <a:pt x="998" y="4227"/>
                </a:lnTo>
                <a:lnTo>
                  <a:pt x="1038" y="4266"/>
                </a:lnTo>
                <a:lnTo>
                  <a:pt x="1077" y="4304"/>
                </a:lnTo>
                <a:lnTo>
                  <a:pt x="1118" y="4342"/>
                </a:lnTo>
                <a:lnTo>
                  <a:pt x="1159" y="4380"/>
                </a:lnTo>
                <a:lnTo>
                  <a:pt x="1201" y="4417"/>
                </a:lnTo>
                <a:lnTo>
                  <a:pt x="1245" y="4453"/>
                </a:lnTo>
                <a:lnTo>
                  <a:pt x="1288" y="4489"/>
                </a:lnTo>
                <a:lnTo>
                  <a:pt x="1333" y="4525"/>
                </a:lnTo>
                <a:lnTo>
                  <a:pt x="1378" y="4560"/>
                </a:lnTo>
                <a:lnTo>
                  <a:pt x="1424" y="4595"/>
                </a:lnTo>
                <a:lnTo>
                  <a:pt x="1471" y="4628"/>
                </a:lnTo>
                <a:lnTo>
                  <a:pt x="1519" y="4662"/>
                </a:lnTo>
                <a:lnTo>
                  <a:pt x="1567" y="4696"/>
                </a:lnTo>
                <a:lnTo>
                  <a:pt x="1617" y="4728"/>
                </a:lnTo>
                <a:lnTo>
                  <a:pt x="1666" y="4759"/>
                </a:lnTo>
                <a:lnTo>
                  <a:pt x="1716" y="4792"/>
                </a:lnTo>
                <a:lnTo>
                  <a:pt x="1768" y="4823"/>
                </a:lnTo>
                <a:lnTo>
                  <a:pt x="1777" y="4758"/>
                </a:lnTo>
                <a:lnTo>
                  <a:pt x="1786" y="4693"/>
                </a:lnTo>
                <a:lnTo>
                  <a:pt x="1798" y="4628"/>
                </a:lnTo>
                <a:lnTo>
                  <a:pt x="1810" y="4565"/>
                </a:lnTo>
                <a:lnTo>
                  <a:pt x="1824" y="4500"/>
                </a:lnTo>
                <a:lnTo>
                  <a:pt x="1838" y="4436"/>
                </a:lnTo>
                <a:lnTo>
                  <a:pt x="1854" y="4372"/>
                </a:lnTo>
                <a:lnTo>
                  <a:pt x="1871" y="4309"/>
                </a:lnTo>
                <a:lnTo>
                  <a:pt x="1889" y="4246"/>
                </a:lnTo>
                <a:lnTo>
                  <a:pt x="1908" y="4184"/>
                </a:lnTo>
                <a:lnTo>
                  <a:pt x="1927" y="4121"/>
                </a:lnTo>
                <a:lnTo>
                  <a:pt x="1949" y="4059"/>
                </a:lnTo>
                <a:lnTo>
                  <a:pt x="1960" y="4029"/>
                </a:lnTo>
                <a:lnTo>
                  <a:pt x="1972" y="3998"/>
                </a:lnTo>
                <a:lnTo>
                  <a:pt x="1995" y="3936"/>
                </a:lnTo>
                <a:lnTo>
                  <a:pt x="2020" y="3876"/>
                </a:lnTo>
                <a:lnTo>
                  <a:pt x="2032" y="3846"/>
                </a:lnTo>
                <a:lnTo>
                  <a:pt x="2045" y="3816"/>
                </a:lnTo>
                <a:lnTo>
                  <a:pt x="2073" y="3756"/>
                </a:lnTo>
                <a:lnTo>
                  <a:pt x="2086" y="3726"/>
                </a:lnTo>
                <a:lnTo>
                  <a:pt x="2100" y="3697"/>
                </a:lnTo>
                <a:lnTo>
                  <a:pt x="2129" y="3638"/>
                </a:lnTo>
                <a:lnTo>
                  <a:pt x="2159" y="3581"/>
                </a:lnTo>
                <a:lnTo>
                  <a:pt x="2191" y="3523"/>
                </a:lnTo>
                <a:lnTo>
                  <a:pt x="2222" y="3467"/>
                </a:lnTo>
                <a:lnTo>
                  <a:pt x="2256" y="3410"/>
                </a:lnTo>
                <a:lnTo>
                  <a:pt x="2273" y="3383"/>
                </a:lnTo>
                <a:lnTo>
                  <a:pt x="2289" y="3355"/>
                </a:lnTo>
                <a:lnTo>
                  <a:pt x="2324" y="3300"/>
                </a:lnTo>
                <a:lnTo>
                  <a:pt x="2362" y="3246"/>
                </a:lnTo>
                <a:lnTo>
                  <a:pt x="2398" y="3192"/>
                </a:lnTo>
                <a:lnTo>
                  <a:pt x="2436" y="3139"/>
                </a:lnTo>
                <a:lnTo>
                  <a:pt x="2476" y="3087"/>
                </a:lnTo>
                <a:lnTo>
                  <a:pt x="2516" y="3035"/>
                </a:lnTo>
                <a:lnTo>
                  <a:pt x="2557" y="2986"/>
                </a:lnTo>
                <a:lnTo>
                  <a:pt x="2599" y="2936"/>
                </a:lnTo>
                <a:lnTo>
                  <a:pt x="2653" y="2874"/>
                </a:lnTo>
                <a:lnTo>
                  <a:pt x="2681" y="2844"/>
                </a:lnTo>
                <a:lnTo>
                  <a:pt x="2710" y="2816"/>
                </a:lnTo>
                <a:lnTo>
                  <a:pt x="2737" y="2785"/>
                </a:lnTo>
                <a:lnTo>
                  <a:pt x="2766" y="2757"/>
                </a:lnTo>
                <a:lnTo>
                  <a:pt x="2824" y="2700"/>
                </a:lnTo>
                <a:lnTo>
                  <a:pt x="2854" y="2673"/>
                </a:lnTo>
                <a:lnTo>
                  <a:pt x="2884" y="2646"/>
                </a:lnTo>
                <a:lnTo>
                  <a:pt x="2914" y="2620"/>
                </a:lnTo>
                <a:lnTo>
                  <a:pt x="2944" y="2593"/>
                </a:lnTo>
                <a:lnTo>
                  <a:pt x="2974" y="2567"/>
                </a:lnTo>
                <a:lnTo>
                  <a:pt x="3006" y="2542"/>
                </a:lnTo>
                <a:lnTo>
                  <a:pt x="3037" y="2516"/>
                </a:lnTo>
                <a:lnTo>
                  <a:pt x="3068" y="2492"/>
                </a:lnTo>
                <a:lnTo>
                  <a:pt x="3100" y="2468"/>
                </a:lnTo>
                <a:lnTo>
                  <a:pt x="3132" y="2444"/>
                </a:lnTo>
                <a:lnTo>
                  <a:pt x="3165" y="2421"/>
                </a:lnTo>
                <a:lnTo>
                  <a:pt x="3197" y="2399"/>
                </a:lnTo>
                <a:lnTo>
                  <a:pt x="3263" y="2354"/>
                </a:lnTo>
                <a:lnTo>
                  <a:pt x="3297" y="2333"/>
                </a:lnTo>
                <a:lnTo>
                  <a:pt x="3331" y="2312"/>
                </a:lnTo>
                <a:lnTo>
                  <a:pt x="3364" y="2292"/>
                </a:lnTo>
                <a:lnTo>
                  <a:pt x="3398" y="2271"/>
                </a:lnTo>
                <a:lnTo>
                  <a:pt x="3433" y="2252"/>
                </a:lnTo>
                <a:lnTo>
                  <a:pt x="3468" y="2233"/>
                </a:lnTo>
                <a:lnTo>
                  <a:pt x="3503" y="2214"/>
                </a:lnTo>
                <a:lnTo>
                  <a:pt x="3538" y="2196"/>
                </a:lnTo>
                <a:lnTo>
                  <a:pt x="3574" y="2178"/>
                </a:lnTo>
                <a:lnTo>
                  <a:pt x="3609" y="2161"/>
                </a:lnTo>
                <a:lnTo>
                  <a:pt x="3648" y="2143"/>
                </a:lnTo>
                <a:lnTo>
                  <a:pt x="3687" y="2125"/>
                </a:lnTo>
                <a:lnTo>
                  <a:pt x="3727" y="2108"/>
                </a:lnTo>
                <a:lnTo>
                  <a:pt x="3765" y="2091"/>
                </a:lnTo>
                <a:lnTo>
                  <a:pt x="3805" y="2076"/>
                </a:lnTo>
                <a:lnTo>
                  <a:pt x="3846" y="2060"/>
                </a:lnTo>
                <a:lnTo>
                  <a:pt x="3886" y="2045"/>
                </a:lnTo>
                <a:lnTo>
                  <a:pt x="3925" y="2031"/>
                </a:lnTo>
                <a:lnTo>
                  <a:pt x="3966" y="2018"/>
                </a:lnTo>
                <a:lnTo>
                  <a:pt x="4007" y="2005"/>
                </a:lnTo>
                <a:lnTo>
                  <a:pt x="4089" y="1981"/>
                </a:lnTo>
                <a:lnTo>
                  <a:pt x="4131" y="1969"/>
                </a:lnTo>
                <a:lnTo>
                  <a:pt x="4172" y="1959"/>
                </a:lnTo>
                <a:lnTo>
                  <a:pt x="4214" y="1948"/>
                </a:lnTo>
                <a:lnTo>
                  <a:pt x="4256" y="1939"/>
                </a:lnTo>
                <a:lnTo>
                  <a:pt x="4298" y="1930"/>
                </a:lnTo>
                <a:lnTo>
                  <a:pt x="4341" y="1922"/>
                </a:lnTo>
                <a:lnTo>
                  <a:pt x="4384" y="1913"/>
                </a:lnTo>
                <a:lnTo>
                  <a:pt x="4426" y="1906"/>
                </a:lnTo>
                <a:lnTo>
                  <a:pt x="4469" y="1899"/>
                </a:lnTo>
                <a:lnTo>
                  <a:pt x="4513" y="1893"/>
                </a:lnTo>
                <a:lnTo>
                  <a:pt x="4556" y="1888"/>
                </a:lnTo>
                <a:lnTo>
                  <a:pt x="4599" y="1883"/>
                </a:lnTo>
                <a:lnTo>
                  <a:pt x="4643" y="1878"/>
                </a:lnTo>
                <a:lnTo>
                  <a:pt x="4686" y="1875"/>
                </a:lnTo>
                <a:lnTo>
                  <a:pt x="4731" y="1871"/>
                </a:lnTo>
                <a:lnTo>
                  <a:pt x="4775" y="1869"/>
                </a:lnTo>
                <a:lnTo>
                  <a:pt x="4818" y="1866"/>
                </a:lnTo>
                <a:lnTo>
                  <a:pt x="4863" y="1865"/>
                </a:lnTo>
                <a:lnTo>
                  <a:pt x="4909" y="1864"/>
                </a:lnTo>
                <a:lnTo>
                  <a:pt x="4953" y="1864"/>
                </a:lnTo>
                <a:lnTo>
                  <a:pt x="5019" y="1865"/>
                </a:lnTo>
                <a:lnTo>
                  <a:pt x="5084" y="1866"/>
                </a:lnTo>
                <a:lnTo>
                  <a:pt x="5151" y="1870"/>
                </a:lnTo>
                <a:lnTo>
                  <a:pt x="5216" y="1874"/>
                </a:lnTo>
                <a:lnTo>
                  <a:pt x="5281" y="1878"/>
                </a:lnTo>
                <a:lnTo>
                  <a:pt x="5344" y="1886"/>
                </a:lnTo>
                <a:lnTo>
                  <a:pt x="5409" y="1893"/>
                </a:lnTo>
                <a:lnTo>
                  <a:pt x="5472" y="1901"/>
                </a:lnTo>
                <a:lnTo>
                  <a:pt x="5505" y="1906"/>
                </a:lnTo>
                <a:lnTo>
                  <a:pt x="5536" y="1912"/>
                </a:lnTo>
                <a:lnTo>
                  <a:pt x="5598" y="1923"/>
                </a:lnTo>
                <a:lnTo>
                  <a:pt x="5630" y="1929"/>
                </a:lnTo>
                <a:lnTo>
                  <a:pt x="5661" y="1935"/>
                </a:lnTo>
                <a:lnTo>
                  <a:pt x="5724" y="1948"/>
                </a:lnTo>
                <a:lnTo>
                  <a:pt x="5785" y="1963"/>
                </a:lnTo>
                <a:lnTo>
                  <a:pt x="5845" y="1978"/>
                </a:lnTo>
                <a:lnTo>
                  <a:pt x="5905" y="1995"/>
                </a:lnTo>
                <a:lnTo>
                  <a:pt x="5966" y="2013"/>
                </a:lnTo>
                <a:lnTo>
                  <a:pt x="6025" y="2031"/>
                </a:lnTo>
                <a:lnTo>
                  <a:pt x="6084" y="2051"/>
                </a:lnTo>
                <a:lnTo>
                  <a:pt x="6141" y="2072"/>
                </a:lnTo>
                <a:lnTo>
                  <a:pt x="6199" y="2094"/>
                </a:lnTo>
                <a:lnTo>
                  <a:pt x="6256" y="2118"/>
                </a:lnTo>
                <a:lnTo>
                  <a:pt x="6311" y="2142"/>
                </a:lnTo>
                <a:lnTo>
                  <a:pt x="6339" y="2154"/>
                </a:lnTo>
                <a:lnTo>
                  <a:pt x="6366" y="2167"/>
                </a:lnTo>
                <a:lnTo>
                  <a:pt x="6393" y="2179"/>
                </a:lnTo>
                <a:lnTo>
                  <a:pt x="6421" y="2192"/>
                </a:lnTo>
                <a:lnTo>
                  <a:pt x="6475" y="2220"/>
                </a:lnTo>
                <a:lnTo>
                  <a:pt x="6526" y="2248"/>
                </a:lnTo>
                <a:lnTo>
                  <a:pt x="6579" y="2277"/>
                </a:lnTo>
                <a:lnTo>
                  <a:pt x="6630" y="2307"/>
                </a:lnTo>
                <a:lnTo>
                  <a:pt x="6681" y="2339"/>
                </a:lnTo>
                <a:lnTo>
                  <a:pt x="6730" y="2371"/>
                </a:lnTo>
                <a:lnTo>
                  <a:pt x="6754" y="2388"/>
                </a:lnTo>
                <a:lnTo>
                  <a:pt x="6778" y="2405"/>
                </a:lnTo>
                <a:lnTo>
                  <a:pt x="6802" y="2421"/>
                </a:lnTo>
                <a:lnTo>
                  <a:pt x="6826" y="2438"/>
                </a:lnTo>
                <a:lnTo>
                  <a:pt x="6873" y="2474"/>
                </a:lnTo>
                <a:lnTo>
                  <a:pt x="6896" y="2492"/>
                </a:lnTo>
                <a:lnTo>
                  <a:pt x="6919" y="2510"/>
                </a:lnTo>
                <a:lnTo>
                  <a:pt x="6942" y="2530"/>
                </a:lnTo>
                <a:lnTo>
                  <a:pt x="6963" y="2548"/>
                </a:lnTo>
                <a:lnTo>
                  <a:pt x="7007" y="2586"/>
                </a:lnTo>
                <a:lnTo>
                  <a:pt x="7049" y="2625"/>
                </a:lnTo>
                <a:lnTo>
                  <a:pt x="7069" y="2644"/>
                </a:lnTo>
                <a:lnTo>
                  <a:pt x="7090" y="2664"/>
                </a:lnTo>
                <a:lnTo>
                  <a:pt x="7128" y="2704"/>
                </a:lnTo>
                <a:lnTo>
                  <a:pt x="7166" y="2745"/>
                </a:lnTo>
                <a:lnTo>
                  <a:pt x="7184" y="2765"/>
                </a:lnTo>
                <a:lnTo>
                  <a:pt x="7202" y="2785"/>
                </a:lnTo>
                <a:lnTo>
                  <a:pt x="7237" y="2828"/>
                </a:lnTo>
                <a:lnTo>
                  <a:pt x="7254" y="2849"/>
                </a:lnTo>
                <a:lnTo>
                  <a:pt x="7270" y="2871"/>
                </a:lnTo>
                <a:lnTo>
                  <a:pt x="7302" y="2914"/>
                </a:lnTo>
                <a:lnTo>
                  <a:pt x="7317" y="2936"/>
                </a:lnTo>
                <a:lnTo>
                  <a:pt x="7333" y="2957"/>
                </a:lnTo>
                <a:lnTo>
                  <a:pt x="7362" y="3002"/>
                </a:lnTo>
                <a:lnTo>
                  <a:pt x="7375" y="3023"/>
                </a:lnTo>
                <a:lnTo>
                  <a:pt x="7390" y="3046"/>
                </a:lnTo>
                <a:lnTo>
                  <a:pt x="7403" y="3069"/>
                </a:lnTo>
                <a:lnTo>
                  <a:pt x="7415" y="3092"/>
                </a:lnTo>
                <a:lnTo>
                  <a:pt x="7427" y="3115"/>
                </a:lnTo>
                <a:lnTo>
                  <a:pt x="7439" y="3137"/>
                </a:lnTo>
                <a:lnTo>
                  <a:pt x="7451" y="3160"/>
                </a:lnTo>
                <a:lnTo>
                  <a:pt x="7463" y="3183"/>
                </a:lnTo>
                <a:lnTo>
                  <a:pt x="7483" y="3230"/>
                </a:lnTo>
                <a:lnTo>
                  <a:pt x="7494" y="3253"/>
                </a:lnTo>
                <a:lnTo>
                  <a:pt x="7504" y="3277"/>
                </a:lnTo>
                <a:lnTo>
                  <a:pt x="7514" y="3301"/>
                </a:lnTo>
                <a:lnTo>
                  <a:pt x="7522" y="3325"/>
                </a:lnTo>
                <a:lnTo>
                  <a:pt x="7539" y="3373"/>
                </a:lnTo>
                <a:lnTo>
                  <a:pt x="7547" y="3397"/>
                </a:lnTo>
                <a:lnTo>
                  <a:pt x="7554" y="3421"/>
                </a:lnTo>
                <a:lnTo>
                  <a:pt x="7568" y="3469"/>
                </a:lnTo>
                <a:lnTo>
                  <a:pt x="7574" y="3494"/>
                </a:lnTo>
                <a:lnTo>
                  <a:pt x="7580" y="3518"/>
                </a:lnTo>
                <a:lnTo>
                  <a:pt x="7586" y="3544"/>
                </a:lnTo>
                <a:lnTo>
                  <a:pt x="7591" y="3568"/>
                </a:lnTo>
                <a:lnTo>
                  <a:pt x="7600" y="3618"/>
                </a:lnTo>
                <a:lnTo>
                  <a:pt x="7607" y="3667"/>
                </a:lnTo>
                <a:lnTo>
                  <a:pt x="7610" y="3693"/>
                </a:lnTo>
                <a:lnTo>
                  <a:pt x="7612" y="3718"/>
                </a:lnTo>
                <a:lnTo>
                  <a:pt x="7617" y="3768"/>
                </a:lnTo>
                <a:lnTo>
                  <a:pt x="7618" y="3793"/>
                </a:lnTo>
                <a:lnTo>
                  <a:pt x="7619" y="3819"/>
                </a:lnTo>
                <a:lnTo>
                  <a:pt x="7621" y="3870"/>
                </a:lnTo>
                <a:lnTo>
                  <a:pt x="7619" y="3918"/>
                </a:lnTo>
                <a:lnTo>
                  <a:pt x="7617" y="3965"/>
                </a:lnTo>
                <a:lnTo>
                  <a:pt x="7613" y="4012"/>
                </a:lnTo>
                <a:lnTo>
                  <a:pt x="7611" y="4035"/>
                </a:lnTo>
                <a:lnTo>
                  <a:pt x="7609" y="4059"/>
                </a:lnTo>
                <a:lnTo>
                  <a:pt x="7605" y="4082"/>
                </a:lnTo>
                <a:lnTo>
                  <a:pt x="7601" y="4105"/>
                </a:lnTo>
                <a:lnTo>
                  <a:pt x="7594" y="4150"/>
                </a:lnTo>
                <a:lnTo>
                  <a:pt x="7585" y="4196"/>
                </a:lnTo>
                <a:lnTo>
                  <a:pt x="7574" y="4242"/>
                </a:lnTo>
                <a:lnTo>
                  <a:pt x="7562" y="4286"/>
                </a:lnTo>
                <a:lnTo>
                  <a:pt x="7548" y="4330"/>
                </a:lnTo>
                <a:lnTo>
                  <a:pt x="7534" y="4374"/>
                </a:lnTo>
                <a:lnTo>
                  <a:pt x="7517" y="4417"/>
                </a:lnTo>
                <a:lnTo>
                  <a:pt x="7500" y="4460"/>
                </a:lnTo>
                <a:lnTo>
                  <a:pt x="7481" y="4502"/>
                </a:lnTo>
                <a:lnTo>
                  <a:pt x="7461" y="4544"/>
                </a:lnTo>
                <a:lnTo>
                  <a:pt x="7439" y="4586"/>
                </a:lnTo>
                <a:lnTo>
                  <a:pt x="7416" y="4627"/>
                </a:lnTo>
                <a:lnTo>
                  <a:pt x="7404" y="4646"/>
                </a:lnTo>
                <a:lnTo>
                  <a:pt x="7392" y="4667"/>
                </a:lnTo>
                <a:lnTo>
                  <a:pt x="7367" y="4706"/>
                </a:lnTo>
                <a:lnTo>
                  <a:pt x="7339" y="4746"/>
                </a:lnTo>
                <a:lnTo>
                  <a:pt x="7326" y="4765"/>
                </a:lnTo>
                <a:lnTo>
                  <a:pt x="7311" y="4785"/>
                </a:lnTo>
                <a:lnTo>
                  <a:pt x="7281" y="4822"/>
                </a:lnTo>
                <a:lnTo>
                  <a:pt x="7267" y="4841"/>
                </a:lnTo>
                <a:lnTo>
                  <a:pt x="7251" y="4859"/>
                </a:lnTo>
                <a:lnTo>
                  <a:pt x="7219" y="4896"/>
                </a:lnTo>
                <a:lnTo>
                  <a:pt x="7186" y="4932"/>
                </a:lnTo>
                <a:lnTo>
                  <a:pt x="7168" y="4949"/>
                </a:lnTo>
                <a:lnTo>
                  <a:pt x="7151" y="4967"/>
                </a:lnTo>
                <a:lnTo>
                  <a:pt x="7115" y="5002"/>
                </a:lnTo>
                <a:lnTo>
                  <a:pt x="7078" y="5036"/>
                </a:lnTo>
                <a:lnTo>
                  <a:pt x="7040" y="5068"/>
                </a:lnTo>
                <a:lnTo>
                  <a:pt x="7001" y="5100"/>
                </a:lnTo>
                <a:lnTo>
                  <a:pt x="6980" y="5116"/>
                </a:lnTo>
                <a:lnTo>
                  <a:pt x="6960" y="5133"/>
                </a:lnTo>
                <a:lnTo>
                  <a:pt x="6919" y="5163"/>
                </a:lnTo>
                <a:lnTo>
                  <a:pt x="6895" y="5180"/>
                </a:lnTo>
                <a:lnTo>
                  <a:pt x="6871" y="5195"/>
                </a:lnTo>
                <a:lnTo>
                  <a:pt x="6823" y="5228"/>
                </a:lnTo>
                <a:lnTo>
                  <a:pt x="6799" y="5243"/>
                </a:lnTo>
                <a:lnTo>
                  <a:pt x="6773" y="5259"/>
                </a:lnTo>
                <a:lnTo>
                  <a:pt x="6748" y="5273"/>
                </a:lnTo>
                <a:lnTo>
                  <a:pt x="6723" y="5288"/>
                </a:lnTo>
                <a:lnTo>
                  <a:pt x="6696" y="5302"/>
                </a:lnTo>
                <a:lnTo>
                  <a:pt x="6671" y="5317"/>
                </a:lnTo>
                <a:lnTo>
                  <a:pt x="6617" y="5344"/>
                </a:lnTo>
                <a:lnTo>
                  <a:pt x="6563" y="5372"/>
                </a:lnTo>
                <a:lnTo>
                  <a:pt x="6507" y="5397"/>
                </a:lnTo>
                <a:lnTo>
                  <a:pt x="6478" y="5410"/>
                </a:lnTo>
                <a:lnTo>
                  <a:pt x="6449" y="5422"/>
                </a:lnTo>
                <a:lnTo>
                  <a:pt x="6392" y="5446"/>
                </a:lnTo>
                <a:lnTo>
                  <a:pt x="6331" y="5469"/>
                </a:lnTo>
                <a:lnTo>
                  <a:pt x="6301" y="5480"/>
                </a:lnTo>
                <a:lnTo>
                  <a:pt x="6271" y="5491"/>
                </a:lnTo>
                <a:lnTo>
                  <a:pt x="6241" y="5501"/>
                </a:lnTo>
                <a:lnTo>
                  <a:pt x="6210" y="5511"/>
                </a:lnTo>
                <a:lnTo>
                  <a:pt x="6147" y="5531"/>
                </a:lnTo>
                <a:lnTo>
                  <a:pt x="6084" y="5550"/>
                </a:lnTo>
                <a:lnTo>
                  <a:pt x="6019" y="5567"/>
                </a:lnTo>
                <a:lnTo>
                  <a:pt x="5952" y="5583"/>
                </a:lnTo>
                <a:lnTo>
                  <a:pt x="5885" y="5599"/>
                </a:lnTo>
                <a:lnTo>
                  <a:pt x="5851" y="5606"/>
                </a:lnTo>
                <a:lnTo>
                  <a:pt x="5816" y="5613"/>
                </a:lnTo>
                <a:lnTo>
                  <a:pt x="5746" y="5627"/>
                </a:lnTo>
                <a:lnTo>
                  <a:pt x="5677" y="5640"/>
                </a:lnTo>
                <a:lnTo>
                  <a:pt x="5606" y="5651"/>
                </a:lnTo>
                <a:lnTo>
                  <a:pt x="5533" y="5661"/>
                </a:lnTo>
                <a:lnTo>
                  <a:pt x="5460" y="5670"/>
                </a:lnTo>
                <a:lnTo>
                  <a:pt x="5423" y="5675"/>
                </a:lnTo>
                <a:lnTo>
                  <a:pt x="5385" y="5678"/>
                </a:lnTo>
                <a:lnTo>
                  <a:pt x="5310" y="5686"/>
                </a:lnTo>
                <a:lnTo>
                  <a:pt x="5234" y="5692"/>
                </a:lnTo>
                <a:lnTo>
                  <a:pt x="5157" y="5696"/>
                </a:lnTo>
                <a:lnTo>
                  <a:pt x="5078" y="5700"/>
                </a:lnTo>
                <a:lnTo>
                  <a:pt x="5039" y="5701"/>
                </a:lnTo>
                <a:lnTo>
                  <a:pt x="4999" y="5702"/>
                </a:lnTo>
                <a:lnTo>
                  <a:pt x="4920" y="5705"/>
                </a:lnTo>
                <a:lnTo>
                  <a:pt x="4839" y="5705"/>
                </a:lnTo>
                <a:lnTo>
                  <a:pt x="4775" y="5705"/>
                </a:lnTo>
                <a:lnTo>
                  <a:pt x="4708" y="5704"/>
                </a:lnTo>
                <a:lnTo>
                  <a:pt x="4635" y="5701"/>
                </a:lnTo>
                <a:lnTo>
                  <a:pt x="4560" y="5698"/>
                </a:lnTo>
                <a:lnTo>
                  <a:pt x="4479" y="5694"/>
                </a:lnTo>
                <a:lnTo>
                  <a:pt x="4395" y="5688"/>
                </a:lnTo>
                <a:lnTo>
                  <a:pt x="4307" y="5681"/>
                </a:lnTo>
                <a:lnTo>
                  <a:pt x="4215" y="5671"/>
                </a:lnTo>
                <a:lnTo>
                  <a:pt x="4168" y="5666"/>
                </a:lnTo>
                <a:lnTo>
                  <a:pt x="4120" y="5661"/>
                </a:lnTo>
                <a:lnTo>
                  <a:pt x="4072" y="5655"/>
                </a:lnTo>
                <a:lnTo>
                  <a:pt x="4023" y="5648"/>
                </a:lnTo>
                <a:lnTo>
                  <a:pt x="3920" y="5635"/>
                </a:lnTo>
                <a:lnTo>
                  <a:pt x="3869" y="5627"/>
                </a:lnTo>
                <a:lnTo>
                  <a:pt x="3816" y="5618"/>
                </a:lnTo>
                <a:lnTo>
                  <a:pt x="3763" y="5609"/>
                </a:lnTo>
                <a:lnTo>
                  <a:pt x="3709" y="5599"/>
                </a:lnTo>
                <a:lnTo>
                  <a:pt x="3653" y="5589"/>
                </a:lnTo>
                <a:lnTo>
                  <a:pt x="3598" y="5579"/>
                </a:lnTo>
                <a:lnTo>
                  <a:pt x="3541" y="5568"/>
                </a:lnTo>
                <a:lnTo>
                  <a:pt x="3485" y="5556"/>
                </a:lnTo>
                <a:lnTo>
                  <a:pt x="3427" y="5543"/>
                </a:lnTo>
                <a:lnTo>
                  <a:pt x="3369" y="5529"/>
                </a:lnTo>
                <a:lnTo>
                  <a:pt x="3262" y="5504"/>
                </a:lnTo>
                <a:lnTo>
                  <a:pt x="3210" y="5491"/>
                </a:lnTo>
                <a:lnTo>
                  <a:pt x="3157" y="5476"/>
                </a:lnTo>
                <a:lnTo>
                  <a:pt x="3106" y="5463"/>
                </a:lnTo>
                <a:lnTo>
                  <a:pt x="3054" y="5449"/>
                </a:lnTo>
                <a:lnTo>
                  <a:pt x="3003" y="5433"/>
                </a:lnTo>
                <a:lnTo>
                  <a:pt x="2951" y="5419"/>
                </a:lnTo>
                <a:lnTo>
                  <a:pt x="2850" y="5388"/>
                </a:lnTo>
                <a:lnTo>
                  <a:pt x="2752" y="5354"/>
                </a:lnTo>
                <a:lnTo>
                  <a:pt x="2702" y="5337"/>
                </a:lnTo>
                <a:lnTo>
                  <a:pt x="2653" y="5320"/>
                </a:lnTo>
                <a:lnTo>
                  <a:pt x="2605" y="5302"/>
                </a:lnTo>
                <a:lnTo>
                  <a:pt x="2555" y="5284"/>
                </a:lnTo>
                <a:lnTo>
                  <a:pt x="2509" y="5266"/>
                </a:lnTo>
                <a:lnTo>
                  <a:pt x="2460" y="5247"/>
                </a:lnTo>
                <a:lnTo>
                  <a:pt x="2366" y="5209"/>
                </a:lnTo>
                <a:lnTo>
                  <a:pt x="2274" y="5169"/>
                </a:lnTo>
                <a:lnTo>
                  <a:pt x="2182" y="5128"/>
                </a:lnTo>
                <a:lnTo>
                  <a:pt x="2138" y="5106"/>
                </a:lnTo>
                <a:lnTo>
                  <a:pt x="2093" y="5085"/>
                </a:lnTo>
                <a:lnTo>
                  <a:pt x="2049" y="5063"/>
                </a:lnTo>
                <a:lnTo>
                  <a:pt x="2004" y="5040"/>
                </a:lnTo>
                <a:lnTo>
                  <a:pt x="1918" y="4996"/>
                </a:lnTo>
                <a:lnTo>
                  <a:pt x="1875" y="4972"/>
                </a:lnTo>
                <a:lnTo>
                  <a:pt x="1832" y="4949"/>
                </a:lnTo>
                <a:lnTo>
                  <a:pt x="1830" y="4985"/>
                </a:lnTo>
                <a:lnTo>
                  <a:pt x="1827" y="5021"/>
                </a:lnTo>
                <a:lnTo>
                  <a:pt x="1824" y="5093"/>
                </a:lnTo>
                <a:lnTo>
                  <a:pt x="1821" y="5167"/>
                </a:lnTo>
                <a:lnTo>
                  <a:pt x="1820" y="5239"/>
                </a:lnTo>
                <a:lnTo>
                  <a:pt x="1821" y="5317"/>
                </a:lnTo>
                <a:lnTo>
                  <a:pt x="1824" y="5394"/>
                </a:lnTo>
                <a:lnTo>
                  <a:pt x="1827" y="5472"/>
                </a:lnTo>
                <a:lnTo>
                  <a:pt x="1833" y="5549"/>
                </a:lnTo>
                <a:lnTo>
                  <a:pt x="1840" y="5627"/>
                </a:lnTo>
                <a:lnTo>
                  <a:pt x="1849" y="5704"/>
                </a:lnTo>
                <a:lnTo>
                  <a:pt x="1860" y="5780"/>
                </a:lnTo>
                <a:lnTo>
                  <a:pt x="1872" y="5857"/>
                </a:lnTo>
                <a:lnTo>
                  <a:pt x="1885" y="5934"/>
                </a:lnTo>
                <a:lnTo>
                  <a:pt x="1901" y="6010"/>
                </a:lnTo>
                <a:lnTo>
                  <a:pt x="1919" y="6086"/>
                </a:lnTo>
                <a:lnTo>
                  <a:pt x="1937" y="6161"/>
                </a:lnTo>
                <a:lnTo>
                  <a:pt x="1957" y="6236"/>
                </a:lnTo>
                <a:lnTo>
                  <a:pt x="1980" y="6310"/>
                </a:lnTo>
                <a:lnTo>
                  <a:pt x="2003" y="6383"/>
                </a:lnTo>
                <a:lnTo>
                  <a:pt x="2029" y="6457"/>
                </a:lnTo>
                <a:lnTo>
                  <a:pt x="2056" y="6530"/>
                </a:lnTo>
                <a:lnTo>
                  <a:pt x="2085" y="6602"/>
                </a:lnTo>
                <a:lnTo>
                  <a:pt x="2116" y="6673"/>
                </a:lnTo>
                <a:lnTo>
                  <a:pt x="2147" y="6744"/>
                </a:lnTo>
                <a:lnTo>
                  <a:pt x="2182" y="6814"/>
                </a:lnTo>
                <a:lnTo>
                  <a:pt x="2217" y="6883"/>
                </a:lnTo>
                <a:lnTo>
                  <a:pt x="2256" y="6952"/>
                </a:lnTo>
                <a:lnTo>
                  <a:pt x="2294" y="7019"/>
                </a:lnTo>
                <a:lnTo>
                  <a:pt x="2335" y="7085"/>
                </a:lnTo>
                <a:lnTo>
                  <a:pt x="2379" y="7151"/>
                </a:lnTo>
                <a:lnTo>
                  <a:pt x="2423" y="7216"/>
                </a:lnTo>
                <a:lnTo>
                  <a:pt x="2469" y="7280"/>
                </a:lnTo>
                <a:lnTo>
                  <a:pt x="2517" y="7342"/>
                </a:lnTo>
                <a:lnTo>
                  <a:pt x="2566" y="7403"/>
                </a:lnTo>
                <a:lnTo>
                  <a:pt x="2618" y="7463"/>
                </a:lnTo>
                <a:lnTo>
                  <a:pt x="2671" y="7524"/>
                </a:lnTo>
                <a:lnTo>
                  <a:pt x="2726" y="7581"/>
                </a:lnTo>
                <a:lnTo>
                  <a:pt x="2783" y="7638"/>
                </a:lnTo>
                <a:lnTo>
                  <a:pt x="2842" y="7693"/>
                </a:lnTo>
                <a:lnTo>
                  <a:pt x="2902" y="7747"/>
                </a:lnTo>
                <a:lnTo>
                  <a:pt x="2965" y="7800"/>
                </a:lnTo>
                <a:lnTo>
                  <a:pt x="3029" y="7852"/>
                </a:lnTo>
                <a:lnTo>
                  <a:pt x="3095" y="7901"/>
                </a:lnTo>
                <a:lnTo>
                  <a:pt x="3162" y="7949"/>
                </a:lnTo>
                <a:lnTo>
                  <a:pt x="3232" y="7996"/>
                </a:lnTo>
                <a:lnTo>
                  <a:pt x="3304" y="8041"/>
                </a:lnTo>
                <a:lnTo>
                  <a:pt x="3376" y="8086"/>
                </a:lnTo>
                <a:lnTo>
                  <a:pt x="3452" y="8128"/>
                </a:lnTo>
                <a:lnTo>
                  <a:pt x="3529" y="8167"/>
                </a:lnTo>
                <a:lnTo>
                  <a:pt x="3608" y="8206"/>
                </a:lnTo>
                <a:lnTo>
                  <a:pt x="3688" y="8243"/>
                </a:lnTo>
                <a:lnTo>
                  <a:pt x="3771" y="8278"/>
                </a:lnTo>
                <a:lnTo>
                  <a:pt x="3855" y="8312"/>
                </a:lnTo>
                <a:lnTo>
                  <a:pt x="3942" y="8343"/>
                </a:lnTo>
                <a:lnTo>
                  <a:pt x="4030" y="8373"/>
                </a:lnTo>
                <a:lnTo>
                  <a:pt x="4120" y="8401"/>
                </a:lnTo>
                <a:lnTo>
                  <a:pt x="4213" y="8426"/>
                </a:lnTo>
                <a:lnTo>
                  <a:pt x="4307" y="8450"/>
                </a:lnTo>
                <a:lnTo>
                  <a:pt x="4403" y="8471"/>
                </a:lnTo>
                <a:lnTo>
                  <a:pt x="4501" y="8491"/>
                </a:lnTo>
                <a:lnTo>
                  <a:pt x="4601" y="8507"/>
                </a:lnTo>
                <a:lnTo>
                  <a:pt x="4702" y="8523"/>
                </a:lnTo>
                <a:lnTo>
                  <a:pt x="4805" y="8535"/>
                </a:lnTo>
                <a:lnTo>
                  <a:pt x="4911" y="8546"/>
                </a:lnTo>
                <a:lnTo>
                  <a:pt x="5018" y="8554"/>
                </a:lnTo>
                <a:lnTo>
                  <a:pt x="5128" y="8560"/>
                </a:lnTo>
                <a:lnTo>
                  <a:pt x="5240" y="8564"/>
                </a:lnTo>
                <a:lnTo>
                  <a:pt x="5353" y="8565"/>
                </a:lnTo>
                <a:lnTo>
                  <a:pt x="5411" y="8565"/>
                </a:lnTo>
                <a:lnTo>
                  <a:pt x="5468" y="8564"/>
                </a:lnTo>
                <a:lnTo>
                  <a:pt x="5584" y="8560"/>
                </a:lnTo>
                <a:lnTo>
                  <a:pt x="5642" y="8558"/>
                </a:lnTo>
                <a:lnTo>
                  <a:pt x="5698" y="8554"/>
                </a:lnTo>
                <a:lnTo>
                  <a:pt x="5756" y="8551"/>
                </a:lnTo>
                <a:lnTo>
                  <a:pt x="5813" y="8546"/>
                </a:lnTo>
                <a:lnTo>
                  <a:pt x="5869" y="8541"/>
                </a:lnTo>
                <a:lnTo>
                  <a:pt x="5926" y="8536"/>
                </a:lnTo>
                <a:lnTo>
                  <a:pt x="5982" y="8529"/>
                </a:lnTo>
                <a:lnTo>
                  <a:pt x="6039" y="8523"/>
                </a:lnTo>
                <a:lnTo>
                  <a:pt x="6094" y="8516"/>
                </a:lnTo>
                <a:lnTo>
                  <a:pt x="6151" y="8507"/>
                </a:lnTo>
                <a:lnTo>
                  <a:pt x="6206" y="8499"/>
                </a:lnTo>
                <a:lnTo>
                  <a:pt x="6262" y="8491"/>
                </a:lnTo>
                <a:lnTo>
                  <a:pt x="6317" y="8481"/>
                </a:lnTo>
                <a:lnTo>
                  <a:pt x="6372" y="8470"/>
                </a:lnTo>
                <a:lnTo>
                  <a:pt x="6428" y="8461"/>
                </a:lnTo>
                <a:lnTo>
                  <a:pt x="6482" y="8449"/>
                </a:lnTo>
                <a:lnTo>
                  <a:pt x="6536" y="8437"/>
                </a:lnTo>
                <a:lnTo>
                  <a:pt x="6590" y="8425"/>
                </a:lnTo>
                <a:lnTo>
                  <a:pt x="6644" y="8413"/>
                </a:lnTo>
                <a:lnTo>
                  <a:pt x="6699" y="8398"/>
                </a:lnTo>
                <a:lnTo>
                  <a:pt x="6752" y="8385"/>
                </a:lnTo>
                <a:lnTo>
                  <a:pt x="6805" y="8370"/>
                </a:lnTo>
                <a:lnTo>
                  <a:pt x="6858" y="8355"/>
                </a:lnTo>
                <a:lnTo>
                  <a:pt x="6910" y="8339"/>
                </a:lnTo>
                <a:lnTo>
                  <a:pt x="6963" y="8324"/>
                </a:lnTo>
                <a:lnTo>
                  <a:pt x="7015" y="8307"/>
                </a:lnTo>
                <a:lnTo>
                  <a:pt x="7067" y="8290"/>
                </a:lnTo>
                <a:lnTo>
                  <a:pt x="7119" y="8272"/>
                </a:lnTo>
                <a:lnTo>
                  <a:pt x="7169" y="8254"/>
                </a:lnTo>
                <a:lnTo>
                  <a:pt x="7221" y="8235"/>
                </a:lnTo>
                <a:lnTo>
                  <a:pt x="7272" y="8216"/>
                </a:lnTo>
                <a:lnTo>
                  <a:pt x="7322" y="8196"/>
                </a:lnTo>
                <a:lnTo>
                  <a:pt x="7371" y="8176"/>
                </a:lnTo>
                <a:lnTo>
                  <a:pt x="7422" y="8154"/>
                </a:lnTo>
                <a:lnTo>
                  <a:pt x="7470" y="8134"/>
                </a:lnTo>
                <a:lnTo>
                  <a:pt x="7520" y="8111"/>
                </a:lnTo>
                <a:lnTo>
                  <a:pt x="7569" y="8089"/>
                </a:lnTo>
                <a:lnTo>
                  <a:pt x="7617" y="8067"/>
                </a:lnTo>
                <a:lnTo>
                  <a:pt x="7665" y="8043"/>
                </a:lnTo>
                <a:lnTo>
                  <a:pt x="7712" y="8020"/>
                </a:lnTo>
                <a:lnTo>
                  <a:pt x="7759" y="7994"/>
                </a:lnTo>
                <a:lnTo>
                  <a:pt x="7806" y="7970"/>
                </a:lnTo>
                <a:lnTo>
                  <a:pt x="7899" y="7919"/>
                </a:lnTo>
                <a:lnTo>
                  <a:pt x="7944" y="7892"/>
                </a:lnTo>
                <a:lnTo>
                  <a:pt x="7990" y="7866"/>
                </a:lnTo>
                <a:lnTo>
                  <a:pt x="8035" y="7838"/>
                </a:lnTo>
                <a:lnTo>
                  <a:pt x="8079" y="7811"/>
                </a:lnTo>
                <a:lnTo>
                  <a:pt x="8124" y="7782"/>
                </a:lnTo>
                <a:lnTo>
                  <a:pt x="8167" y="7753"/>
                </a:lnTo>
                <a:lnTo>
                  <a:pt x="8210" y="7724"/>
                </a:lnTo>
                <a:lnTo>
                  <a:pt x="8253" y="7694"/>
                </a:lnTo>
                <a:lnTo>
                  <a:pt x="8296" y="7664"/>
                </a:lnTo>
                <a:lnTo>
                  <a:pt x="8337" y="7634"/>
                </a:lnTo>
                <a:lnTo>
                  <a:pt x="8379" y="7603"/>
                </a:lnTo>
                <a:lnTo>
                  <a:pt x="8420" y="7572"/>
                </a:lnTo>
                <a:lnTo>
                  <a:pt x="8460" y="7539"/>
                </a:lnTo>
                <a:lnTo>
                  <a:pt x="8501" y="7507"/>
                </a:lnTo>
                <a:lnTo>
                  <a:pt x="8540" y="7473"/>
                </a:lnTo>
                <a:lnTo>
                  <a:pt x="8579" y="7441"/>
                </a:lnTo>
                <a:lnTo>
                  <a:pt x="8579" y="7542"/>
                </a:lnTo>
                <a:lnTo>
                  <a:pt x="8548" y="7567"/>
                </a:lnTo>
                <a:lnTo>
                  <a:pt x="8515" y="7593"/>
                </a:lnTo>
                <a:lnTo>
                  <a:pt x="8483" y="7620"/>
                </a:lnTo>
                <a:lnTo>
                  <a:pt x="8450" y="7645"/>
                </a:lnTo>
                <a:lnTo>
                  <a:pt x="8383" y="7695"/>
                </a:lnTo>
                <a:lnTo>
                  <a:pt x="8315" y="7745"/>
                </a:lnTo>
                <a:lnTo>
                  <a:pt x="8280" y="7769"/>
                </a:lnTo>
                <a:lnTo>
                  <a:pt x="8245" y="7793"/>
                </a:lnTo>
                <a:lnTo>
                  <a:pt x="8176" y="7840"/>
                </a:lnTo>
                <a:lnTo>
                  <a:pt x="8105" y="7885"/>
                </a:lnTo>
                <a:lnTo>
                  <a:pt x="8031" y="7931"/>
                </a:lnTo>
                <a:lnTo>
                  <a:pt x="7958" y="7974"/>
                </a:lnTo>
                <a:lnTo>
                  <a:pt x="7920" y="7996"/>
                </a:lnTo>
                <a:lnTo>
                  <a:pt x="7883" y="8016"/>
                </a:lnTo>
                <a:lnTo>
                  <a:pt x="7807" y="8057"/>
                </a:lnTo>
                <a:lnTo>
                  <a:pt x="7770" y="8077"/>
                </a:lnTo>
                <a:lnTo>
                  <a:pt x="7731" y="8097"/>
                </a:lnTo>
                <a:lnTo>
                  <a:pt x="7653" y="8135"/>
                </a:lnTo>
                <a:lnTo>
                  <a:pt x="7615" y="8154"/>
                </a:lnTo>
                <a:lnTo>
                  <a:pt x="7575" y="8172"/>
                </a:lnTo>
                <a:lnTo>
                  <a:pt x="7497" y="8208"/>
                </a:lnTo>
                <a:lnTo>
                  <a:pt x="7456" y="8225"/>
                </a:lnTo>
                <a:lnTo>
                  <a:pt x="7416" y="8242"/>
                </a:lnTo>
                <a:lnTo>
                  <a:pt x="7357" y="8267"/>
                </a:lnTo>
                <a:lnTo>
                  <a:pt x="7297" y="8291"/>
                </a:lnTo>
                <a:lnTo>
                  <a:pt x="7237" y="8314"/>
                </a:lnTo>
                <a:lnTo>
                  <a:pt x="7175" y="8336"/>
                </a:lnTo>
                <a:lnTo>
                  <a:pt x="7115" y="8357"/>
                </a:lnTo>
                <a:lnTo>
                  <a:pt x="7054" y="8378"/>
                </a:lnTo>
                <a:lnTo>
                  <a:pt x="7022" y="8387"/>
                </a:lnTo>
                <a:lnTo>
                  <a:pt x="6992" y="8398"/>
                </a:lnTo>
                <a:lnTo>
                  <a:pt x="6930" y="8417"/>
                </a:lnTo>
                <a:lnTo>
                  <a:pt x="6868" y="8435"/>
                </a:lnTo>
                <a:lnTo>
                  <a:pt x="6805" y="8452"/>
                </a:lnTo>
                <a:lnTo>
                  <a:pt x="6742" y="8469"/>
                </a:lnTo>
                <a:lnTo>
                  <a:pt x="6679" y="8486"/>
                </a:lnTo>
                <a:lnTo>
                  <a:pt x="6616" y="8500"/>
                </a:lnTo>
                <a:lnTo>
                  <a:pt x="6552" y="8515"/>
                </a:lnTo>
                <a:lnTo>
                  <a:pt x="6487" y="8529"/>
                </a:lnTo>
                <a:lnTo>
                  <a:pt x="6423" y="8542"/>
                </a:lnTo>
                <a:lnTo>
                  <a:pt x="6358" y="8554"/>
                </a:lnTo>
                <a:lnTo>
                  <a:pt x="6293" y="8565"/>
                </a:lnTo>
                <a:lnTo>
                  <a:pt x="6228" y="8576"/>
                </a:lnTo>
                <a:lnTo>
                  <a:pt x="6162" y="8586"/>
                </a:lnTo>
                <a:lnTo>
                  <a:pt x="6096" y="8595"/>
                </a:lnTo>
                <a:lnTo>
                  <a:pt x="6029" y="8602"/>
                </a:lnTo>
                <a:lnTo>
                  <a:pt x="5963" y="8611"/>
                </a:lnTo>
                <a:lnTo>
                  <a:pt x="5897" y="8617"/>
                </a:lnTo>
                <a:lnTo>
                  <a:pt x="5830" y="8623"/>
                </a:lnTo>
                <a:lnTo>
                  <a:pt x="5762" y="8628"/>
                </a:lnTo>
                <a:lnTo>
                  <a:pt x="5695" y="8632"/>
                </a:lnTo>
                <a:lnTo>
                  <a:pt x="5627" y="8636"/>
                </a:lnTo>
                <a:lnTo>
                  <a:pt x="5559" y="8638"/>
                </a:lnTo>
                <a:lnTo>
                  <a:pt x="5490" y="8641"/>
                </a:lnTo>
                <a:lnTo>
                  <a:pt x="5421" y="8642"/>
                </a:lnTo>
                <a:lnTo>
                  <a:pt x="5353" y="86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FA7C1-ECDD-B623-C64B-24EDE63D62CD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13531" y="548680"/>
            <a:ext cx="1938053" cy="288032"/>
          </a:xfrm>
          <a:prstGeom prst="rect">
            <a:avLst/>
          </a:prstGeo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Publicity: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20CCB99-549A-93A4-C109-41EACD2E6EB9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20D460E-844E-A2A6-F08F-A1E282A0174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67185BD-4B68-0898-75E9-D98C8464B2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8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8D9D22A-5AA2-D628-9692-B4F5516FCBDA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B49E8C9F-5646-491C-841B-CC4A9A3ABFDB}" type="datetime1">
              <a:rPr lang="en-GB" smtClean="0"/>
              <a:t>13/01/2026</a:t>
            </a:fld>
            <a:endParaRPr lang="en-US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D97C249-8F63-43AC-EBF2-70C36717A6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1BC985A-31F3-88E8-F5E9-2FB7B3D231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20F798C6-1CAF-D988-F489-6E7F8CC6652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0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8416427B-A203-48F3-BC92-B2EDA375B405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2F55353-BA50-9FFF-F390-B36565096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9B74F27-98DA-1175-73B0-07A613F566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66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2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B3F6A11-7BC9-AC65-ECAF-A7CFB30FA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26A73FC-C70D-4FCE-A073-C9B0F0530168}" type="datetime1">
              <a:rPr lang="en-GB" smtClean="0"/>
              <a:t>13/01/2026</a:t>
            </a:fld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83C8E16-F9CA-3CC6-602F-4F9EA3F3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3DFF0C7-64C5-C66A-79AA-31E16C9518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ADCBECE-9494-5259-9761-E354CF02D0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9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icture 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87F4673-B034-3E2B-BE02-3A2BA2DFE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D8ABC-AE3B-22A7-B08B-4B34063BA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543997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1276E0ED-6619-4A89-3341-F48738B89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543997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455A5-404D-B1AC-48D7-67F7CA8D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08B4865-ED02-0E14-B4E8-70CAB09E5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noFill/>
              </a:defRPr>
            </a:lvl1pPr>
          </a:lstStyle>
          <a:p>
            <a:fld id="{41351563-0603-462A-9DB3-5004CC4DEE58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797A324-22E9-4388-57E1-DB419369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1920" y="6093296"/>
            <a:ext cx="1353600" cy="432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2CD35A64-E1C9-13D9-F5D9-C481DF5C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1088" y="404813"/>
            <a:ext cx="3600450" cy="43189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Presenter Name, Title</a:t>
            </a:r>
          </a:p>
          <a:p>
            <a:pPr lvl="1"/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CF2E3D5-4928-9D89-B2FA-A39AFBB371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404665"/>
            <a:ext cx="1943596" cy="144016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00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7BE7D-2A64-4727-8AE2-D1553F868112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8288" indent="-268288">
              <a:buFont typeface="+mj-lt"/>
              <a:buAutoNum type="arabicPeriod"/>
              <a:defRPr/>
            </a:lvl1pPr>
            <a:lvl2pPr marL="447675" indent="-179388">
              <a:buFont typeface="Arial" panose="020B0604020202020204" pitchFamily="34" charset="0"/>
              <a:buChar char="•"/>
              <a:defRPr/>
            </a:lvl2pPr>
            <a:lvl3pPr marL="715963" indent="-179388">
              <a:buFont typeface="Calibri" panose="020F0502020204030204" pitchFamily="34" charset="0"/>
              <a:buChar char="–"/>
              <a:defRPr/>
            </a:lvl3pPr>
            <a:lvl4pPr marL="984250" indent="-179388">
              <a:buFont typeface="Arial" panose="020B0604020202020204" pitchFamily="34" charset="0"/>
              <a:buChar char="•"/>
              <a:defRPr/>
            </a:lvl4pPr>
            <a:lvl5pPr marL="1252538" indent="-179388">
              <a:buFont typeface="Calibri" panose="020F0502020204030204" pitchFamily="34" charset="0"/>
              <a:buChar char="–"/>
              <a:defRPr/>
            </a:lvl5pPr>
            <a:lvl6pPr marL="1520825" indent="-179388">
              <a:buFont typeface="Arial" panose="020B0604020202020204" pitchFamily="34" charset="0"/>
              <a:buChar char="•"/>
              <a:defRPr/>
            </a:lvl6pPr>
            <a:lvl7pPr marL="1789113" indent="-179388">
              <a:buFont typeface="Calibri" panose="020F0502020204030204" pitchFamily="34" charset="0"/>
              <a:buChar char="–"/>
              <a:defRPr/>
            </a:lvl7pPr>
            <a:lvl8pPr marL="2057400" indent="-179388">
              <a:buFont typeface="Arial" panose="020B0604020202020204" pitchFamily="34" charset="0"/>
              <a:buChar char="•"/>
              <a:defRPr/>
            </a:lvl8pPr>
            <a:lvl9pPr marL="2335213" indent="-177800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66B43-6928-410F-811D-D13F039A520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8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>
            <a:lvl1pPr marL="268288" indent="-268288">
              <a:buFont typeface="+mj-lt"/>
              <a:buAutoNum type="arabicPeriod"/>
              <a:defRPr>
                <a:solidFill>
                  <a:schemeClr val="accent2"/>
                </a:solidFill>
              </a:defRPr>
            </a:lvl1pPr>
            <a:lvl2pPr marL="44767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1596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3pPr>
            <a:lvl4pPr marL="984250" indent="-179388">
              <a:buFont typeface="Arial" panose="020B0604020202020204" pitchFamily="34" charset="0"/>
              <a:buChar char="•"/>
              <a:tabLst/>
              <a:defRPr>
                <a:solidFill>
                  <a:schemeClr val="accent2"/>
                </a:solidFill>
              </a:defRPr>
            </a:lvl4pPr>
            <a:lvl5pPr marL="1252538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5pPr>
            <a:lvl6pPr marL="1520825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6pPr>
            <a:lvl7pPr marL="1789113" indent="-179388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7pPr>
            <a:lvl8pPr marL="2057400" indent="-1793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8pPr>
            <a:lvl9pPr marL="2335213" indent="-177800">
              <a:buFont typeface="Calibri" panose="020F0502020204030204" pitchFamily="34" charset="0"/>
              <a:buChar char="–"/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reeform: Shape 1">
            <a:extLst>
              <a:ext uri="{FF2B5EF4-FFF2-40B4-BE49-F238E27FC236}">
                <a16:creationId xmlns:a16="http://schemas.microsoft.com/office/drawing/2014/main" id="{9C58EA8B-ACDA-933A-4903-9A6A50FE1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7AA1469A-0BE5-42E3-9C7A-0389D4D97B96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4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532699-F5B0-49DC-BA80-4179BADBC24A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2977A456-78E2-CEB0-1257-C6DFEE95F5F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41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82BF00E-A6FB-43B8-8B8A-3D59F30BF46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3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DF4B1C-A3C0-43D6-B0CB-878D41C15B97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5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1137602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9E4A1B-6D24-4FBD-B14F-35DFA4EE1079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0DDDFDA-9336-28EC-39E4-61993FF7F02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6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6CE5A05-CBAA-48E5-A6F3-24883A8112A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911DE822-128D-27B7-C9BD-43565E55930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905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7511D-2DA5-4D5F-A378-CF6EDF5D3D5E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7258ED9-C04C-0818-3930-5A1B42BBD7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81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5F973D-E93C-4040-86C0-3C18F8C873AA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1D33BC51-E685-20DD-0FC8-F4FA01B8DB6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04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68DC51-AEA2-4810-9818-B5B072A3E550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F70D35E5-52A5-0358-388D-4D5C4C92D18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9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A05AF7-8DCD-46B5-85FF-13DE9279E052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1647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 6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5255965" cy="1008112"/>
          </a:xfrm>
        </p:spPr>
        <p:txBody>
          <a:bodyPr anchor="b"/>
          <a:lstStyle>
            <a:lvl1pPr algn="l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3789362"/>
            <a:ext cx="5255965" cy="1468437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B0E24B-48A9-4BA8-B428-36873B7C2E91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DC33517-0573-85B9-DCFD-4930E0AA4C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61384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51058499-238A-41A6-A982-A2E637D89E4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662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B7CEDBB6-341B-4A57-AAE1-8D0FE6BF18B3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2092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3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233EBBE3-0001-4638-A5E9-8B0155215919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17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ide Picture 4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86D4595-9055-7FBE-13EA-435BADBDCF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36912"/>
            <a:ext cx="12192000" cy="4221088"/>
          </a:xfrm>
          <a:custGeom>
            <a:avLst/>
            <a:gdLst>
              <a:gd name="connsiteX0" fmla="*/ 375058 w 12192000"/>
              <a:gd name="connsiteY0" fmla="*/ 0 h 4221088"/>
              <a:gd name="connsiteX1" fmla="*/ 11816942 w 12192000"/>
              <a:gd name="connsiteY1" fmla="*/ 0 h 4221088"/>
              <a:gd name="connsiteX2" fmla="*/ 12192000 w 12192000"/>
              <a:gd name="connsiteY2" fmla="*/ 375058 h 4221088"/>
              <a:gd name="connsiteX3" fmla="*/ 12192000 w 12192000"/>
              <a:gd name="connsiteY3" fmla="*/ 4221088 h 4221088"/>
              <a:gd name="connsiteX4" fmla="*/ 0 w 12192000"/>
              <a:gd name="connsiteY4" fmla="*/ 4221088 h 4221088"/>
              <a:gd name="connsiteX5" fmla="*/ 0 w 12192000"/>
              <a:gd name="connsiteY5" fmla="*/ 375058 h 4221088"/>
              <a:gd name="connsiteX6" fmla="*/ 375058 w 12192000"/>
              <a:gd name="connsiteY6" fmla="*/ 0 h 4221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221088">
                <a:moveTo>
                  <a:pt x="375058" y="0"/>
                </a:moveTo>
                <a:lnTo>
                  <a:pt x="11816942" y="0"/>
                </a:lnTo>
                <a:cubicBezTo>
                  <a:pt x="12024081" y="0"/>
                  <a:pt x="12192000" y="167919"/>
                  <a:pt x="12192000" y="375058"/>
                </a:cubicBezTo>
                <a:lnTo>
                  <a:pt x="12192000" y="4221088"/>
                </a:lnTo>
                <a:lnTo>
                  <a:pt x="0" y="4221088"/>
                </a:lnTo>
                <a:lnTo>
                  <a:pt x="0" y="375058"/>
                </a:lnTo>
                <a:cubicBezTo>
                  <a:pt x="0" y="167919"/>
                  <a:pt x="167919" y="0"/>
                  <a:pt x="375058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548680"/>
            <a:ext cx="11376025" cy="862129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7" y="1484785"/>
            <a:ext cx="11376025" cy="792088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69D83A4-6386-42EB-966B-65AF8238673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1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7CD0-1E99-4DDE-ACBF-6174EAC3B02C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93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D0E2-F806-F776-A1C8-B39BD50A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82F3336B-8F98-08A4-184A-376C3902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8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01162F-FE38-D5F3-015D-34767014A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0016" y="1700213"/>
            <a:ext cx="5543996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97656-5CA7-8C14-4470-A8C63121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3D96-ADBE-4ABD-96F7-94EF31C3279A}" type="datetime1">
              <a:rPr lang="en-GB" smtClean="0"/>
              <a:t>13/01/2026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B2E51-B571-0504-C8D4-B37D413D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03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1BA33B2-EF09-A379-0A70-79449B2B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DDE7C701-C5A3-C832-6F5C-D2FBBA8AA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9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97C023-0DA9-1288-3BEB-4E71918E4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016" y="2348880"/>
            <a:ext cx="5543996" cy="3528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746DD48-3ED3-8347-D919-71740D69C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9" y="1700213"/>
            <a:ext cx="5543995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2D104BF-EBF4-2BC4-44F8-308F5E9F9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016" y="1700213"/>
            <a:ext cx="5543996" cy="648667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CA9BD-4B37-7EA1-F841-EF8F81B0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0F9C-75F5-4A13-8C98-836D5B91F38B}" type="datetime1">
              <a:rPr lang="en-GB" smtClean="0"/>
              <a:t>13/01/2026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E53192-6F03-1E61-2C20-5B526ACA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399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reeform: Shape 1">
            <a:extLst>
              <a:ext uri="{FF2B5EF4-FFF2-40B4-BE49-F238E27FC236}">
                <a16:creationId xmlns:a16="http://schemas.microsoft.com/office/drawing/2014/main" id="{E194B316-9FE0-816B-2879-ACF1E32976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9" y="0"/>
            <a:ext cx="6096000" cy="6858001"/>
          </a:xfrm>
          <a:custGeom>
            <a:avLst/>
            <a:gdLst>
              <a:gd name="connsiteX0" fmla="*/ 3312368 w 6096000"/>
              <a:gd name="connsiteY0" fmla="*/ 0 h 6858001"/>
              <a:gd name="connsiteX1" fmla="*/ 6096000 w 6096000"/>
              <a:gd name="connsiteY1" fmla="*/ 0 h 6858001"/>
              <a:gd name="connsiteX2" fmla="*/ 6096000 w 6096000"/>
              <a:gd name="connsiteY2" fmla="*/ 6857999 h 6858001"/>
              <a:gd name="connsiteX3" fmla="*/ 5734347 w 6096000"/>
              <a:gd name="connsiteY3" fmla="*/ 6857999 h 6858001"/>
              <a:gd name="connsiteX4" fmla="*/ 5734324 w 6096000"/>
              <a:gd name="connsiteY4" fmla="*/ 6858001 h 6858001"/>
              <a:gd name="connsiteX5" fmla="*/ 361676 w 6096000"/>
              <a:gd name="connsiteY5" fmla="*/ 6858001 h 6858001"/>
              <a:gd name="connsiteX6" fmla="*/ 0 w 6096000"/>
              <a:gd name="connsiteY6" fmla="*/ 6496325 h 6858001"/>
              <a:gd name="connsiteX7" fmla="*/ 0 w 6096000"/>
              <a:gd name="connsiteY7" fmla="*/ 361677 h 6858001"/>
              <a:gd name="connsiteX8" fmla="*/ 288786 w 6096000"/>
              <a:gd name="connsiteY8" fmla="*/ 7349 h 6858001"/>
              <a:gd name="connsiteX9" fmla="*/ 361666 w 6096000"/>
              <a:gd name="connsiteY9" fmla="*/ 2 h 6858001"/>
              <a:gd name="connsiteX10" fmla="*/ 3312368 w 6096000"/>
              <a:gd name="connsiteY10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1">
                <a:moveTo>
                  <a:pt x="3312368" y="0"/>
                </a:moveTo>
                <a:lnTo>
                  <a:pt x="6096000" y="0"/>
                </a:lnTo>
                <a:lnTo>
                  <a:pt x="6096000" y="6857999"/>
                </a:lnTo>
                <a:lnTo>
                  <a:pt x="5734347" y="6857999"/>
                </a:lnTo>
                <a:lnTo>
                  <a:pt x="5734324" y="6858001"/>
                </a:lnTo>
                <a:lnTo>
                  <a:pt x="361676" y="6858001"/>
                </a:lnTo>
                <a:cubicBezTo>
                  <a:pt x="161928" y="6858001"/>
                  <a:pt x="0" y="6696073"/>
                  <a:pt x="0" y="6496325"/>
                </a:cubicBezTo>
                <a:lnTo>
                  <a:pt x="0" y="361677"/>
                </a:lnTo>
                <a:cubicBezTo>
                  <a:pt x="0" y="186898"/>
                  <a:pt x="123976" y="41074"/>
                  <a:pt x="288786" y="7349"/>
                </a:cubicBezTo>
                <a:lnTo>
                  <a:pt x="361666" y="2"/>
                </a:lnTo>
                <a:lnTo>
                  <a:pt x="3312368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5EFD-F328-42E7-B1AA-E3AC834CE60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925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144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144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reeform: Shape 1">
            <a:extLst>
              <a:ext uri="{FF2B5EF4-FFF2-40B4-BE49-F238E27FC236}">
                <a16:creationId xmlns:a16="http://schemas.microsoft.com/office/drawing/2014/main" id="{9C9B082D-34B2-4E94-4298-7A49B074591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31904" cy="6858001"/>
          </a:xfrm>
          <a:custGeom>
            <a:avLst/>
            <a:gdLst>
              <a:gd name="connsiteX0" fmla="*/ 2084861 w 5231904"/>
              <a:gd name="connsiteY0" fmla="*/ 0 h 6858001"/>
              <a:gd name="connsiteX1" fmla="*/ 2502539 w 5231904"/>
              <a:gd name="connsiteY1" fmla="*/ 0 h 6858001"/>
              <a:gd name="connsiteX2" fmla="*/ 4583832 w 5231904"/>
              <a:gd name="connsiteY2" fmla="*/ 0 h 6858001"/>
              <a:gd name="connsiteX3" fmla="*/ 4864925 w 5231904"/>
              <a:gd name="connsiteY3" fmla="*/ 0 h 6858001"/>
              <a:gd name="connsiteX4" fmla="*/ 5231904 w 5231904"/>
              <a:gd name="connsiteY4" fmla="*/ 366979 h 6858001"/>
              <a:gd name="connsiteX5" fmla="*/ 5231904 w 5231904"/>
              <a:gd name="connsiteY5" fmla="*/ 6491021 h 6858001"/>
              <a:gd name="connsiteX6" fmla="*/ 4864925 w 5231904"/>
              <a:gd name="connsiteY6" fmla="*/ 6858000 h 6858001"/>
              <a:gd name="connsiteX7" fmla="*/ 4259152 w 5231904"/>
              <a:gd name="connsiteY7" fmla="*/ 6858000 h 6858001"/>
              <a:gd name="connsiteX8" fmla="*/ 4259142 w 5231904"/>
              <a:gd name="connsiteY8" fmla="*/ 6858001 h 6858001"/>
              <a:gd name="connsiteX9" fmla="*/ 0 w 5231904"/>
              <a:gd name="connsiteY9" fmla="*/ 6858001 h 6858001"/>
              <a:gd name="connsiteX10" fmla="*/ 0 w 5231904"/>
              <a:gd name="connsiteY10" fmla="*/ 2 h 6858001"/>
              <a:gd name="connsiteX11" fmla="*/ 2084861 w 5231904"/>
              <a:gd name="connsiteY11" fmla="*/ 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31904" h="6858001">
                <a:moveTo>
                  <a:pt x="2084861" y="0"/>
                </a:moveTo>
                <a:lnTo>
                  <a:pt x="2502539" y="0"/>
                </a:lnTo>
                <a:lnTo>
                  <a:pt x="4583832" y="0"/>
                </a:lnTo>
                <a:lnTo>
                  <a:pt x="4864925" y="0"/>
                </a:lnTo>
                <a:cubicBezTo>
                  <a:pt x="5067602" y="0"/>
                  <a:pt x="5231904" y="164302"/>
                  <a:pt x="5231904" y="366979"/>
                </a:cubicBezTo>
                <a:lnTo>
                  <a:pt x="5231904" y="6491021"/>
                </a:lnTo>
                <a:cubicBezTo>
                  <a:pt x="5231904" y="6693698"/>
                  <a:pt x="5067602" y="6858000"/>
                  <a:pt x="4864925" y="6858000"/>
                </a:cubicBezTo>
                <a:lnTo>
                  <a:pt x="4259152" y="6858000"/>
                </a:lnTo>
                <a:lnTo>
                  <a:pt x="4259142" y="6858001"/>
                </a:lnTo>
                <a:lnTo>
                  <a:pt x="0" y="6858001"/>
                </a:lnTo>
                <a:lnTo>
                  <a:pt x="0" y="2"/>
                </a:lnTo>
                <a:lnTo>
                  <a:pt x="2084861" y="2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38F45-8162-45C2-8F6C-83D9337C7F25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11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2C01A-82D7-48B0-E895-A0FE448392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988" y="1700214"/>
            <a:ext cx="5688012" cy="3525539"/>
          </a:xfrm>
          <a:custGeom>
            <a:avLst/>
            <a:gdLst>
              <a:gd name="connsiteX0" fmla="*/ 342787 w 5688012"/>
              <a:gd name="connsiteY0" fmla="*/ 0 h 3525539"/>
              <a:gd name="connsiteX1" fmla="*/ 5688012 w 5688012"/>
              <a:gd name="connsiteY1" fmla="*/ 0 h 3525539"/>
              <a:gd name="connsiteX2" fmla="*/ 5688012 w 5688012"/>
              <a:gd name="connsiteY2" fmla="*/ 3525539 h 3525539"/>
              <a:gd name="connsiteX3" fmla="*/ 342787 w 5688012"/>
              <a:gd name="connsiteY3" fmla="*/ 3525539 h 3525539"/>
              <a:gd name="connsiteX4" fmla="*/ 26937 w 5688012"/>
              <a:gd name="connsiteY4" fmla="*/ 3316180 h 3525539"/>
              <a:gd name="connsiteX5" fmla="*/ 0 w 5688012"/>
              <a:gd name="connsiteY5" fmla="*/ 3182756 h 3525539"/>
              <a:gd name="connsiteX6" fmla="*/ 0 w 5688012"/>
              <a:gd name="connsiteY6" fmla="*/ 342783 h 3525539"/>
              <a:gd name="connsiteX7" fmla="*/ 26937 w 5688012"/>
              <a:gd name="connsiteY7" fmla="*/ 209359 h 3525539"/>
              <a:gd name="connsiteX8" fmla="*/ 342787 w 5688012"/>
              <a:gd name="connsiteY8" fmla="*/ 0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88012" h="3525539">
                <a:moveTo>
                  <a:pt x="342787" y="0"/>
                </a:moveTo>
                <a:lnTo>
                  <a:pt x="5688012" y="0"/>
                </a:lnTo>
                <a:lnTo>
                  <a:pt x="5688012" y="3525539"/>
                </a:lnTo>
                <a:lnTo>
                  <a:pt x="342787" y="3525539"/>
                </a:lnTo>
                <a:cubicBezTo>
                  <a:pt x="200799" y="3525539"/>
                  <a:pt x="78975" y="3439212"/>
                  <a:pt x="26937" y="3316180"/>
                </a:cubicBezTo>
                <a:lnTo>
                  <a:pt x="0" y="3182756"/>
                </a:lnTo>
                <a:lnTo>
                  <a:pt x="0" y="342783"/>
                </a:lnTo>
                <a:lnTo>
                  <a:pt x="26937" y="209359"/>
                </a:lnTo>
                <a:cubicBezTo>
                  <a:pt x="78975" y="86328"/>
                  <a:pt x="200799" y="0"/>
                  <a:pt x="342787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0E165CE-327A-8B25-C00B-A24596D6817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00214"/>
            <a:ext cx="5688012" cy="3525539"/>
          </a:xfrm>
          <a:custGeom>
            <a:avLst/>
            <a:gdLst>
              <a:gd name="connsiteX0" fmla="*/ 0 w 5688012"/>
              <a:gd name="connsiteY0" fmla="*/ 0 h 3525539"/>
              <a:gd name="connsiteX1" fmla="*/ 5345224 w 5688012"/>
              <a:gd name="connsiteY1" fmla="*/ 0 h 3525539"/>
              <a:gd name="connsiteX2" fmla="*/ 5688012 w 5688012"/>
              <a:gd name="connsiteY2" fmla="*/ 342788 h 3525539"/>
              <a:gd name="connsiteX3" fmla="*/ 5688012 w 5688012"/>
              <a:gd name="connsiteY3" fmla="*/ 3182751 h 3525539"/>
              <a:gd name="connsiteX4" fmla="*/ 5345224 w 5688012"/>
              <a:gd name="connsiteY4" fmla="*/ 3525539 h 3525539"/>
              <a:gd name="connsiteX5" fmla="*/ 0 w 5688012"/>
              <a:gd name="connsiteY5" fmla="*/ 3525539 h 352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88012" h="3525539">
                <a:moveTo>
                  <a:pt x="0" y="0"/>
                </a:moveTo>
                <a:lnTo>
                  <a:pt x="5345224" y="0"/>
                </a:lnTo>
                <a:cubicBezTo>
                  <a:pt x="5534541" y="0"/>
                  <a:pt x="5688012" y="153471"/>
                  <a:pt x="5688012" y="342788"/>
                </a:cubicBezTo>
                <a:lnTo>
                  <a:pt x="5688012" y="3182751"/>
                </a:lnTo>
                <a:cubicBezTo>
                  <a:pt x="5688012" y="3372068"/>
                  <a:pt x="5534541" y="3525539"/>
                  <a:pt x="5345224" y="3525539"/>
                </a:cubicBezTo>
                <a:lnTo>
                  <a:pt x="0" y="352553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40015" y="5373216"/>
            <a:ext cx="5543997" cy="50370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/>
            </a:lvl1pPr>
            <a:lvl2pPr marL="0" indent="0">
              <a:spcBef>
                <a:spcPts val="0"/>
              </a:spcBef>
              <a:buFontTx/>
              <a:buNone/>
              <a:defRPr sz="100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1E22-5B0A-4DAB-BAC1-F0DAD83867F2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158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5255965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214"/>
            <a:ext cx="5255965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404813"/>
            <a:ext cx="5688012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83979" y="6309320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BE1FC35E-E119-4123-80E6-AAD38AA23C46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31904" y="6309320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06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48680"/>
            <a:ext cx="5688013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E2B88D3-B00A-38B5-215D-28739C5E1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00214"/>
            <a:ext cx="5688013" cy="4176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50AC0E-23FB-0FAE-CA8B-A63AAA74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988" y="404813"/>
            <a:ext cx="4823916" cy="6048375"/>
          </a:xfrm>
          <a:prstGeom prst="roundRect">
            <a:avLst>
              <a:gd name="adj" fmla="val 6183"/>
            </a:avLst>
          </a:prstGeom>
          <a:noFill/>
        </p:spPr>
        <p:txBody>
          <a:bodyPr lIns="288000" tIns="216000" rIns="288000" bIns="216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F101471-72A5-C8FA-B944-AB98DC55A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5BFCF-39E9-411A-AC74-8EA6383D3B43}" type="datetime1">
              <a:rPr lang="en-GB" smtClean="0"/>
              <a:t>13/01/2026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1A728E-496A-A074-68D1-A7E0D908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93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00EB24C-81FF-2296-82EE-86D1C170A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D1D33A81-0446-FC80-EECA-A1F1D68C772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832E1F1-4A05-3D1C-4B11-0727A28A7C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7988" y="2204864"/>
            <a:ext cx="2735684" cy="1944861"/>
          </a:xfrm>
          <a:prstGeom prst="roundRect">
            <a:avLst/>
          </a:prstGeom>
          <a:solidFill>
            <a:schemeClr val="accent2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0D33741-9526-C450-4D5D-9AF100B594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2204864"/>
            <a:ext cx="2736304" cy="1944861"/>
          </a:xfrm>
          <a:prstGeom prst="roundRect">
            <a:avLst/>
          </a:prstGeom>
          <a:solidFill>
            <a:schemeClr val="accent1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0FD8C88-72D6-1979-3A70-1A93B5F6F6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2204864"/>
            <a:ext cx="2736304" cy="1944861"/>
          </a:xfrm>
          <a:prstGeom prst="roundRect">
            <a:avLst/>
          </a:prstGeom>
          <a:solidFill>
            <a:schemeClr val="accent4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3B868-A1BC-BF15-F0A9-84DCC7C27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48328" y="2204864"/>
            <a:ext cx="2736304" cy="1944861"/>
          </a:xfrm>
          <a:prstGeom prst="roundRect">
            <a:avLst/>
          </a:prstGeom>
          <a:solidFill>
            <a:schemeClr val="accent5"/>
          </a:solidFill>
        </p:spPr>
        <p:txBody>
          <a:bodyPr lIns="216000" tIns="216000" rIns="216000" bIns="216000" anchor="ctr" anchorCtr="0"/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  <a:lvl2pPr marL="0" indent="0">
              <a:spcBef>
                <a:spcPts val="0"/>
              </a:spcBef>
              <a:buFontTx/>
              <a:buNone/>
              <a:defRPr sz="1800"/>
            </a:lvl2pPr>
            <a:lvl3pPr marL="0" indent="0">
              <a:spcBef>
                <a:spcPts val="0"/>
              </a:spcBef>
              <a:buFontTx/>
              <a:buNone/>
              <a:defRPr sz="1800"/>
            </a:lvl3pPr>
            <a:lvl4pPr marL="0" indent="0">
              <a:spcBef>
                <a:spcPts val="0"/>
              </a:spcBef>
              <a:buFontTx/>
              <a:buNone/>
              <a:defRPr sz="1800"/>
            </a:lvl4pPr>
            <a:lvl5pPr marL="0" indent="0">
              <a:spcBef>
                <a:spcPts val="0"/>
              </a:spcBef>
              <a:buFontTx/>
              <a:buNone/>
              <a:defRPr sz="1800"/>
            </a:lvl5pPr>
            <a:lvl6pPr marL="0" indent="0">
              <a:spcBef>
                <a:spcPts val="0"/>
              </a:spcBef>
              <a:buFontTx/>
              <a:buNone/>
              <a:defRPr sz="1800"/>
            </a:lvl6pPr>
            <a:lvl7pPr marL="0" indent="0">
              <a:spcBef>
                <a:spcPts val="0"/>
              </a:spcBef>
              <a:buFontTx/>
              <a:buNone/>
              <a:defRPr sz="1800"/>
            </a:lvl7pPr>
            <a:lvl8pPr marL="0" indent="0">
              <a:spcBef>
                <a:spcPts val="0"/>
              </a:spcBef>
              <a:buFontTx/>
              <a:buNone/>
              <a:defRPr sz="1800"/>
            </a:lvl8pPr>
            <a:lvl9pPr marL="0" indent="0">
              <a:spcBef>
                <a:spcPts val="0"/>
              </a:spcBef>
              <a:buFontTx/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1C7C92E4-4E41-829A-FD23-FD1412ED16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7" y="4293096"/>
            <a:ext cx="2735685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3A91132-C7A8-E51C-B911-31E3356580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7689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43BFAB3-F273-AD28-E647-622D2A855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68008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CC0A347-71A1-D269-3405-A6FC6F00F8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47710" y="4293096"/>
            <a:ext cx="2736303" cy="158382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0"/>
            </a:lvl1pPr>
            <a:lvl2pPr marL="0" indent="0">
              <a:spcBef>
                <a:spcPts val="0"/>
              </a:spcBef>
              <a:buFontTx/>
              <a:buNone/>
              <a:defRPr sz="1000" b="0"/>
            </a:lvl2pPr>
            <a:lvl3pPr marL="0" indent="0">
              <a:spcBef>
                <a:spcPts val="0"/>
              </a:spcBef>
              <a:buFontTx/>
              <a:buNone/>
              <a:defRPr sz="1000"/>
            </a:lvl3pPr>
            <a:lvl4pPr marL="0" indent="0">
              <a:spcBef>
                <a:spcPts val="0"/>
              </a:spcBef>
              <a:buFontTx/>
              <a:buNone/>
              <a:defRPr sz="1000"/>
            </a:lvl4pPr>
            <a:lvl5pPr marL="0" indent="0">
              <a:spcBef>
                <a:spcPts val="0"/>
              </a:spcBef>
              <a:buFontTx/>
              <a:buNone/>
              <a:defRPr sz="1000"/>
            </a:lvl5pPr>
            <a:lvl6pPr marL="0" indent="0">
              <a:spcBef>
                <a:spcPts val="0"/>
              </a:spcBef>
              <a:buFontTx/>
              <a:buNone/>
              <a:defRPr sz="1000"/>
            </a:lvl6pPr>
            <a:lvl7pPr marL="0" indent="0">
              <a:spcBef>
                <a:spcPts val="0"/>
              </a:spcBef>
              <a:buFontTx/>
              <a:buNone/>
              <a:defRPr sz="1000"/>
            </a:lvl7pPr>
            <a:lvl8pPr marL="0" indent="0">
              <a:spcBef>
                <a:spcPts val="0"/>
              </a:spcBef>
              <a:buFontTx/>
              <a:buNone/>
              <a:defRPr sz="1000"/>
            </a:lvl8pPr>
            <a:lvl9pPr marL="0" indent="0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789836D-8687-6B13-9415-1D4F9E30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C4B60-6836-4BD9-ACE5-6B1911863145}" type="datetime1">
              <a:rPr lang="en-GB" smtClean="0"/>
              <a:t>13/01/2026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E016B09-7429-A857-84E5-64C2A50D7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128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027496A8-38FB-44EB-A812-3075D3888561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2644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5">
            <a:extLst>
              <a:ext uri="{FF2B5EF4-FFF2-40B4-BE49-F238E27FC236}">
                <a16:creationId xmlns:a16="http://schemas.microsoft.com/office/drawing/2014/main" id="{65D0FC7B-0D4B-6E73-D509-8964C8C77FCE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215680" y="4293096"/>
            <a:ext cx="1944216" cy="831974"/>
          </a:xfrm>
          <a:custGeom>
            <a:avLst/>
            <a:gdLst>
              <a:gd name="T0" fmla="*/ 3200 w 6826"/>
              <a:gd name="T1" fmla="*/ 2871 h 2921"/>
              <a:gd name="T2" fmla="*/ 2798 w 6826"/>
              <a:gd name="T3" fmla="*/ 2745 h 2921"/>
              <a:gd name="T4" fmla="*/ 2411 w 6826"/>
              <a:gd name="T5" fmla="*/ 2505 h 2921"/>
              <a:gd name="T6" fmla="*/ 2144 w 6826"/>
              <a:gd name="T7" fmla="*/ 2195 h 2921"/>
              <a:gd name="T8" fmla="*/ 1995 w 6826"/>
              <a:gd name="T9" fmla="*/ 1828 h 2921"/>
              <a:gd name="T10" fmla="*/ 1728 w 6826"/>
              <a:gd name="T11" fmla="*/ 1507 h 2921"/>
              <a:gd name="T12" fmla="*/ 1142 w 6826"/>
              <a:gd name="T13" fmla="*/ 1195 h 2921"/>
              <a:gd name="T14" fmla="*/ 670 w 6826"/>
              <a:gd name="T15" fmla="*/ 823 h 2921"/>
              <a:gd name="T16" fmla="*/ 298 w 6826"/>
              <a:gd name="T17" fmla="*/ 432 h 2921"/>
              <a:gd name="T18" fmla="*/ 158 w 6826"/>
              <a:gd name="T19" fmla="*/ 141 h 2921"/>
              <a:gd name="T20" fmla="*/ 556 w 6826"/>
              <a:gd name="T21" fmla="*/ 617 h 2921"/>
              <a:gd name="T22" fmla="*/ 961 w 6826"/>
              <a:gd name="T23" fmla="*/ 982 h 2921"/>
              <a:gd name="T24" fmla="*/ 1460 w 6826"/>
              <a:gd name="T25" fmla="*/ 1307 h 2921"/>
              <a:gd name="T26" fmla="*/ 1969 w 6826"/>
              <a:gd name="T27" fmla="*/ 1494 h 2921"/>
              <a:gd name="T28" fmla="*/ 2044 w 6826"/>
              <a:gd name="T29" fmla="*/ 1118 h 2921"/>
              <a:gd name="T30" fmla="*/ 2218 w 6826"/>
              <a:gd name="T31" fmla="*/ 779 h 2921"/>
              <a:gd name="T32" fmla="*/ 2472 w 6826"/>
              <a:gd name="T33" fmla="*/ 511 h 2921"/>
              <a:gd name="T34" fmla="*/ 2778 w 6826"/>
              <a:gd name="T35" fmla="*/ 336 h 2921"/>
              <a:gd name="T36" fmla="*/ 3188 w 6826"/>
              <a:gd name="T37" fmla="*/ 250 h 2921"/>
              <a:gd name="T38" fmla="*/ 3545 w 6826"/>
              <a:gd name="T39" fmla="*/ 276 h 2921"/>
              <a:gd name="T40" fmla="*/ 3849 w 6826"/>
              <a:gd name="T41" fmla="*/ 379 h 2921"/>
              <a:gd name="T42" fmla="*/ 4095 w 6826"/>
              <a:gd name="T43" fmla="*/ 549 h 2921"/>
              <a:gd name="T44" fmla="*/ 4257 w 6826"/>
              <a:gd name="T45" fmla="*/ 767 h 2921"/>
              <a:gd name="T46" fmla="*/ 4321 w 6826"/>
              <a:gd name="T47" fmla="*/ 1022 h 2921"/>
              <a:gd name="T48" fmla="*/ 4287 w 6826"/>
              <a:gd name="T49" fmla="*/ 1247 h 2921"/>
              <a:gd name="T50" fmla="*/ 4165 w 6826"/>
              <a:gd name="T51" fmla="*/ 1452 h 2921"/>
              <a:gd name="T52" fmla="*/ 3935 w 6826"/>
              <a:gd name="T53" fmla="*/ 1624 h 2921"/>
              <a:gd name="T54" fmla="*/ 3623 w 6826"/>
              <a:gd name="T55" fmla="*/ 1730 h 2921"/>
              <a:gd name="T56" fmla="*/ 3189 w 6826"/>
              <a:gd name="T57" fmla="*/ 1774 h 2921"/>
              <a:gd name="T58" fmla="*/ 2578 w 6826"/>
              <a:gd name="T59" fmla="*/ 1735 h 2921"/>
              <a:gd name="T60" fmla="*/ 2039 w 6826"/>
              <a:gd name="T61" fmla="*/ 1651 h 2921"/>
              <a:gd name="T62" fmla="*/ 2147 w 6826"/>
              <a:gd name="T63" fmla="*/ 2061 h 2921"/>
              <a:gd name="T64" fmla="*/ 2394 w 6826"/>
              <a:gd name="T65" fmla="*/ 2400 h 2921"/>
              <a:gd name="T66" fmla="*/ 2765 w 6826"/>
              <a:gd name="T67" fmla="*/ 2654 h 2921"/>
              <a:gd name="T68" fmla="*/ 3242 w 6826"/>
              <a:gd name="T69" fmla="*/ 2808 h 2921"/>
              <a:gd name="T70" fmla="*/ 3810 w 6826"/>
              <a:gd name="T71" fmla="*/ 2851 h 2921"/>
              <a:gd name="T72" fmla="*/ 4442 w 6826"/>
              <a:gd name="T73" fmla="*/ 2783 h 2921"/>
              <a:gd name="T74" fmla="*/ 5065 w 6826"/>
              <a:gd name="T75" fmla="*/ 2610 h 2921"/>
              <a:gd name="T76" fmla="*/ 5686 w 6826"/>
              <a:gd name="T77" fmla="*/ 2331 h 2921"/>
              <a:gd name="T78" fmla="*/ 6305 w 6826"/>
              <a:gd name="T79" fmla="*/ 1945 h 2921"/>
              <a:gd name="T80" fmla="*/ 6717 w 6826"/>
              <a:gd name="T81" fmla="*/ 1718 h 2921"/>
              <a:gd name="T82" fmla="*/ 6057 w 6826"/>
              <a:gd name="T83" fmla="*/ 2195 h 2921"/>
              <a:gd name="T84" fmla="*/ 5440 w 6826"/>
              <a:gd name="T85" fmla="*/ 2532 h 2921"/>
              <a:gd name="T86" fmla="*/ 4785 w 6826"/>
              <a:gd name="T87" fmla="*/ 2775 h 2921"/>
              <a:gd name="T88" fmla="*/ 4165 w 6826"/>
              <a:gd name="T89" fmla="*/ 2896 h 2921"/>
              <a:gd name="T90" fmla="*/ 2103 w 6826"/>
              <a:gd name="T91" fmla="*/ 1565 h 2921"/>
              <a:gd name="T92" fmla="*/ 2576 w 6826"/>
              <a:gd name="T93" fmla="*/ 1665 h 2921"/>
              <a:gd name="T94" fmla="*/ 3078 w 6826"/>
              <a:gd name="T95" fmla="*/ 1704 h 2921"/>
              <a:gd name="T96" fmla="*/ 3515 w 6826"/>
              <a:gd name="T97" fmla="*/ 1680 h 2921"/>
              <a:gd name="T98" fmla="*/ 3857 w 6826"/>
              <a:gd name="T99" fmla="*/ 1584 h 2921"/>
              <a:gd name="T100" fmla="*/ 4085 w 6826"/>
              <a:gd name="T101" fmla="*/ 1436 h 2921"/>
              <a:gd name="T102" fmla="*/ 4214 w 6826"/>
              <a:gd name="T103" fmla="*/ 1245 h 2921"/>
              <a:gd name="T104" fmla="*/ 4250 w 6826"/>
              <a:gd name="T105" fmla="*/ 1006 h 2921"/>
              <a:gd name="T106" fmla="*/ 4187 w 6826"/>
              <a:gd name="T107" fmla="*/ 783 h 2921"/>
              <a:gd name="T108" fmla="*/ 4034 w 6826"/>
              <a:gd name="T109" fmla="*/ 586 h 2921"/>
              <a:gd name="T110" fmla="*/ 3817 w 6826"/>
              <a:gd name="T111" fmla="*/ 441 h 2921"/>
              <a:gd name="T112" fmla="*/ 3507 w 6826"/>
              <a:gd name="T113" fmla="*/ 339 h 2921"/>
              <a:gd name="T114" fmla="*/ 3122 w 6826"/>
              <a:gd name="T115" fmla="*/ 325 h 2921"/>
              <a:gd name="T116" fmla="*/ 2724 w 6826"/>
              <a:gd name="T117" fmla="*/ 437 h 2921"/>
              <a:gd name="T118" fmla="*/ 2410 w 6826"/>
              <a:gd name="T119" fmla="*/ 661 h 2921"/>
              <a:gd name="T120" fmla="*/ 2187 w 6826"/>
              <a:gd name="T121" fmla="*/ 966 h 2921"/>
              <a:gd name="T122" fmla="*/ 2062 w 6826"/>
              <a:gd name="T123" fmla="*/ 1319 h 29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826" h="2921">
                <a:moveTo>
                  <a:pt x="3712" y="2921"/>
                </a:moveTo>
                <a:lnTo>
                  <a:pt x="3663" y="2921"/>
                </a:lnTo>
                <a:lnTo>
                  <a:pt x="3615" y="2919"/>
                </a:lnTo>
                <a:lnTo>
                  <a:pt x="3567" y="2917"/>
                </a:lnTo>
                <a:lnTo>
                  <a:pt x="3519" y="2915"/>
                </a:lnTo>
                <a:lnTo>
                  <a:pt x="3496" y="2913"/>
                </a:lnTo>
                <a:lnTo>
                  <a:pt x="3472" y="2911"/>
                </a:lnTo>
                <a:lnTo>
                  <a:pt x="3426" y="2906"/>
                </a:lnTo>
                <a:lnTo>
                  <a:pt x="3380" y="2901"/>
                </a:lnTo>
                <a:lnTo>
                  <a:pt x="3335" y="2895"/>
                </a:lnTo>
                <a:lnTo>
                  <a:pt x="3290" y="2888"/>
                </a:lnTo>
                <a:lnTo>
                  <a:pt x="3245" y="2880"/>
                </a:lnTo>
                <a:lnTo>
                  <a:pt x="3200" y="2871"/>
                </a:lnTo>
                <a:lnTo>
                  <a:pt x="3157" y="2862"/>
                </a:lnTo>
                <a:lnTo>
                  <a:pt x="3114" y="2852"/>
                </a:lnTo>
                <a:lnTo>
                  <a:pt x="3072" y="2841"/>
                </a:lnTo>
                <a:lnTo>
                  <a:pt x="3030" y="2829"/>
                </a:lnTo>
                <a:lnTo>
                  <a:pt x="3009" y="2823"/>
                </a:lnTo>
                <a:lnTo>
                  <a:pt x="2988" y="2816"/>
                </a:lnTo>
                <a:lnTo>
                  <a:pt x="2949" y="2803"/>
                </a:lnTo>
                <a:lnTo>
                  <a:pt x="2911" y="2790"/>
                </a:lnTo>
                <a:lnTo>
                  <a:pt x="2873" y="2775"/>
                </a:lnTo>
                <a:lnTo>
                  <a:pt x="2854" y="2768"/>
                </a:lnTo>
                <a:lnTo>
                  <a:pt x="2835" y="2760"/>
                </a:lnTo>
                <a:lnTo>
                  <a:pt x="2816" y="2753"/>
                </a:lnTo>
                <a:lnTo>
                  <a:pt x="2798" y="2745"/>
                </a:lnTo>
                <a:lnTo>
                  <a:pt x="2762" y="2728"/>
                </a:lnTo>
                <a:lnTo>
                  <a:pt x="2727" y="2711"/>
                </a:lnTo>
                <a:lnTo>
                  <a:pt x="2692" y="2694"/>
                </a:lnTo>
                <a:lnTo>
                  <a:pt x="2658" y="2675"/>
                </a:lnTo>
                <a:lnTo>
                  <a:pt x="2625" y="2656"/>
                </a:lnTo>
                <a:lnTo>
                  <a:pt x="2592" y="2636"/>
                </a:lnTo>
                <a:lnTo>
                  <a:pt x="2560" y="2616"/>
                </a:lnTo>
                <a:lnTo>
                  <a:pt x="2529" y="2595"/>
                </a:lnTo>
                <a:lnTo>
                  <a:pt x="2514" y="2584"/>
                </a:lnTo>
                <a:lnTo>
                  <a:pt x="2499" y="2573"/>
                </a:lnTo>
                <a:lnTo>
                  <a:pt x="2469" y="2551"/>
                </a:lnTo>
                <a:lnTo>
                  <a:pt x="2438" y="2528"/>
                </a:lnTo>
                <a:lnTo>
                  <a:pt x="2411" y="2505"/>
                </a:lnTo>
                <a:lnTo>
                  <a:pt x="2384" y="2482"/>
                </a:lnTo>
                <a:lnTo>
                  <a:pt x="2359" y="2458"/>
                </a:lnTo>
                <a:lnTo>
                  <a:pt x="2334" y="2434"/>
                </a:lnTo>
                <a:lnTo>
                  <a:pt x="2309" y="2409"/>
                </a:lnTo>
                <a:lnTo>
                  <a:pt x="2286" y="2384"/>
                </a:lnTo>
                <a:lnTo>
                  <a:pt x="2263" y="2358"/>
                </a:lnTo>
                <a:lnTo>
                  <a:pt x="2241" y="2332"/>
                </a:lnTo>
                <a:lnTo>
                  <a:pt x="2220" y="2306"/>
                </a:lnTo>
                <a:lnTo>
                  <a:pt x="2200" y="2279"/>
                </a:lnTo>
                <a:lnTo>
                  <a:pt x="2190" y="2265"/>
                </a:lnTo>
                <a:lnTo>
                  <a:pt x="2180" y="2251"/>
                </a:lnTo>
                <a:lnTo>
                  <a:pt x="2162" y="2223"/>
                </a:lnTo>
                <a:lnTo>
                  <a:pt x="2144" y="2195"/>
                </a:lnTo>
                <a:lnTo>
                  <a:pt x="2127" y="2166"/>
                </a:lnTo>
                <a:lnTo>
                  <a:pt x="2111" y="2137"/>
                </a:lnTo>
                <a:lnTo>
                  <a:pt x="2095" y="2108"/>
                </a:lnTo>
                <a:lnTo>
                  <a:pt x="2080" y="2078"/>
                </a:lnTo>
                <a:lnTo>
                  <a:pt x="2066" y="2048"/>
                </a:lnTo>
                <a:lnTo>
                  <a:pt x="2060" y="2033"/>
                </a:lnTo>
                <a:lnTo>
                  <a:pt x="2054" y="2017"/>
                </a:lnTo>
                <a:lnTo>
                  <a:pt x="2042" y="1987"/>
                </a:lnTo>
                <a:lnTo>
                  <a:pt x="2031" y="1956"/>
                </a:lnTo>
                <a:lnTo>
                  <a:pt x="2020" y="1924"/>
                </a:lnTo>
                <a:lnTo>
                  <a:pt x="2011" y="1892"/>
                </a:lnTo>
                <a:lnTo>
                  <a:pt x="2003" y="1860"/>
                </a:lnTo>
                <a:lnTo>
                  <a:pt x="1995" y="1828"/>
                </a:lnTo>
                <a:lnTo>
                  <a:pt x="1988" y="1796"/>
                </a:lnTo>
                <a:lnTo>
                  <a:pt x="1983" y="1763"/>
                </a:lnTo>
                <a:lnTo>
                  <a:pt x="1980" y="1746"/>
                </a:lnTo>
                <a:lnTo>
                  <a:pt x="1978" y="1730"/>
                </a:lnTo>
                <a:lnTo>
                  <a:pt x="1974" y="1696"/>
                </a:lnTo>
                <a:lnTo>
                  <a:pt x="1971" y="1663"/>
                </a:lnTo>
                <a:lnTo>
                  <a:pt x="1969" y="1629"/>
                </a:lnTo>
                <a:lnTo>
                  <a:pt x="1968" y="1595"/>
                </a:lnTo>
                <a:lnTo>
                  <a:pt x="1919" y="1579"/>
                </a:lnTo>
                <a:lnTo>
                  <a:pt x="1871" y="1562"/>
                </a:lnTo>
                <a:lnTo>
                  <a:pt x="1823" y="1544"/>
                </a:lnTo>
                <a:lnTo>
                  <a:pt x="1775" y="1526"/>
                </a:lnTo>
                <a:lnTo>
                  <a:pt x="1728" y="1507"/>
                </a:lnTo>
                <a:lnTo>
                  <a:pt x="1680" y="1487"/>
                </a:lnTo>
                <a:lnTo>
                  <a:pt x="1633" y="1467"/>
                </a:lnTo>
                <a:lnTo>
                  <a:pt x="1587" y="1446"/>
                </a:lnTo>
                <a:lnTo>
                  <a:pt x="1534" y="1420"/>
                </a:lnTo>
                <a:lnTo>
                  <a:pt x="1480" y="1393"/>
                </a:lnTo>
                <a:lnTo>
                  <a:pt x="1427" y="1365"/>
                </a:lnTo>
                <a:lnTo>
                  <a:pt x="1375" y="1337"/>
                </a:lnTo>
                <a:lnTo>
                  <a:pt x="1321" y="1307"/>
                </a:lnTo>
                <a:lnTo>
                  <a:pt x="1295" y="1292"/>
                </a:lnTo>
                <a:lnTo>
                  <a:pt x="1270" y="1276"/>
                </a:lnTo>
                <a:lnTo>
                  <a:pt x="1218" y="1244"/>
                </a:lnTo>
                <a:lnTo>
                  <a:pt x="1167" y="1212"/>
                </a:lnTo>
                <a:lnTo>
                  <a:pt x="1142" y="1195"/>
                </a:lnTo>
                <a:lnTo>
                  <a:pt x="1116" y="1178"/>
                </a:lnTo>
                <a:lnTo>
                  <a:pt x="1066" y="1143"/>
                </a:lnTo>
                <a:lnTo>
                  <a:pt x="1017" y="1108"/>
                </a:lnTo>
                <a:lnTo>
                  <a:pt x="967" y="1071"/>
                </a:lnTo>
                <a:lnTo>
                  <a:pt x="942" y="1053"/>
                </a:lnTo>
                <a:lnTo>
                  <a:pt x="917" y="1034"/>
                </a:lnTo>
                <a:lnTo>
                  <a:pt x="869" y="995"/>
                </a:lnTo>
                <a:lnTo>
                  <a:pt x="821" y="956"/>
                </a:lnTo>
                <a:lnTo>
                  <a:pt x="774" y="916"/>
                </a:lnTo>
                <a:lnTo>
                  <a:pt x="748" y="893"/>
                </a:lnTo>
                <a:lnTo>
                  <a:pt x="722" y="870"/>
                </a:lnTo>
                <a:lnTo>
                  <a:pt x="696" y="847"/>
                </a:lnTo>
                <a:lnTo>
                  <a:pt x="670" y="823"/>
                </a:lnTo>
                <a:lnTo>
                  <a:pt x="619" y="775"/>
                </a:lnTo>
                <a:lnTo>
                  <a:pt x="594" y="750"/>
                </a:lnTo>
                <a:lnTo>
                  <a:pt x="568" y="725"/>
                </a:lnTo>
                <a:lnTo>
                  <a:pt x="543" y="700"/>
                </a:lnTo>
                <a:lnTo>
                  <a:pt x="518" y="675"/>
                </a:lnTo>
                <a:lnTo>
                  <a:pt x="493" y="649"/>
                </a:lnTo>
                <a:lnTo>
                  <a:pt x="468" y="623"/>
                </a:lnTo>
                <a:lnTo>
                  <a:pt x="443" y="596"/>
                </a:lnTo>
                <a:lnTo>
                  <a:pt x="419" y="570"/>
                </a:lnTo>
                <a:lnTo>
                  <a:pt x="370" y="515"/>
                </a:lnTo>
                <a:lnTo>
                  <a:pt x="346" y="488"/>
                </a:lnTo>
                <a:lnTo>
                  <a:pt x="322" y="460"/>
                </a:lnTo>
                <a:lnTo>
                  <a:pt x="298" y="432"/>
                </a:lnTo>
                <a:lnTo>
                  <a:pt x="275" y="403"/>
                </a:lnTo>
                <a:lnTo>
                  <a:pt x="228" y="345"/>
                </a:lnTo>
                <a:lnTo>
                  <a:pt x="180" y="286"/>
                </a:lnTo>
                <a:lnTo>
                  <a:pt x="157" y="256"/>
                </a:lnTo>
                <a:lnTo>
                  <a:pt x="134" y="226"/>
                </a:lnTo>
                <a:lnTo>
                  <a:pt x="89" y="165"/>
                </a:lnTo>
                <a:lnTo>
                  <a:pt x="44" y="102"/>
                </a:lnTo>
                <a:lnTo>
                  <a:pt x="0" y="39"/>
                </a:lnTo>
                <a:lnTo>
                  <a:pt x="57" y="0"/>
                </a:lnTo>
                <a:lnTo>
                  <a:pt x="82" y="36"/>
                </a:lnTo>
                <a:lnTo>
                  <a:pt x="107" y="71"/>
                </a:lnTo>
                <a:lnTo>
                  <a:pt x="132" y="106"/>
                </a:lnTo>
                <a:lnTo>
                  <a:pt x="158" y="141"/>
                </a:lnTo>
                <a:lnTo>
                  <a:pt x="210" y="210"/>
                </a:lnTo>
                <a:lnTo>
                  <a:pt x="235" y="243"/>
                </a:lnTo>
                <a:lnTo>
                  <a:pt x="261" y="277"/>
                </a:lnTo>
                <a:lnTo>
                  <a:pt x="287" y="309"/>
                </a:lnTo>
                <a:lnTo>
                  <a:pt x="313" y="342"/>
                </a:lnTo>
                <a:lnTo>
                  <a:pt x="340" y="374"/>
                </a:lnTo>
                <a:lnTo>
                  <a:pt x="366" y="406"/>
                </a:lnTo>
                <a:lnTo>
                  <a:pt x="393" y="437"/>
                </a:lnTo>
                <a:lnTo>
                  <a:pt x="420" y="468"/>
                </a:lnTo>
                <a:lnTo>
                  <a:pt x="474" y="528"/>
                </a:lnTo>
                <a:lnTo>
                  <a:pt x="501" y="558"/>
                </a:lnTo>
                <a:lnTo>
                  <a:pt x="528" y="588"/>
                </a:lnTo>
                <a:lnTo>
                  <a:pt x="556" y="617"/>
                </a:lnTo>
                <a:lnTo>
                  <a:pt x="585" y="645"/>
                </a:lnTo>
                <a:lnTo>
                  <a:pt x="613" y="673"/>
                </a:lnTo>
                <a:lnTo>
                  <a:pt x="641" y="701"/>
                </a:lnTo>
                <a:lnTo>
                  <a:pt x="669" y="729"/>
                </a:lnTo>
                <a:lnTo>
                  <a:pt x="697" y="756"/>
                </a:lnTo>
                <a:lnTo>
                  <a:pt x="726" y="782"/>
                </a:lnTo>
                <a:lnTo>
                  <a:pt x="754" y="809"/>
                </a:lnTo>
                <a:lnTo>
                  <a:pt x="812" y="860"/>
                </a:lnTo>
                <a:lnTo>
                  <a:pt x="841" y="885"/>
                </a:lnTo>
                <a:lnTo>
                  <a:pt x="871" y="910"/>
                </a:lnTo>
                <a:lnTo>
                  <a:pt x="900" y="934"/>
                </a:lnTo>
                <a:lnTo>
                  <a:pt x="930" y="958"/>
                </a:lnTo>
                <a:lnTo>
                  <a:pt x="961" y="982"/>
                </a:lnTo>
                <a:lnTo>
                  <a:pt x="990" y="1005"/>
                </a:lnTo>
                <a:lnTo>
                  <a:pt x="1021" y="1028"/>
                </a:lnTo>
                <a:lnTo>
                  <a:pt x="1051" y="1050"/>
                </a:lnTo>
                <a:lnTo>
                  <a:pt x="1081" y="1072"/>
                </a:lnTo>
                <a:lnTo>
                  <a:pt x="1112" y="1094"/>
                </a:lnTo>
                <a:lnTo>
                  <a:pt x="1143" y="1115"/>
                </a:lnTo>
                <a:lnTo>
                  <a:pt x="1174" y="1136"/>
                </a:lnTo>
                <a:lnTo>
                  <a:pt x="1236" y="1177"/>
                </a:lnTo>
                <a:lnTo>
                  <a:pt x="1299" y="1216"/>
                </a:lnTo>
                <a:lnTo>
                  <a:pt x="1364" y="1254"/>
                </a:lnTo>
                <a:lnTo>
                  <a:pt x="1396" y="1272"/>
                </a:lnTo>
                <a:lnTo>
                  <a:pt x="1428" y="1290"/>
                </a:lnTo>
                <a:lnTo>
                  <a:pt x="1460" y="1307"/>
                </a:lnTo>
                <a:lnTo>
                  <a:pt x="1493" y="1324"/>
                </a:lnTo>
                <a:lnTo>
                  <a:pt x="1526" y="1341"/>
                </a:lnTo>
                <a:lnTo>
                  <a:pt x="1559" y="1357"/>
                </a:lnTo>
                <a:lnTo>
                  <a:pt x="1625" y="1389"/>
                </a:lnTo>
                <a:lnTo>
                  <a:pt x="1658" y="1404"/>
                </a:lnTo>
                <a:lnTo>
                  <a:pt x="1692" y="1419"/>
                </a:lnTo>
                <a:lnTo>
                  <a:pt x="1727" y="1433"/>
                </a:lnTo>
                <a:lnTo>
                  <a:pt x="1761" y="1448"/>
                </a:lnTo>
                <a:lnTo>
                  <a:pt x="1795" y="1461"/>
                </a:lnTo>
                <a:lnTo>
                  <a:pt x="1829" y="1475"/>
                </a:lnTo>
                <a:lnTo>
                  <a:pt x="1898" y="1500"/>
                </a:lnTo>
                <a:lnTo>
                  <a:pt x="1968" y="1524"/>
                </a:lnTo>
                <a:lnTo>
                  <a:pt x="1969" y="1494"/>
                </a:lnTo>
                <a:lnTo>
                  <a:pt x="1971" y="1465"/>
                </a:lnTo>
                <a:lnTo>
                  <a:pt x="1974" y="1435"/>
                </a:lnTo>
                <a:lnTo>
                  <a:pt x="1977" y="1406"/>
                </a:lnTo>
                <a:lnTo>
                  <a:pt x="1981" y="1377"/>
                </a:lnTo>
                <a:lnTo>
                  <a:pt x="1986" y="1347"/>
                </a:lnTo>
                <a:lnTo>
                  <a:pt x="1991" y="1318"/>
                </a:lnTo>
                <a:lnTo>
                  <a:pt x="1997" y="1289"/>
                </a:lnTo>
                <a:lnTo>
                  <a:pt x="2003" y="1260"/>
                </a:lnTo>
                <a:lnTo>
                  <a:pt x="2010" y="1231"/>
                </a:lnTo>
                <a:lnTo>
                  <a:pt x="2018" y="1203"/>
                </a:lnTo>
                <a:lnTo>
                  <a:pt x="2026" y="1174"/>
                </a:lnTo>
                <a:lnTo>
                  <a:pt x="2035" y="1146"/>
                </a:lnTo>
                <a:lnTo>
                  <a:pt x="2044" y="1118"/>
                </a:lnTo>
                <a:lnTo>
                  <a:pt x="2054" y="1090"/>
                </a:lnTo>
                <a:lnTo>
                  <a:pt x="2064" y="1063"/>
                </a:lnTo>
                <a:lnTo>
                  <a:pt x="2075" y="1036"/>
                </a:lnTo>
                <a:lnTo>
                  <a:pt x="2088" y="1009"/>
                </a:lnTo>
                <a:lnTo>
                  <a:pt x="2100" y="982"/>
                </a:lnTo>
                <a:lnTo>
                  <a:pt x="2113" y="955"/>
                </a:lnTo>
                <a:lnTo>
                  <a:pt x="2127" y="929"/>
                </a:lnTo>
                <a:lnTo>
                  <a:pt x="2140" y="903"/>
                </a:lnTo>
                <a:lnTo>
                  <a:pt x="2155" y="878"/>
                </a:lnTo>
                <a:lnTo>
                  <a:pt x="2170" y="852"/>
                </a:lnTo>
                <a:lnTo>
                  <a:pt x="2185" y="828"/>
                </a:lnTo>
                <a:lnTo>
                  <a:pt x="2201" y="803"/>
                </a:lnTo>
                <a:lnTo>
                  <a:pt x="2218" y="779"/>
                </a:lnTo>
                <a:lnTo>
                  <a:pt x="2235" y="755"/>
                </a:lnTo>
                <a:lnTo>
                  <a:pt x="2253" y="732"/>
                </a:lnTo>
                <a:lnTo>
                  <a:pt x="2271" y="709"/>
                </a:lnTo>
                <a:lnTo>
                  <a:pt x="2289" y="687"/>
                </a:lnTo>
                <a:lnTo>
                  <a:pt x="2308" y="665"/>
                </a:lnTo>
                <a:lnTo>
                  <a:pt x="2330" y="641"/>
                </a:lnTo>
                <a:lnTo>
                  <a:pt x="2352" y="617"/>
                </a:lnTo>
                <a:lnTo>
                  <a:pt x="2364" y="606"/>
                </a:lnTo>
                <a:lnTo>
                  <a:pt x="2375" y="595"/>
                </a:lnTo>
                <a:lnTo>
                  <a:pt x="2399" y="573"/>
                </a:lnTo>
                <a:lnTo>
                  <a:pt x="2422" y="552"/>
                </a:lnTo>
                <a:lnTo>
                  <a:pt x="2447" y="531"/>
                </a:lnTo>
                <a:lnTo>
                  <a:pt x="2472" y="511"/>
                </a:lnTo>
                <a:lnTo>
                  <a:pt x="2498" y="492"/>
                </a:lnTo>
                <a:lnTo>
                  <a:pt x="2523" y="473"/>
                </a:lnTo>
                <a:lnTo>
                  <a:pt x="2549" y="455"/>
                </a:lnTo>
                <a:lnTo>
                  <a:pt x="2576" y="438"/>
                </a:lnTo>
                <a:lnTo>
                  <a:pt x="2603" y="422"/>
                </a:lnTo>
                <a:lnTo>
                  <a:pt x="2630" y="406"/>
                </a:lnTo>
                <a:lnTo>
                  <a:pt x="2644" y="398"/>
                </a:lnTo>
                <a:lnTo>
                  <a:pt x="2658" y="391"/>
                </a:lnTo>
                <a:lnTo>
                  <a:pt x="2672" y="384"/>
                </a:lnTo>
                <a:lnTo>
                  <a:pt x="2687" y="377"/>
                </a:lnTo>
                <a:lnTo>
                  <a:pt x="2715" y="363"/>
                </a:lnTo>
                <a:lnTo>
                  <a:pt x="2747" y="349"/>
                </a:lnTo>
                <a:lnTo>
                  <a:pt x="2778" y="336"/>
                </a:lnTo>
                <a:lnTo>
                  <a:pt x="2811" y="324"/>
                </a:lnTo>
                <a:lnTo>
                  <a:pt x="2843" y="313"/>
                </a:lnTo>
                <a:lnTo>
                  <a:pt x="2877" y="303"/>
                </a:lnTo>
                <a:lnTo>
                  <a:pt x="2910" y="293"/>
                </a:lnTo>
                <a:lnTo>
                  <a:pt x="2944" y="285"/>
                </a:lnTo>
                <a:lnTo>
                  <a:pt x="2978" y="277"/>
                </a:lnTo>
                <a:lnTo>
                  <a:pt x="2995" y="273"/>
                </a:lnTo>
                <a:lnTo>
                  <a:pt x="3012" y="270"/>
                </a:lnTo>
                <a:lnTo>
                  <a:pt x="3046" y="264"/>
                </a:lnTo>
                <a:lnTo>
                  <a:pt x="3081" y="259"/>
                </a:lnTo>
                <a:lnTo>
                  <a:pt x="3116" y="255"/>
                </a:lnTo>
                <a:lnTo>
                  <a:pt x="3152" y="252"/>
                </a:lnTo>
                <a:lnTo>
                  <a:pt x="3188" y="250"/>
                </a:lnTo>
                <a:lnTo>
                  <a:pt x="3225" y="249"/>
                </a:lnTo>
                <a:lnTo>
                  <a:pt x="3261" y="248"/>
                </a:lnTo>
                <a:lnTo>
                  <a:pt x="3288" y="248"/>
                </a:lnTo>
                <a:lnTo>
                  <a:pt x="3314" y="249"/>
                </a:lnTo>
                <a:lnTo>
                  <a:pt x="3341" y="250"/>
                </a:lnTo>
                <a:lnTo>
                  <a:pt x="3367" y="252"/>
                </a:lnTo>
                <a:lnTo>
                  <a:pt x="3393" y="254"/>
                </a:lnTo>
                <a:lnTo>
                  <a:pt x="3419" y="257"/>
                </a:lnTo>
                <a:lnTo>
                  <a:pt x="3444" y="260"/>
                </a:lnTo>
                <a:lnTo>
                  <a:pt x="3470" y="263"/>
                </a:lnTo>
                <a:lnTo>
                  <a:pt x="3495" y="267"/>
                </a:lnTo>
                <a:lnTo>
                  <a:pt x="3520" y="272"/>
                </a:lnTo>
                <a:lnTo>
                  <a:pt x="3545" y="276"/>
                </a:lnTo>
                <a:lnTo>
                  <a:pt x="3570" y="282"/>
                </a:lnTo>
                <a:lnTo>
                  <a:pt x="3595" y="287"/>
                </a:lnTo>
                <a:lnTo>
                  <a:pt x="3620" y="294"/>
                </a:lnTo>
                <a:lnTo>
                  <a:pt x="3644" y="300"/>
                </a:lnTo>
                <a:lnTo>
                  <a:pt x="3668" y="307"/>
                </a:lnTo>
                <a:lnTo>
                  <a:pt x="3692" y="315"/>
                </a:lnTo>
                <a:lnTo>
                  <a:pt x="3715" y="323"/>
                </a:lnTo>
                <a:lnTo>
                  <a:pt x="3738" y="331"/>
                </a:lnTo>
                <a:lnTo>
                  <a:pt x="3761" y="340"/>
                </a:lnTo>
                <a:lnTo>
                  <a:pt x="3783" y="349"/>
                </a:lnTo>
                <a:lnTo>
                  <a:pt x="3806" y="359"/>
                </a:lnTo>
                <a:lnTo>
                  <a:pt x="3828" y="369"/>
                </a:lnTo>
                <a:lnTo>
                  <a:pt x="3849" y="379"/>
                </a:lnTo>
                <a:lnTo>
                  <a:pt x="3870" y="390"/>
                </a:lnTo>
                <a:lnTo>
                  <a:pt x="3891" y="402"/>
                </a:lnTo>
                <a:lnTo>
                  <a:pt x="3912" y="413"/>
                </a:lnTo>
                <a:lnTo>
                  <a:pt x="3932" y="425"/>
                </a:lnTo>
                <a:lnTo>
                  <a:pt x="3952" y="438"/>
                </a:lnTo>
                <a:lnTo>
                  <a:pt x="3972" y="451"/>
                </a:lnTo>
                <a:lnTo>
                  <a:pt x="3992" y="464"/>
                </a:lnTo>
                <a:lnTo>
                  <a:pt x="4011" y="478"/>
                </a:lnTo>
                <a:lnTo>
                  <a:pt x="4029" y="492"/>
                </a:lnTo>
                <a:lnTo>
                  <a:pt x="4046" y="506"/>
                </a:lnTo>
                <a:lnTo>
                  <a:pt x="4063" y="520"/>
                </a:lnTo>
                <a:lnTo>
                  <a:pt x="4079" y="534"/>
                </a:lnTo>
                <a:lnTo>
                  <a:pt x="4095" y="549"/>
                </a:lnTo>
                <a:lnTo>
                  <a:pt x="4111" y="564"/>
                </a:lnTo>
                <a:lnTo>
                  <a:pt x="4126" y="580"/>
                </a:lnTo>
                <a:lnTo>
                  <a:pt x="4140" y="596"/>
                </a:lnTo>
                <a:lnTo>
                  <a:pt x="4154" y="611"/>
                </a:lnTo>
                <a:lnTo>
                  <a:pt x="4168" y="628"/>
                </a:lnTo>
                <a:lnTo>
                  <a:pt x="4181" y="644"/>
                </a:lnTo>
                <a:lnTo>
                  <a:pt x="4193" y="661"/>
                </a:lnTo>
                <a:lnTo>
                  <a:pt x="4205" y="678"/>
                </a:lnTo>
                <a:lnTo>
                  <a:pt x="4216" y="695"/>
                </a:lnTo>
                <a:lnTo>
                  <a:pt x="4227" y="712"/>
                </a:lnTo>
                <a:lnTo>
                  <a:pt x="4237" y="730"/>
                </a:lnTo>
                <a:lnTo>
                  <a:pt x="4247" y="749"/>
                </a:lnTo>
                <a:lnTo>
                  <a:pt x="4257" y="767"/>
                </a:lnTo>
                <a:lnTo>
                  <a:pt x="4266" y="786"/>
                </a:lnTo>
                <a:lnTo>
                  <a:pt x="4274" y="805"/>
                </a:lnTo>
                <a:lnTo>
                  <a:pt x="4281" y="824"/>
                </a:lnTo>
                <a:lnTo>
                  <a:pt x="4288" y="844"/>
                </a:lnTo>
                <a:lnTo>
                  <a:pt x="4294" y="863"/>
                </a:lnTo>
                <a:lnTo>
                  <a:pt x="4300" y="882"/>
                </a:lnTo>
                <a:lnTo>
                  <a:pt x="4305" y="902"/>
                </a:lnTo>
                <a:lnTo>
                  <a:pt x="4309" y="922"/>
                </a:lnTo>
                <a:lnTo>
                  <a:pt x="4313" y="942"/>
                </a:lnTo>
                <a:lnTo>
                  <a:pt x="4316" y="961"/>
                </a:lnTo>
                <a:lnTo>
                  <a:pt x="4318" y="982"/>
                </a:lnTo>
                <a:lnTo>
                  <a:pt x="4320" y="1002"/>
                </a:lnTo>
                <a:lnTo>
                  <a:pt x="4321" y="1022"/>
                </a:lnTo>
                <a:lnTo>
                  <a:pt x="4321" y="1042"/>
                </a:lnTo>
                <a:lnTo>
                  <a:pt x="4321" y="1060"/>
                </a:lnTo>
                <a:lnTo>
                  <a:pt x="4320" y="1078"/>
                </a:lnTo>
                <a:lnTo>
                  <a:pt x="4319" y="1095"/>
                </a:lnTo>
                <a:lnTo>
                  <a:pt x="4317" y="1113"/>
                </a:lnTo>
                <a:lnTo>
                  <a:pt x="4315" y="1130"/>
                </a:lnTo>
                <a:lnTo>
                  <a:pt x="4312" y="1147"/>
                </a:lnTo>
                <a:lnTo>
                  <a:pt x="4309" y="1164"/>
                </a:lnTo>
                <a:lnTo>
                  <a:pt x="4306" y="1181"/>
                </a:lnTo>
                <a:lnTo>
                  <a:pt x="4302" y="1198"/>
                </a:lnTo>
                <a:lnTo>
                  <a:pt x="4297" y="1214"/>
                </a:lnTo>
                <a:lnTo>
                  <a:pt x="4292" y="1231"/>
                </a:lnTo>
                <a:lnTo>
                  <a:pt x="4287" y="1247"/>
                </a:lnTo>
                <a:lnTo>
                  <a:pt x="4281" y="1263"/>
                </a:lnTo>
                <a:lnTo>
                  <a:pt x="4275" y="1279"/>
                </a:lnTo>
                <a:lnTo>
                  <a:pt x="4268" y="1295"/>
                </a:lnTo>
                <a:lnTo>
                  <a:pt x="4261" y="1310"/>
                </a:lnTo>
                <a:lnTo>
                  <a:pt x="4252" y="1327"/>
                </a:lnTo>
                <a:lnTo>
                  <a:pt x="4243" y="1344"/>
                </a:lnTo>
                <a:lnTo>
                  <a:pt x="4233" y="1360"/>
                </a:lnTo>
                <a:lnTo>
                  <a:pt x="4223" y="1376"/>
                </a:lnTo>
                <a:lnTo>
                  <a:pt x="4213" y="1392"/>
                </a:lnTo>
                <a:lnTo>
                  <a:pt x="4201" y="1407"/>
                </a:lnTo>
                <a:lnTo>
                  <a:pt x="4190" y="1423"/>
                </a:lnTo>
                <a:lnTo>
                  <a:pt x="4177" y="1438"/>
                </a:lnTo>
                <a:lnTo>
                  <a:pt x="4165" y="1452"/>
                </a:lnTo>
                <a:lnTo>
                  <a:pt x="4151" y="1467"/>
                </a:lnTo>
                <a:lnTo>
                  <a:pt x="4138" y="1481"/>
                </a:lnTo>
                <a:lnTo>
                  <a:pt x="4123" y="1494"/>
                </a:lnTo>
                <a:lnTo>
                  <a:pt x="4108" y="1508"/>
                </a:lnTo>
                <a:lnTo>
                  <a:pt x="4093" y="1521"/>
                </a:lnTo>
                <a:lnTo>
                  <a:pt x="4077" y="1534"/>
                </a:lnTo>
                <a:lnTo>
                  <a:pt x="4061" y="1547"/>
                </a:lnTo>
                <a:lnTo>
                  <a:pt x="4042" y="1560"/>
                </a:lnTo>
                <a:lnTo>
                  <a:pt x="4022" y="1574"/>
                </a:lnTo>
                <a:lnTo>
                  <a:pt x="4001" y="1587"/>
                </a:lnTo>
                <a:lnTo>
                  <a:pt x="3979" y="1600"/>
                </a:lnTo>
                <a:lnTo>
                  <a:pt x="3958" y="1612"/>
                </a:lnTo>
                <a:lnTo>
                  <a:pt x="3935" y="1624"/>
                </a:lnTo>
                <a:lnTo>
                  <a:pt x="3913" y="1635"/>
                </a:lnTo>
                <a:lnTo>
                  <a:pt x="3889" y="1646"/>
                </a:lnTo>
                <a:lnTo>
                  <a:pt x="3865" y="1656"/>
                </a:lnTo>
                <a:lnTo>
                  <a:pt x="3841" y="1666"/>
                </a:lnTo>
                <a:lnTo>
                  <a:pt x="3815" y="1676"/>
                </a:lnTo>
                <a:lnTo>
                  <a:pt x="3803" y="1680"/>
                </a:lnTo>
                <a:lnTo>
                  <a:pt x="3790" y="1685"/>
                </a:lnTo>
                <a:lnTo>
                  <a:pt x="3763" y="1694"/>
                </a:lnTo>
                <a:lnTo>
                  <a:pt x="3736" y="1702"/>
                </a:lnTo>
                <a:lnTo>
                  <a:pt x="3709" y="1710"/>
                </a:lnTo>
                <a:lnTo>
                  <a:pt x="3681" y="1717"/>
                </a:lnTo>
                <a:lnTo>
                  <a:pt x="3652" y="1724"/>
                </a:lnTo>
                <a:lnTo>
                  <a:pt x="3623" y="1730"/>
                </a:lnTo>
                <a:lnTo>
                  <a:pt x="3592" y="1736"/>
                </a:lnTo>
                <a:lnTo>
                  <a:pt x="3562" y="1742"/>
                </a:lnTo>
                <a:lnTo>
                  <a:pt x="3531" y="1747"/>
                </a:lnTo>
                <a:lnTo>
                  <a:pt x="3499" y="1752"/>
                </a:lnTo>
                <a:lnTo>
                  <a:pt x="3467" y="1756"/>
                </a:lnTo>
                <a:lnTo>
                  <a:pt x="3434" y="1760"/>
                </a:lnTo>
                <a:lnTo>
                  <a:pt x="3401" y="1763"/>
                </a:lnTo>
                <a:lnTo>
                  <a:pt x="3367" y="1766"/>
                </a:lnTo>
                <a:lnTo>
                  <a:pt x="3333" y="1769"/>
                </a:lnTo>
                <a:lnTo>
                  <a:pt x="3298" y="1771"/>
                </a:lnTo>
                <a:lnTo>
                  <a:pt x="3263" y="1772"/>
                </a:lnTo>
                <a:lnTo>
                  <a:pt x="3227" y="1773"/>
                </a:lnTo>
                <a:lnTo>
                  <a:pt x="3189" y="1774"/>
                </a:lnTo>
                <a:lnTo>
                  <a:pt x="3152" y="1774"/>
                </a:lnTo>
                <a:lnTo>
                  <a:pt x="3103" y="1774"/>
                </a:lnTo>
                <a:lnTo>
                  <a:pt x="3054" y="1773"/>
                </a:lnTo>
                <a:lnTo>
                  <a:pt x="3005" y="1772"/>
                </a:lnTo>
                <a:lnTo>
                  <a:pt x="2957" y="1770"/>
                </a:lnTo>
                <a:lnTo>
                  <a:pt x="2909" y="1767"/>
                </a:lnTo>
                <a:lnTo>
                  <a:pt x="2861" y="1765"/>
                </a:lnTo>
                <a:lnTo>
                  <a:pt x="2812" y="1761"/>
                </a:lnTo>
                <a:lnTo>
                  <a:pt x="2764" y="1757"/>
                </a:lnTo>
                <a:lnTo>
                  <a:pt x="2717" y="1752"/>
                </a:lnTo>
                <a:lnTo>
                  <a:pt x="2670" y="1747"/>
                </a:lnTo>
                <a:lnTo>
                  <a:pt x="2624" y="1742"/>
                </a:lnTo>
                <a:lnTo>
                  <a:pt x="2578" y="1735"/>
                </a:lnTo>
                <a:lnTo>
                  <a:pt x="2532" y="1729"/>
                </a:lnTo>
                <a:lnTo>
                  <a:pt x="2486" y="1721"/>
                </a:lnTo>
                <a:lnTo>
                  <a:pt x="2440" y="1714"/>
                </a:lnTo>
                <a:lnTo>
                  <a:pt x="2395" y="1705"/>
                </a:lnTo>
                <a:lnTo>
                  <a:pt x="2350" y="1696"/>
                </a:lnTo>
                <a:lnTo>
                  <a:pt x="2305" y="1687"/>
                </a:lnTo>
                <a:lnTo>
                  <a:pt x="2260" y="1677"/>
                </a:lnTo>
                <a:lnTo>
                  <a:pt x="2215" y="1666"/>
                </a:lnTo>
                <a:lnTo>
                  <a:pt x="2171" y="1655"/>
                </a:lnTo>
                <a:lnTo>
                  <a:pt x="2126" y="1643"/>
                </a:lnTo>
                <a:lnTo>
                  <a:pt x="2081" y="1630"/>
                </a:lnTo>
                <a:lnTo>
                  <a:pt x="2038" y="1617"/>
                </a:lnTo>
                <a:lnTo>
                  <a:pt x="2039" y="1651"/>
                </a:lnTo>
                <a:lnTo>
                  <a:pt x="2042" y="1685"/>
                </a:lnTo>
                <a:lnTo>
                  <a:pt x="2046" y="1718"/>
                </a:lnTo>
                <a:lnTo>
                  <a:pt x="2051" y="1751"/>
                </a:lnTo>
                <a:lnTo>
                  <a:pt x="2056" y="1784"/>
                </a:lnTo>
                <a:lnTo>
                  <a:pt x="2063" y="1816"/>
                </a:lnTo>
                <a:lnTo>
                  <a:pt x="2070" y="1848"/>
                </a:lnTo>
                <a:lnTo>
                  <a:pt x="2078" y="1880"/>
                </a:lnTo>
                <a:lnTo>
                  <a:pt x="2088" y="1911"/>
                </a:lnTo>
                <a:lnTo>
                  <a:pt x="2098" y="1942"/>
                </a:lnTo>
                <a:lnTo>
                  <a:pt x="2109" y="1972"/>
                </a:lnTo>
                <a:lnTo>
                  <a:pt x="2121" y="2002"/>
                </a:lnTo>
                <a:lnTo>
                  <a:pt x="2133" y="2032"/>
                </a:lnTo>
                <a:lnTo>
                  <a:pt x="2147" y="2061"/>
                </a:lnTo>
                <a:lnTo>
                  <a:pt x="2161" y="2090"/>
                </a:lnTo>
                <a:lnTo>
                  <a:pt x="2176" y="2118"/>
                </a:lnTo>
                <a:lnTo>
                  <a:pt x="2192" y="2146"/>
                </a:lnTo>
                <a:lnTo>
                  <a:pt x="2209" y="2173"/>
                </a:lnTo>
                <a:lnTo>
                  <a:pt x="2226" y="2200"/>
                </a:lnTo>
                <a:lnTo>
                  <a:pt x="2245" y="2227"/>
                </a:lnTo>
                <a:lnTo>
                  <a:pt x="2264" y="2253"/>
                </a:lnTo>
                <a:lnTo>
                  <a:pt x="2284" y="2279"/>
                </a:lnTo>
                <a:lnTo>
                  <a:pt x="2304" y="2304"/>
                </a:lnTo>
                <a:lnTo>
                  <a:pt x="2326" y="2328"/>
                </a:lnTo>
                <a:lnTo>
                  <a:pt x="2348" y="2353"/>
                </a:lnTo>
                <a:lnTo>
                  <a:pt x="2371" y="2376"/>
                </a:lnTo>
                <a:lnTo>
                  <a:pt x="2394" y="2400"/>
                </a:lnTo>
                <a:lnTo>
                  <a:pt x="2419" y="2422"/>
                </a:lnTo>
                <a:lnTo>
                  <a:pt x="2444" y="2445"/>
                </a:lnTo>
                <a:lnTo>
                  <a:pt x="2471" y="2466"/>
                </a:lnTo>
                <a:lnTo>
                  <a:pt x="2497" y="2487"/>
                </a:lnTo>
                <a:lnTo>
                  <a:pt x="2524" y="2508"/>
                </a:lnTo>
                <a:lnTo>
                  <a:pt x="2552" y="2528"/>
                </a:lnTo>
                <a:lnTo>
                  <a:pt x="2581" y="2548"/>
                </a:lnTo>
                <a:lnTo>
                  <a:pt x="2610" y="2567"/>
                </a:lnTo>
                <a:lnTo>
                  <a:pt x="2640" y="2585"/>
                </a:lnTo>
                <a:lnTo>
                  <a:pt x="2670" y="2603"/>
                </a:lnTo>
                <a:lnTo>
                  <a:pt x="2701" y="2621"/>
                </a:lnTo>
                <a:lnTo>
                  <a:pt x="2733" y="2637"/>
                </a:lnTo>
                <a:lnTo>
                  <a:pt x="2765" y="2654"/>
                </a:lnTo>
                <a:lnTo>
                  <a:pt x="2798" y="2669"/>
                </a:lnTo>
                <a:lnTo>
                  <a:pt x="2832" y="2684"/>
                </a:lnTo>
                <a:lnTo>
                  <a:pt x="2867" y="2699"/>
                </a:lnTo>
                <a:lnTo>
                  <a:pt x="2902" y="2712"/>
                </a:lnTo>
                <a:lnTo>
                  <a:pt x="2937" y="2726"/>
                </a:lnTo>
                <a:lnTo>
                  <a:pt x="2973" y="2738"/>
                </a:lnTo>
                <a:lnTo>
                  <a:pt x="3010" y="2750"/>
                </a:lnTo>
                <a:lnTo>
                  <a:pt x="3047" y="2761"/>
                </a:lnTo>
                <a:lnTo>
                  <a:pt x="3085" y="2772"/>
                </a:lnTo>
                <a:lnTo>
                  <a:pt x="3123" y="2782"/>
                </a:lnTo>
                <a:lnTo>
                  <a:pt x="3162" y="2792"/>
                </a:lnTo>
                <a:lnTo>
                  <a:pt x="3201" y="2800"/>
                </a:lnTo>
                <a:lnTo>
                  <a:pt x="3242" y="2808"/>
                </a:lnTo>
                <a:lnTo>
                  <a:pt x="3282" y="2816"/>
                </a:lnTo>
                <a:lnTo>
                  <a:pt x="3323" y="2823"/>
                </a:lnTo>
                <a:lnTo>
                  <a:pt x="3364" y="2829"/>
                </a:lnTo>
                <a:lnTo>
                  <a:pt x="3406" y="2834"/>
                </a:lnTo>
                <a:lnTo>
                  <a:pt x="3448" y="2839"/>
                </a:lnTo>
                <a:lnTo>
                  <a:pt x="3491" y="2843"/>
                </a:lnTo>
                <a:lnTo>
                  <a:pt x="3534" y="2846"/>
                </a:lnTo>
                <a:lnTo>
                  <a:pt x="3577" y="2849"/>
                </a:lnTo>
                <a:lnTo>
                  <a:pt x="3622" y="2850"/>
                </a:lnTo>
                <a:lnTo>
                  <a:pt x="3667" y="2851"/>
                </a:lnTo>
                <a:lnTo>
                  <a:pt x="3712" y="2852"/>
                </a:lnTo>
                <a:lnTo>
                  <a:pt x="3761" y="2852"/>
                </a:lnTo>
                <a:lnTo>
                  <a:pt x="3810" y="2851"/>
                </a:lnTo>
                <a:lnTo>
                  <a:pt x="3858" y="2849"/>
                </a:lnTo>
                <a:lnTo>
                  <a:pt x="3907" y="2847"/>
                </a:lnTo>
                <a:lnTo>
                  <a:pt x="3956" y="2844"/>
                </a:lnTo>
                <a:lnTo>
                  <a:pt x="4005" y="2841"/>
                </a:lnTo>
                <a:lnTo>
                  <a:pt x="4054" y="2837"/>
                </a:lnTo>
                <a:lnTo>
                  <a:pt x="4102" y="2832"/>
                </a:lnTo>
                <a:lnTo>
                  <a:pt x="4151" y="2827"/>
                </a:lnTo>
                <a:lnTo>
                  <a:pt x="4199" y="2821"/>
                </a:lnTo>
                <a:lnTo>
                  <a:pt x="4248" y="2815"/>
                </a:lnTo>
                <a:lnTo>
                  <a:pt x="4296" y="2808"/>
                </a:lnTo>
                <a:lnTo>
                  <a:pt x="4344" y="2800"/>
                </a:lnTo>
                <a:lnTo>
                  <a:pt x="4393" y="2792"/>
                </a:lnTo>
                <a:lnTo>
                  <a:pt x="4442" y="2783"/>
                </a:lnTo>
                <a:lnTo>
                  <a:pt x="4490" y="2773"/>
                </a:lnTo>
                <a:lnTo>
                  <a:pt x="4538" y="2763"/>
                </a:lnTo>
                <a:lnTo>
                  <a:pt x="4586" y="2752"/>
                </a:lnTo>
                <a:lnTo>
                  <a:pt x="4634" y="2741"/>
                </a:lnTo>
                <a:lnTo>
                  <a:pt x="4682" y="2729"/>
                </a:lnTo>
                <a:lnTo>
                  <a:pt x="4730" y="2716"/>
                </a:lnTo>
                <a:lnTo>
                  <a:pt x="4779" y="2703"/>
                </a:lnTo>
                <a:lnTo>
                  <a:pt x="4826" y="2689"/>
                </a:lnTo>
                <a:lnTo>
                  <a:pt x="4874" y="2674"/>
                </a:lnTo>
                <a:lnTo>
                  <a:pt x="4922" y="2659"/>
                </a:lnTo>
                <a:lnTo>
                  <a:pt x="4970" y="2643"/>
                </a:lnTo>
                <a:lnTo>
                  <a:pt x="5018" y="2627"/>
                </a:lnTo>
                <a:lnTo>
                  <a:pt x="5065" y="2610"/>
                </a:lnTo>
                <a:lnTo>
                  <a:pt x="5113" y="2592"/>
                </a:lnTo>
                <a:lnTo>
                  <a:pt x="5162" y="2574"/>
                </a:lnTo>
                <a:lnTo>
                  <a:pt x="5209" y="2555"/>
                </a:lnTo>
                <a:lnTo>
                  <a:pt x="5257" y="2535"/>
                </a:lnTo>
                <a:lnTo>
                  <a:pt x="5305" y="2515"/>
                </a:lnTo>
                <a:lnTo>
                  <a:pt x="5352" y="2494"/>
                </a:lnTo>
                <a:lnTo>
                  <a:pt x="5400" y="2473"/>
                </a:lnTo>
                <a:lnTo>
                  <a:pt x="5447" y="2451"/>
                </a:lnTo>
                <a:lnTo>
                  <a:pt x="5495" y="2428"/>
                </a:lnTo>
                <a:lnTo>
                  <a:pt x="5543" y="2405"/>
                </a:lnTo>
                <a:lnTo>
                  <a:pt x="5591" y="2381"/>
                </a:lnTo>
                <a:lnTo>
                  <a:pt x="5638" y="2356"/>
                </a:lnTo>
                <a:lnTo>
                  <a:pt x="5686" y="2331"/>
                </a:lnTo>
                <a:lnTo>
                  <a:pt x="5733" y="2305"/>
                </a:lnTo>
                <a:lnTo>
                  <a:pt x="5781" y="2278"/>
                </a:lnTo>
                <a:lnTo>
                  <a:pt x="5828" y="2251"/>
                </a:lnTo>
                <a:lnTo>
                  <a:pt x="5876" y="2223"/>
                </a:lnTo>
                <a:lnTo>
                  <a:pt x="5924" y="2195"/>
                </a:lnTo>
                <a:lnTo>
                  <a:pt x="5972" y="2166"/>
                </a:lnTo>
                <a:lnTo>
                  <a:pt x="6019" y="2136"/>
                </a:lnTo>
                <a:lnTo>
                  <a:pt x="6067" y="2106"/>
                </a:lnTo>
                <a:lnTo>
                  <a:pt x="6114" y="2075"/>
                </a:lnTo>
                <a:lnTo>
                  <a:pt x="6162" y="2043"/>
                </a:lnTo>
                <a:lnTo>
                  <a:pt x="6209" y="2011"/>
                </a:lnTo>
                <a:lnTo>
                  <a:pt x="6258" y="1978"/>
                </a:lnTo>
                <a:lnTo>
                  <a:pt x="6305" y="1945"/>
                </a:lnTo>
                <a:lnTo>
                  <a:pt x="6353" y="1910"/>
                </a:lnTo>
                <a:lnTo>
                  <a:pt x="6400" y="1876"/>
                </a:lnTo>
                <a:lnTo>
                  <a:pt x="6448" y="1840"/>
                </a:lnTo>
                <a:lnTo>
                  <a:pt x="6495" y="1804"/>
                </a:lnTo>
                <a:lnTo>
                  <a:pt x="6543" y="1767"/>
                </a:lnTo>
                <a:lnTo>
                  <a:pt x="6590" y="1730"/>
                </a:lnTo>
                <a:lnTo>
                  <a:pt x="6639" y="1692"/>
                </a:lnTo>
                <a:lnTo>
                  <a:pt x="6686" y="1653"/>
                </a:lnTo>
                <a:lnTo>
                  <a:pt x="6734" y="1614"/>
                </a:lnTo>
                <a:lnTo>
                  <a:pt x="6782" y="1574"/>
                </a:lnTo>
                <a:lnTo>
                  <a:pt x="6826" y="1627"/>
                </a:lnTo>
                <a:lnTo>
                  <a:pt x="6772" y="1672"/>
                </a:lnTo>
                <a:lnTo>
                  <a:pt x="6717" y="1718"/>
                </a:lnTo>
                <a:lnTo>
                  <a:pt x="6662" y="1762"/>
                </a:lnTo>
                <a:lnTo>
                  <a:pt x="6634" y="1784"/>
                </a:lnTo>
                <a:lnTo>
                  <a:pt x="6606" y="1805"/>
                </a:lnTo>
                <a:lnTo>
                  <a:pt x="6551" y="1848"/>
                </a:lnTo>
                <a:lnTo>
                  <a:pt x="6496" y="1890"/>
                </a:lnTo>
                <a:lnTo>
                  <a:pt x="6441" y="1931"/>
                </a:lnTo>
                <a:lnTo>
                  <a:pt x="6386" y="1971"/>
                </a:lnTo>
                <a:lnTo>
                  <a:pt x="6331" y="2011"/>
                </a:lnTo>
                <a:lnTo>
                  <a:pt x="6277" y="2049"/>
                </a:lnTo>
                <a:lnTo>
                  <a:pt x="6221" y="2087"/>
                </a:lnTo>
                <a:lnTo>
                  <a:pt x="6166" y="2124"/>
                </a:lnTo>
                <a:lnTo>
                  <a:pt x="6111" y="2160"/>
                </a:lnTo>
                <a:lnTo>
                  <a:pt x="6057" y="2195"/>
                </a:lnTo>
                <a:lnTo>
                  <a:pt x="6002" y="2229"/>
                </a:lnTo>
                <a:lnTo>
                  <a:pt x="5948" y="2262"/>
                </a:lnTo>
                <a:lnTo>
                  <a:pt x="5923" y="2277"/>
                </a:lnTo>
                <a:lnTo>
                  <a:pt x="5897" y="2292"/>
                </a:lnTo>
                <a:lnTo>
                  <a:pt x="5846" y="2322"/>
                </a:lnTo>
                <a:lnTo>
                  <a:pt x="5796" y="2350"/>
                </a:lnTo>
                <a:lnTo>
                  <a:pt x="5745" y="2378"/>
                </a:lnTo>
                <a:lnTo>
                  <a:pt x="5694" y="2406"/>
                </a:lnTo>
                <a:lnTo>
                  <a:pt x="5644" y="2432"/>
                </a:lnTo>
                <a:lnTo>
                  <a:pt x="5593" y="2458"/>
                </a:lnTo>
                <a:lnTo>
                  <a:pt x="5542" y="2484"/>
                </a:lnTo>
                <a:lnTo>
                  <a:pt x="5491" y="2508"/>
                </a:lnTo>
                <a:lnTo>
                  <a:pt x="5440" y="2532"/>
                </a:lnTo>
                <a:lnTo>
                  <a:pt x="5389" y="2555"/>
                </a:lnTo>
                <a:lnTo>
                  <a:pt x="5339" y="2577"/>
                </a:lnTo>
                <a:lnTo>
                  <a:pt x="5288" y="2599"/>
                </a:lnTo>
                <a:lnTo>
                  <a:pt x="5237" y="2620"/>
                </a:lnTo>
                <a:lnTo>
                  <a:pt x="5187" y="2640"/>
                </a:lnTo>
                <a:lnTo>
                  <a:pt x="5136" y="2659"/>
                </a:lnTo>
                <a:lnTo>
                  <a:pt x="5092" y="2676"/>
                </a:lnTo>
                <a:lnTo>
                  <a:pt x="5048" y="2691"/>
                </a:lnTo>
                <a:lnTo>
                  <a:pt x="5004" y="2706"/>
                </a:lnTo>
                <a:lnTo>
                  <a:pt x="4960" y="2721"/>
                </a:lnTo>
                <a:lnTo>
                  <a:pt x="4873" y="2749"/>
                </a:lnTo>
                <a:lnTo>
                  <a:pt x="4829" y="2762"/>
                </a:lnTo>
                <a:lnTo>
                  <a:pt x="4785" y="2775"/>
                </a:lnTo>
                <a:lnTo>
                  <a:pt x="4741" y="2787"/>
                </a:lnTo>
                <a:lnTo>
                  <a:pt x="4697" y="2798"/>
                </a:lnTo>
                <a:lnTo>
                  <a:pt x="4653" y="2809"/>
                </a:lnTo>
                <a:lnTo>
                  <a:pt x="4609" y="2820"/>
                </a:lnTo>
                <a:lnTo>
                  <a:pt x="4521" y="2839"/>
                </a:lnTo>
                <a:lnTo>
                  <a:pt x="4477" y="2848"/>
                </a:lnTo>
                <a:lnTo>
                  <a:pt x="4432" y="2856"/>
                </a:lnTo>
                <a:lnTo>
                  <a:pt x="4388" y="2864"/>
                </a:lnTo>
                <a:lnTo>
                  <a:pt x="4343" y="2872"/>
                </a:lnTo>
                <a:lnTo>
                  <a:pt x="4299" y="2878"/>
                </a:lnTo>
                <a:lnTo>
                  <a:pt x="4254" y="2885"/>
                </a:lnTo>
                <a:lnTo>
                  <a:pt x="4210" y="2891"/>
                </a:lnTo>
                <a:lnTo>
                  <a:pt x="4165" y="2896"/>
                </a:lnTo>
                <a:lnTo>
                  <a:pt x="4120" y="2901"/>
                </a:lnTo>
                <a:lnTo>
                  <a:pt x="4075" y="2905"/>
                </a:lnTo>
                <a:lnTo>
                  <a:pt x="4031" y="2909"/>
                </a:lnTo>
                <a:lnTo>
                  <a:pt x="3986" y="2912"/>
                </a:lnTo>
                <a:lnTo>
                  <a:pt x="3939" y="2915"/>
                </a:lnTo>
                <a:lnTo>
                  <a:pt x="3894" y="2917"/>
                </a:lnTo>
                <a:lnTo>
                  <a:pt x="3849" y="2919"/>
                </a:lnTo>
                <a:lnTo>
                  <a:pt x="3803" y="2920"/>
                </a:lnTo>
                <a:lnTo>
                  <a:pt x="3758" y="2921"/>
                </a:lnTo>
                <a:lnTo>
                  <a:pt x="3712" y="2921"/>
                </a:lnTo>
                <a:close/>
                <a:moveTo>
                  <a:pt x="2037" y="1546"/>
                </a:moveTo>
                <a:lnTo>
                  <a:pt x="2069" y="1556"/>
                </a:lnTo>
                <a:lnTo>
                  <a:pt x="2103" y="1565"/>
                </a:lnTo>
                <a:lnTo>
                  <a:pt x="2169" y="1583"/>
                </a:lnTo>
                <a:lnTo>
                  <a:pt x="2202" y="1592"/>
                </a:lnTo>
                <a:lnTo>
                  <a:pt x="2235" y="1600"/>
                </a:lnTo>
                <a:lnTo>
                  <a:pt x="2268" y="1608"/>
                </a:lnTo>
                <a:lnTo>
                  <a:pt x="2301" y="1616"/>
                </a:lnTo>
                <a:lnTo>
                  <a:pt x="2335" y="1623"/>
                </a:lnTo>
                <a:lnTo>
                  <a:pt x="2369" y="1630"/>
                </a:lnTo>
                <a:lnTo>
                  <a:pt x="2403" y="1637"/>
                </a:lnTo>
                <a:lnTo>
                  <a:pt x="2437" y="1643"/>
                </a:lnTo>
                <a:lnTo>
                  <a:pt x="2472" y="1649"/>
                </a:lnTo>
                <a:lnTo>
                  <a:pt x="2506" y="1655"/>
                </a:lnTo>
                <a:lnTo>
                  <a:pt x="2541" y="1660"/>
                </a:lnTo>
                <a:lnTo>
                  <a:pt x="2576" y="1665"/>
                </a:lnTo>
                <a:lnTo>
                  <a:pt x="2610" y="1670"/>
                </a:lnTo>
                <a:lnTo>
                  <a:pt x="2645" y="1675"/>
                </a:lnTo>
                <a:lnTo>
                  <a:pt x="2680" y="1679"/>
                </a:lnTo>
                <a:lnTo>
                  <a:pt x="2716" y="1683"/>
                </a:lnTo>
                <a:lnTo>
                  <a:pt x="2751" y="1686"/>
                </a:lnTo>
                <a:lnTo>
                  <a:pt x="2787" y="1689"/>
                </a:lnTo>
                <a:lnTo>
                  <a:pt x="2822" y="1692"/>
                </a:lnTo>
                <a:lnTo>
                  <a:pt x="2859" y="1695"/>
                </a:lnTo>
                <a:lnTo>
                  <a:pt x="2895" y="1697"/>
                </a:lnTo>
                <a:lnTo>
                  <a:pt x="2932" y="1699"/>
                </a:lnTo>
                <a:lnTo>
                  <a:pt x="3004" y="1702"/>
                </a:lnTo>
                <a:lnTo>
                  <a:pt x="3041" y="1704"/>
                </a:lnTo>
                <a:lnTo>
                  <a:pt x="3078" y="1704"/>
                </a:lnTo>
                <a:lnTo>
                  <a:pt x="3115" y="1705"/>
                </a:lnTo>
                <a:lnTo>
                  <a:pt x="3152" y="1705"/>
                </a:lnTo>
                <a:lnTo>
                  <a:pt x="3188" y="1705"/>
                </a:lnTo>
                <a:lnTo>
                  <a:pt x="3224" y="1704"/>
                </a:lnTo>
                <a:lnTo>
                  <a:pt x="3258" y="1703"/>
                </a:lnTo>
                <a:lnTo>
                  <a:pt x="3292" y="1702"/>
                </a:lnTo>
                <a:lnTo>
                  <a:pt x="3326" y="1700"/>
                </a:lnTo>
                <a:lnTo>
                  <a:pt x="3359" y="1697"/>
                </a:lnTo>
                <a:lnTo>
                  <a:pt x="3391" y="1695"/>
                </a:lnTo>
                <a:lnTo>
                  <a:pt x="3423" y="1691"/>
                </a:lnTo>
                <a:lnTo>
                  <a:pt x="3454" y="1688"/>
                </a:lnTo>
                <a:lnTo>
                  <a:pt x="3485" y="1684"/>
                </a:lnTo>
                <a:lnTo>
                  <a:pt x="3515" y="1680"/>
                </a:lnTo>
                <a:lnTo>
                  <a:pt x="3545" y="1675"/>
                </a:lnTo>
                <a:lnTo>
                  <a:pt x="3574" y="1669"/>
                </a:lnTo>
                <a:lnTo>
                  <a:pt x="3604" y="1664"/>
                </a:lnTo>
                <a:lnTo>
                  <a:pt x="3631" y="1658"/>
                </a:lnTo>
                <a:lnTo>
                  <a:pt x="3659" y="1651"/>
                </a:lnTo>
                <a:lnTo>
                  <a:pt x="3686" y="1644"/>
                </a:lnTo>
                <a:lnTo>
                  <a:pt x="3712" y="1637"/>
                </a:lnTo>
                <a:lnTo>
                  <a:pt x="3738" y="1629"/>
                </a:lnTo>
                <a:lnTo>
                  <a:pt x="3763" y="1621"/>
                </a:lnTo>
                <a:lnTo>
                  <a:pt x="3787" y="1613"/>
                </a:lnTo>
                <a:lnTo>
                  <a:pt x="3811" y="1604"/>
                </a:lnTo>
                <a:lnTo>
                  <a:pt x="3834" y="1594"/>
                </a:lnTo>
                <a:lnTo>
                  <a:pt x="3857" y="1584"/>
                </a:lnTo>
                <a:lnTo>
                  <a:pt x="3879" y="1574"/>
                </a:lnTo>
                <a:lnTo>
                  <a:pt x="3901" y="1563"/>
                </a:lnTo>
                <a:lnTo>
                  <a:pt x="3922" y="1552"/>
                </a:lnTo>
                <a:lnTo>
                  <a:pt x="3943" y="1541"/>
                </a:lnTo>
                <a:lnTo>
                  <a:pt x="3962" y="1529"/>
                </a:lnTo>
                <a:lnTo>
                  <a:pt x="3983" y="1517"/>
                </a:lnTo>
                <a:lnTo>
                  <a:pt x="4001" y="1504"/>
                </a:lnTo>
                <a:lnTo>
                  <a:pt x="4019" y="1491"/>
                </a:lnTo>
                <a:lnTo>
                  <a:pt x="4037" y="1477"/>
                </a:lnTo>
                <a:lnTo>
                  <a:pt x="4054" y="1464"/>
                </a:lnTo>
                <a:lnTo>
                  <a:pt x="4062" y="1457"/>
                </a:lnTo>
                <a:lnTo>
                  <a:pt x="4070" y="1450"/>
                </a:lnTo>
                <a:lnTo>
                  <a:pt x="4085" y="1436"/>
                </a:lnTo>
                <a:lnTo>
                  <a:pt x="4099" y="1421"/>
                </a:lnTo>
                <a:lnTo>
                  <a:pt x="4112" y="1407"/>
                </a:lnTo>
                <a:lnTo>
                  <a:pt x="4125" y="1393"/>
                </a:lnTo>
                <a:lnTo>
                  <a:pt x="4137" y="1378"/>
                </a:lnTo>
                <a:lnTo>
                  <a:pt x="4148" y="1363"/>
                </a:lnTo>
                <a:lnTo>
                  <a:pt x="4158" y="1349"/>
                </a:lnTo>
                <a:lnTo>
                  <a:pt x="4168" y="1334"/>
                </a:lnTo>
                <a:lnTo>
                  <a:pt x="4177" y="1319"/>
                </a:lnTo>
                <a:lnTo>
                  <a:pt x="4186" y="1304"/>
                </a:lnTo>
                <a:lnTo>
                  <a:pt x="4194" y="1289"/>
                </a:lnTo>
                <a:lnTo>
                  <a:pt x="4201" y="1275"/>
                </a:lnTo>
                <a:lnTo>
                  <a:pt x="4207" y="1260"/>
                </a:lnTo>
                <a:lnTo>
                  <a:pt x="4214" y="1245"/>
                </a:lnTo>
                <a:lnTo>
                  <a:pt x="4219" y="1231"/>
                </a:lnTo>
                <a:lnTo>
                  <a:pt x="4224" y="1216"/>
                </a:lnTo>
                <a:lnTo>
                  <a:pt x="4229" y="1202"/>
                </a:lnTo>
                <a:lnTo>
                  <a:pt x="4233" y="1187"/>
                </a:lnTo>
                <a:lnTo>
                  <a:pt x="4236" y="1173"/>
                </a:lnTo>
                <a:lnTo>
                  <a:pt x="4242" y="1145"/>
                </a:lnTo>
                <a:lnTo>
                  <a:pt x="4245" y="1131"/>
                </a:lnTo>
                <a:lnTo>
                  <a:pt x="4247" y="1118"/>
                </a:lnTo>
                <a:lnTo>
                  <a:pt x="4249" y="1092"/>
                </a:lnTo>
                <a:lnTo>
                  <a:pt x="4251" y="1066"/>
                </a:lnTo>
                <a:lnTo>
                  <a:pt x="4252" y="1042"/>
                </a:lnTo>
                <a:lnTo>
                  <a:pt x="4251" y="1024"/>
                </a:lnTo>
                <a:lnTo>
                  <a:pt x="4250" y="1006"/>
                </a:lnTo>
                <a:lnTo>
                  <a:pt x="4249" y="989"/>
                </a:lnTo>
                <a:lnTo>
                  <a:pt x="4247" y="971"/>
                </a:lnTo>
                <a:lnTo>
                  <a:pt x="4244" y="953"/>
                </a:lnTo>
                <a:lnTo>
                  <a:pt x="4241" y="936"/>
                </a:lnTo>
                <a:lnTo>
                  <a:pt x="4237" y="918"/>
                </a:lnTo>
                <a:lnTo>
                  <a:pt x="4233" y="901"/>
                </a:lnTo>
                <a:lnTo>
                  <a:pt x="4228" y="884"/>
                </a:lnTo>
                <a:lnTo>
                  <a:pt x="4223" y="867"/>
                </a:lnTo>
                <a:lnTo>
                  <a:pt x="4217" y="850"/>
                </a:lnTo>
                <a:lnTo>
                  <a:pt x="4210" y="833"/>
                </a:lnTo>
                <a:lnTo>
                  <a:pt x="4203" y="816"/>
                </a:lnTo>
                <a:lnTo>
                  <a:pt x="4196" y="799"/>
                </a:lnTo>
                <a:lnTo>
                  <a:pt x="4187" y="783"/>
                </a:lnTo>
                <a:lnTo>
                  <a:pt x="4179" y="767"/>
                </a:lnTo>
                <a:lnTo>
                  <a:pt x="4169" y="751"/>
                </a:lnTo>
                <a:lnTo>
                  <a:pt x="4160" y="735"/>
                </a:lnTo>
                <a:lnTo>
                  <a:pt x="4149" y="719"/>
                </a:lnTo>
                <a:lnTo>
                  <a:pt x="4139" y="704"/>
                </a:lnTo>
                <a:lnTo>
                  <a:pt x="4127" y="688"/>
                </a:lnTo>
                <a:lnTo>
                  <a:pt x="4115" y="673"/>
                </a:lnTo>
                <a:lnTo>
                  <a:pt x="4103" y="658"/>
                </a:lnTo>
                <a:lnTo>
                  <a:pt x="4090" y="643"/>
                </a:lnTo>
                <a:lnTo>
                  <a:pt x="4077" y="629"/>
                </a:lnTo>
                <a:lnTo>
                  <a:pt x="4063" y="614"/>
                </a:lnTo>
                <a:lnTo>
                  <a:pt x="4048" y="600"/>
                </a:lnTo>
                <a:lnTo>
                  <a:pt x="4034" y="586"/>
                </a:lnTo>
                <a:lnTo>
                  <a:pt x="4018" y="573"/>
                </a:lnTo>
                <a:lnTo>
                  <a:pt x="4002" y="559"/>
                </a:lnTo>
                <a:lnTo>
                  <a:pt x="3986" y="546"/>
                </a:lnTo>
                <a:lnTo>
                  <a:pt x="3968" y="533"/>
                </a:lnTo>
                <a:lnTo>
                  <a:pt x="3950" y="520"/>
                </a:lnTo>
                <a:lnTo>
                  <a:pt x="3932" y="508"/>
                </a:lnTo>
                <a:lnTo>
                  <a:pt x="3914" y="496"/>
                </a:lnTo>
                <a:lnTo>
                  <a:pt x="3895" y="484"/>
                </a:lnTo>
                <a:lnTo>
                  <a:pt x="3876" y="473"/>
                </a:lnTo>
                <a:lnTo>
                  <a:pt x="3857" y="462"/>
                </a:lnTo>
                <a:lnTo>
                  <a:pt x="3847" y="456"/>
                </a:lnTo>
                <a:lnTo>
                  <a:pt x="3837" y="451"/>
                </a:lnTo>
                <a:lnTo>
                  <a:pt x="3817" y="441"/>
                </a:lnTo>
                <a:lnTo>
                  <a:pt x="3797" y="431"/>
                </a:lnTo>
                <a:lnTo>
                  <a:pt x="3776" y="422"/>
                </a:lnTo>
                <a:lnTo>
                  <a:pt x="3755" y="412"/>
                </a:lnTo>
                <a:lnTo>
                  <a:pt x="3734" y="404"/>
                </a:lnTo>
                <a:lnTo>
                  <a:pt x="3712" y="396"/>
                </a:lnTo>
                <a:lnTo>
                  <a:pt x="3691" y="388"/>
                </a:lnTo>
                <a:lnTo>
                  <a:pt x="3668" y="380"/>
                </a:lnTo>
                <a:lnTo>
                  <a:pt x="3646" y="373"/>
                </a:lnTo>
                <a:lnTo>
                  <a:pt x="3600" y="360"/>
                </a:lnTo>
                <a:lnTo>
                  <a:pt x="3577" y="354"/>
                </a:lnTo>
                <a:lnTo>
                  <a:pt x="3554" y="349"/>
                </a:lnTo>
                <a:lnTo>
                  <a:pt x="3530" y="344"/>
                </a:lnTo>
                <a:lnTo>
                  <a:pt x="3507" y="339"/>
                </a:lnTo>
                <a:lnTo>
                  <a:pt x="3483" y="335"/>
                </a:lnTo>
                <a:lnTo>
                  <a:pt x="3459" y="332"/>
                </a:lnTo>
                <a:lnTo>
                  <a:pt x="3435" y="328"/>
                </a:lnTo>
                <a:lnTo>
                  <a:pt x="3410" y="325"/>
                </a:lnTo>
                <a:lnTo>
                  <a:pt x="3361" y="321"/>
                </a:lnTo>
                <a:lnTo>
                  <a:pt x="3336" y="319"/>
                </a:lnTo>
                <a:lnTo>
                  <a:pt x="3312" y="318"/>
                </a:lnTo>
                <a:lnTo>
                  <a:pt x="3287" y="318"/>
                </a:lnTo>
                <a:lnTo>
                  <a:pt x="3261" y="317"/>
                </a:lnTo>
                <a:lnTo>
                  <a:pt x="3226" y="318"/>
                </a:lnTo>
                <a:lnTo>
                  <a:pt x="3191" y="319"/>
                </a:lnTo>
                <a:lnTo>
                  <a:pt x="3156" y="321"/>
                </a:lnTo>
                <a:lnTo>
                  <a:pt x="3122" y="325"/>
                </a:lnTo>
                <a:lnTo>
                  <a:pt x="3089" y="328"/>
                </a:lnTo>
                <a:lnTo>
                  <a:pt x="3056" y="333"/>
                </a:lnTo>
                <a:lnTo>
                  <a:pt x="3024" y="339"/>
                </a:lnTo>
                <a:lnTo>
                  <a:pt x="2992" y="345"/>
                </a:lnTo>
                <a:lnTo>
                  <a:pt x="2960" y="352"/>
                </a:lnTo>
                <a:lnTo>
                  <a:pt x="2929" y="360"/>
                </a:lnTo>
                <a:lnTo>
                  <a:pt x="2899" y="369"/>
                </a:lnTo>
                <a:lnTo>
                  <a:pt x="2869" y="379"/>
                </a:lnTo>
                <a:lnTo>
                  <a:pt x="2838" y="389"/>
                </a:lnTo>
                <a:lnTo>
                  <a:pt x="2809" y="400"/>
                </a:lnTo>
                <a:lnTo>
                  <a:pt x="2780" y="412"/>
                </a:lnTo>
                <a:lnTo>
                  <a:pt x="2752" y="424"/>
                </a:lnTo>
                <a:lnTo>
                  <a:pt x="2724" y="437"/>
                </a:lnTo>
                <a:lnTo>
                  <a:pt x="2697" y="451"/>
                </a:lnTo>
                <a:lnTo>
                  <a:pt x="2670" y="465"/>
                </a:lnTo>
                <a:lnTo>
                  <a:pt x="2644" y="480"/>
                </a:lnTo>
                <a:lnTo>
                  <a:pt x="2619" y="496"/>
                </a:lnTo>
                <a:lnTo>
                  <a:pt x="2593" y="512"/>
                </a:lnTo>
                <a:lnTo>
                  <a:pt x="2569" y="529"/>
                </a:lnTo>
                <a:lnTo>
                  <a:pt x="2545" y="546"/>
                </a:lnTo>
                <a:lnTo>
                  <a:pt x="2521" y="564"/>
                </a:lnTo>
                <a:lnTo>
                  <a:pt x="2498" y="582"/>
                </a:lnTo>
                <a:lnTo>
                  <a:pt x="2475" y="601"/>
                </a:lnTo>
                <a:lnTo>
                  <a:pt x="2452" y="621"/>
                </a:lnTo>
                <a:lnTo>
                  <a:pt x="2431" y="641"/>
                </a:lnTo>
                <a:lnTo>
                  <a:pt x="2410" y="661"/>
                </a:lnTo>
                <a:lnTo>
                  <a:pt x="2389" y="682"/>
                </a:lnTo>
                <a:lnTo>
                  <a:pt x="2369" y="704"/>
                </a:lnTo>
                <a:lnTo>
                  <a:pt x="2350" y="726"/>
                </a:lnTo>
                <a:lnTo>
                  <a:pt x="2331" y="748"/>
                </a:lnTo>
                <a:lnTo>
                  <a:pt x="2313" y="771"/>
                </a:lnTo>
                <a:lnTo>
                  <a:pt x="2295" y="794"/>
                </a:lnTo>
                <a:lnTo>
                  <a:pt x="2278" y="817"/>
                </a:lnTo>
                <a:lnTo>
                  <a:pt x="2262" y="841"/>
                </a:lnTo>
                <a:lnTo>
                  <a:pt x="2246" y="866"/>
                </a:lnTo>
                <a:lnTo>
                  <a:pt x="2230" y="890"/>
                </a:lnTo>
                <a:lnTo>
                  <a:pt x="2215" y="915"/>
                </a:lnTo>
                <a:lnTo>
                  <a:pt x="2201" y="940"/>
                </a:lnTo>
                <a:lnTo>
                  <a:pt x="2187" y="966"/>
                </a:lnTo>
                <a:lnTo>
                  <a:pt x="2174" y="992"/>
                </a:lnTo>
                <a:lnTo>
                  <a:pt x="2161" y="1018"/>
                </a:lnTo>
                <a:lnTo>
                  <a:pt x="2149" y="1044"/>
                </a:lnTo>
                <a:lnTo>
                  <a:pt x="2138" y="1071"/>
                </a:lnTo>
                <a:lnTo>
                  <a:pt x="2127" y="1098"/>
                </a:lnTo>
                <a:lnTo>
                  <a:pt x="2117" y="1125"/>
                </a:lnTo>
                <a:lnTo>
                  <a:pt x="2107" y="1152"/>
                </a:lnTo>
                <a:lnTo>
                  <a:pt x="2098" y="1179"/>
                </a:lnTo>
                <a:lnTo>
                  <a:pt x="2090" y="1207"/>
                </a:lnTo>
                <a:lnTo>
                  <a:pt x="2081" y="1235"/>
                </a:lnTo>
                <a:lnTo>
                  <a:pt x="2074" y="1263"/>
                </a:lnTo>
                <a:lnTo>
                  <a:pt x="2068" y="1291"/>
                </a:lnTo>
                <a:lnTo>
                  <a:pt x="2062" y="1319"/>
                </a:lnTo>
                <a:lnTo>
                  <a:pt x="2056" y="1347"/>
                </a:lnTo>
                <a:lnTo>
                  <a:pt x="2052" y="1375"/>
                </a:lnTo>
                <a:lnTo>
                  <a:pt x="2048" y="1404"/>
                </a:lnTo>
                <a:lnTo>
                  <a:pt x="2044" y="1432"/>
                </a:lnTo>
                <a:lnTo>
                  <a:pt x="2041" y="1461"/>
                </a:lnTo>
                <a:lnTo>
                  <a:pt x="2039" y="1489"/>
                </a:lnTo>
                <a:lnTo>
                  <a:pt x="2038" y="1518"/>
                </a:lnTo>
                <a:lnTo>
                  <a:pt x="2037" y="1546"/>
                </a:lnTo>
                <a:close/>
              </a:path>
            </a:pathLst>
          </a:custGeom>
          <a:solidFill>
            <a:srgbClr val="F048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07989" y="3790201"/>
            <a:ext cx="8496324" cy="430887"/>
          </a:xfrm>
        </p:spPr>
        <p:txBody>
          <a:bodyPr wrap="square" anchor="b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7503141-D512-BB12-3A6D-E65082BE7D1E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303912" y="4509120"/>
            <a:ext cx="6480101" cy="307777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2000" b="1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2586C3FD-CB73-4380-80FD-D81AB11ACBAD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318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A48E3806-59F4-4695-AD87-24ED4BF89577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192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6892181-B2E3-3F6D-2772-00C48AC3D9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bIns="720000" anchor="ctr" anchorCtr="0"/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7988" y="1341438"/>
            <a:ext cx="11376025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6E3EE-C770-4EC8-8E19-BF02C1408E55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098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2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C318-C6CE-49C9-8859-402682EE3C61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261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C510E7-0A15-047D-F755-583D93F79F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6450123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1 h 6858000"/>
              <a:gd name="connsiteX3" fmla="*/ 6450123 w 12191999"/>
              <a:gd name="connsiteY3" fmla="*/ 1 h 6858000"/>
              <a:gd name="connsiteX4" fmla="*/ 6095999 w 12191999"/>
              <a:gd name="connsiteY4" fmla="*/ 354125 h 6858000"/>
              <a:gd name="connsiteX5" fmla="*/ 6095999 w 12191999"/>
              <a:gd name="connsiteY5" fmla="*/ 6503876 h 6858000"/>
              <a:gd name="connsiteX6" fmla="*/ 6450123 w 12191999"/>
              <a:gd name="connsiteY6" fmla="*/ 6858000 h 6858000"/>
              <a:gd name="connsiteX7" fmla="*/ 0 w 12191999"/>
              <a:gd name="connsiteY7" fmla="*/ 6858000 h 6858000"/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6450123 w 12191999"/>
              <a:gd name="connsiteY2" fmla="*/ 1 h 6858000"/>
              <a:gd name="connsiteX3" fmla="*/ 6095999 w 12191999"/>
              <a:gd name="connsiteY3" fmla="*/ 354125 h 6858000"/>
              <a:gd name="connsiteX4" fmla="*/ 6095999 w 12191999"/>
              <a:gd name="connsiteY4" fmla="*/ 6503876 h 6858000"/>
              <a:gd name="connsiteX5" fmla="*/ 6450123 w 12191999"/>
              <a:gd name="connsiteY5" fmla="*/ 6858000 h 6858000"/>
              <a:gd name="connsiteX6" fmla="*/ 0 w 12191999"/>
              <a:gd name="connsiteY6" fmla="*/ 6858000 h 6858000"/>
              <a:gd name="connsiteX7" fmla="*/ 0 w 12191999"/>
              <a:gd name="connsiteY7" fmla="*/ 0 h 6858000"/>
              <a:gd name="connsiteX0" fmla="*/ 0 w 6450123"/>
              <a:gd name="connsiteY0" fmla="*/ 0 h 6858000"/>
              <a:gd name="connsiteX1" fmla="*/ 6450123 w 6450123"/>
              <a:gd name="connsiteY1" fmla="*/ 1 h 6858000"/>
              <a:gd name="connsiteX2" fmla="*/ 6095999 w 6450123"/>
              <a:gd name="connsiteY2" fmla="*/ 354125 h 6858000"/>
              <a:gd name="connsiteX3" fmla="*/ 6095999 w 6450123"/>
              <a:gd name="connsiteY3" fmla="*/ 6503876 h 6858000"/>
              <a:gd name="connsiteX4" fmla="*/ 6450123 w 6450123"/>
              <a:gd name="connsiteY4" fmla="*/ 6858000 h 6858000"/>
              <a:gd name="connsiteX5" fmla="*/ 0 w 6450123"/>
              <a:gd name="connsiteY5" fmla="*/ 6858000 h 6858000"/>
              <a:gd name="connsiteX6" fmla="*/ 0 w 6450123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50123" h="6858000">
                <a:moveTo>
                  <a:pt x="0" y="0"/>
                </a:moveTo>
                <a:lnTo>
                  <a:pt x="6450123" y="1"/>
                </a:lnTo>
                <a:cubicBezTo>
                  <a:pt x="6254546" y="1"/>
                  <a:pt x="6095999" y="158548"/>
                  <a:pt x="6095999" y="354125"/>
                </a:cubicBezTo>
                <a:lnTo>
                  <a:pt x="6095999" y="6503876"/>
                </a:lnTo>
                <a:cubicBezTo>
                  <a:pt x="6095999" y="6699453"/>
                  <a:pt x="6254546" y="6858000"/>
                  <a:pt x="6450123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95" y="548680"/>
            <a:ext cx="4823917" cy="7927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CB42F478-87CC-BE9D-DF0E-6ADAF3691A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0096" y="1341438"/>
            <a:ext cx="4823917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574A8F1-4CC6-4A2B-B8A8-E93BB8608E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7987" y="1988841"/>
            <a:ext cx="4679901" cy="3024336"/>
          </a:xfrm>
          <a:prstGeom prst="roundRect">
            <a:avLst>
              <a:gd name="adj" fmla="val 13451"/>
            </a:avLst>
          </a:prstGeom>
          <a:solidFill>
            <a:schemeClr val="accent1"/>
          </a:solidFill>
        </p:spPr>
        <p:txBody>
          <a:bodyPr lIns="360000" tIns="288000" rIns="360000" bIns="288000"/>
          <a:lstStyle>
            <a:lvl1pPr marL="0" indent="0">
              <a:spcAft>
                <a:spcPts val="1200"/>
              </a:spcAft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B061FB1-E1EC-8FB2-8297-BA16584B36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959600" y="1988839"/>
            <a:ext cx="4824413" cy="388808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3525" indent="-263525">
              <a:buFont typeface="Arial" panose="020B0604020202020204" pitchFamily="34" charset="0"/>
              <a:buChar char="•"/>
              <a:tabLst/>
              <a:defRPr/>
            </a:lvl2pPr>
            <a:lvl3pPr marL="538163" indent="-268288">
              <a:buFont typeface="Calibri" panose="020F0502020204030204" pitchFamily="34" charset="0"/>
              <a:buChar char="–"/>
              <a:defRPr/>
            </a:lvl3pPr>
            <a:lvl4pPr marL="803275" indent="-268288">
              <a:buFont typeface="Arial" panose="020B0604020202020204" pitchFamily="34" charset="0"/>
              <a:buChar char="•"/>
              <a:defRPr/>
            </a:lvl4pPr>
            <a:lvl5pPr marL="1076325" indent="-268288">
              <a:buFont typeface="Calibri" panose="020F0502020204030204" pitchFamily="34" charset="0"/>
              <a:buChar char="–"/>
              <a:defRPr/>
            </a:lvl5pPr>
            <a:lvl6pPr marL="1341438" indent="-268288">
              <a:buFont typeface="Arial" panose="020B0604020202020204" pitchFamily="34" charset="0"/>
              <a:buChar char="•"/>
              <a:defRPr/>
            </a:lvl6pPr>
            <a:lvl7pPr marL="1616075" indent="-268288">
              <a:buFont typeface="Calibri" panose="020F0502020204030204" pitchFamily="34" charset="0"/>
              <a:buChar char="–"/>
              <a:defRPr/>
            </a:lvl7pPr>
            <a:lvl8pPr marL="1879600" indent="-279400">
              <a:buFont typeface="Arial" panose="020B0604020202020204" pitchFamily="34" charset="0"/>
              <a:buChar char="•"/>
              <a:defRPr/>
            </a:lvl8pPr>
            <a:lvl9pPr marL="2154238" indent="-268288">
              <a:buFont typeface="Calibri" panose="020F0502020204030204" pitchFamily="34" charset="0"/>
              <a:buChar char="–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1CC65-9D0E-4C32-8E14-0E8D4B5F0522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450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76BD-48D0-2253-654B-598FF7A4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E7768-FF94-4299-AF90-DAC845832787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76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AC771-836A-DAB7-FDC5-494CE848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A7D09-7A42-4F75-B74D-5798E87AEC1D}" type="datetime1">
              <a:rPr lang="en-GB" smtClean="0"/>
              <a:t>13/01/2026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DF1E-BCCF-8245-9B66-ADCECCFE3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362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/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993DC-33BE-4BEF-8C70-B871AE8DDB2E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227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D513B087-BE26-D33E-8A1F-5452253C82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7" y="3059668"/>
            <a:ext cx="11376025" cy="738664"/>
          </a:xfrm>
        </p:spPr>
        <p:txBody>
          <a:bodyPr anchor="ctr" anchorCtr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48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D288F3-C12C-168B-EF64-F92D603BF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479510-FB28-4398-B380-435309EB0329}" type="datetime1">
              <a:rPr lang="en-GB" smtClean="0"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7E0C1-F154-9819-336D-AB26115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26DAB805-F700-329D-4637-686314ABA25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569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V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7">
            <a:extLst>
              <a:ext uri="{FF2B5EF4-FFF2-40B4-BE49-F238E27FC236}">
                <a16:creationId xmlns:a16="http://schemas.microsoft.com/office/drawing/2014/main" id="{01577CBA-9913-37D2-F01A-7F1BADA4DBA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custGeom>
            <a:avLst/>
            <a:gdLst>
              <a:gd name="connsiteX0" fmla="*/ 3311727 w 6096000"/>
              <a:gd name="connsiteY0" fmla="*/ 0 h 6858000"/>
              <a:gd name="connsiteX1" fmla="*/ 6095360 w 6096000"/>
              <a:gd name="connsiteY1" fmla="*/ 0 h 6858000"/>
              <a:gd name="connsiteX2" fmla="*/ 6095360 w 6096000"/>
              <a:gd name="connsiteY2" fmla="*/ 6858000 h 6858000"/>
              <a:gd name="connsiteX3" fmla="*/ 5733696 w 6096000"/>
              <a:gd name="connsiteY3" fmla="*/ 6858000 h 6858000"/>
              <a:gd name="connsiteX4" fmla="*/ 5733696 w 6096000"/>
              <a:gd name="connsiteY4" fmla="*/ 6858000 h 6858000"/>
              <a:gd name="connsiteX5" fmla="*/ 361034 w 6096000"/>
              <a:gd name="connsiteY5" fmla="*/ 6858000 h 6858000"/>
              <a:gd name="connsiteX6" fmla="*/ -640 w 6096000"/>
              <a:gd name="connsiteY6" fmla="*/ 6496326 h 6858000"/>
              <a:gd name="connsiteX7" fmla="*/ -640 w 6096000"/>
              <a:gd name="connsiteY7" fmla="*/ 361677 h 6858000"/>
              <a:gd name="connsiteX8" fmla="*/ 288148 w 6096000"/>
              <a:gd name="connsiteY8" fmla="*/ 7349 h 6858000"/>
              <a:gd name="connsiteX9" fmla="*/ 361024 w 6096000"/>
              <a:gd name="connsiteY9" fmla="*/ 2 h 6858000"/>
              <a:gd name="connsiteX10" fmla="*/ 3311727 w 6096000"/>
              <a:gd name="connsiteY10" fmla="*/ 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96000" h="6858000">
                <a:moveTo>
                  <a:pt x="3311727" y="0"/>
                </a:moveTo>
                <a:lnTo>
                  <a:pt x="6095360" y="0"/>
                </a:lnTo>
                <a:lnTo>
                  <a:pt x="6095360" y="6858000"/>
                </a:lnTo>
                <a:lnTo>
                  <a:pt x="5733696" y="6858000"/>
                </a:lnTo>
                <a:lnTo>
                  <a:pt x="5733696" y="6858000"/>
                </a:lnTo>
                <a:lnTo>
                  <a:pt x="361034" y="6858000"/>
                </a:lnTo>
                <a:cubicBezTo>
                  <a:pt x="161285" y="6858000"/>
                  <a:pt x="-640" y="6696075"/>
                  <a:pt x="-640" y="6496326"/>
                </a:cubicBezTo>
                <a:lnTo>
                  <a:pt x="-640" y="361677"/>
                </a:lnTo>
                <a:cubicBezTo>
                  <a:pt x="-640" y="186898"/>
                  <a:pt x="123337" y="41074"/>
                  <a:pt x="288148" y="7349"/>
                </a:cubicBezTo>
                <a:lnTo>
                  <a:pt x="361024" y="2"/>
                </a:lnTo>
                <a:lnTo>
                  <a:pt x="3311727" y="2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DCFFD-43CB-79B2-8DBB-FA4AF8C41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548680"/>
            <a:ext cx="3167733" cy="79275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CV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D72E5-6043-9DCA-34BE-8FF5603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988E17D6-6BC9-46E3-8B23-52FABBFE686A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ED5F-8F13-2F2A-F780-BC382408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1854EF0A-C578-76D6-8AB8-441679213B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1341438"/>
            <a:ext cx="3167732" cy="358774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12FDD77-EB86-DDC3-8818-E0AB7E8861F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7989" y="2420888"/>
            <a:ext cx="5255963" cy="187220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tabLst/>
              <a:defRPr sz="16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Freeform: Shape 1">
            <a:extLst>
              <a:ext uri="{FF2B5EF4-FFF2-40B4-BE49-F238E27FC236}">
                <a16:creationId xmlns:a16="http://schemas.microsoft.com/office/drawing/2014/main" id="{574957D6-6CEF-320A-A32F-9C120F73DC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791744" y="404812"/>
            <a:ext cx="1872208" cy="1497571"/>
          </a:xfrm>
          <a:prstGeom prst="roundRect">
            <a:avLst>
              <a:gd name="adj" fmla="val 23351"/>
            </a:avLst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bIns="720000" anchor="ctr" anchorCtr="0">
            <a:noAutofit/>
          </a:bodyPr>
          <a:lstStyle>
            <a:lvl1pPr marL="0" indent="0" algn="ctr">
              <a:buFontTx/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5D88A18-A794-ACDB-C2B0-C346EFAE9F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989" y="4437112"/>
            <a:ext cx="2591667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82563" indent="-18256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</a:defRPr>
            </a:lvl3pPr>
            <a:lvl4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4pPr>
            <a:lvl5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5pPr>
            <a:lvl6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6pPr>
            <a:lvl7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7pPr>
            <a:lvl8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8pPr>
            <a:lvl9pPr marL="182563" indent="-182563">
              <a:spcBef>
                <a:spcPts val="0"/>
              </a:spcBef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Areas of expertise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54B6216-6542-7D09-C702-EA2D9BB58C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71665" y="4437112"/>
            <a:ext cx="2592288" cy="1439813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000" b="1">
                <a:solidFill>
                  <a:schemeClr val="bg1"/>
                </a:solidFill>
              </a:defRPr>
            </a:lvl1pPr>
            <a:lvl2pPr marL="176213" indent="-176213">
              <a:spcBef>
                <a:spcPts val="0"/>
              </a:spcBef>
              <a:buFont typeface="Arial" panose="020B0604020202020204" pitchFamily="34" charset="0"/>
              <a:buChar char="•"/>
              <a:tabLst/>
              <a:defRPr sz="10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Customers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Subtitle 1">
            <a:extLst>
              <a:ext uri="{FF2B5EF4-FFF2-40B4-BE49-F238E27FC236}">
                <a16:creationId xmlns:a16="http://schemas.microsoft.com/office/drawing/2014/main" id="{6216114F-2C58-9E94-8764-CCD4ABD2D13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7988" y="2132856"/>
            <a:ext cx="5255963" cy="288032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Bio</a:t>
            </a:r>
          </a:p>
        </p:txBody>
      </p:sp>
      <p:sp>
        <p:nvSpPr>
          <p:cNvPr id="17" name="Subtitle 1">
            <a:extLst>
              <a:ext uri="{FF2B5EF4-FFF2-40B4-BE49-F238E27FC236}">
                <a16:creationId xmlns:a16="http://schemas.microsoft.com/office/drawing/2014/main" id="{8244FB8C-7047-D81C-41FB-9083A91C27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7988" y="1700213"/>
            <a:ext cx="3167732" cy="216619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CFB2D1FB-1DAF-3ACD-51A6-1C8CAA8487F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7D5CDE2-CBC6-1E90-C439-9E889F30DF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45892" y="3352056"/>
            <a:ext cx="1396216" cy="153888"/>
          </a:xfrm>
        </p:spPr>
        <p:txBody>
          <a:bodyPr wrap="none" anchor="ctr" anchorCtr="0">
            <a:sp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000">
                <a:solidFill>
                  <a:schemeClr val="tx2"/>
                </a:solidFill>
              </a:defRPr>
            </a:lvl1pPr>
            <a:lvl2pPr marL="0" indent="0" algn="ctr">
              <a:spcBef>
                <a:spcPts val="0"/>
              </a:spcBef>
              <a:buFontTx/>
              <a:buNone/>
              <a:defRPr sz="1000"/>
            </a:lvl2pPr>
            <a:lvl3pPr marL="0" indent="0" algn="ctr">
              <a:spcBef>
                <a:spcPts val="0"/>
              </a:spcBef>
              <a:buFontTx/>
              <a:buNone/>
              <a:defRPr sz="1000"/>
            </a:lvl3pPr>
            <a:lvl4pPr marL="0" indent="0" algn="ctr">
              <a:spcBef>
                <a:spcPts val="0"/>
              </a:spcBef>
              <a:buFontTx/>
              <a:buNone/>
              <a:defRPr sz="1000"/>
            </a:lvl4pPr>
            <a:lvl5pPr marL="0" indent="0" algn="ctr">
              <a:spcBef>
                <a:spcPts val="0"/>
              </a:spcBef>
              <a:buFontTx/>
              <a:buNone/>
              <a:defRPr sz="1000"/>
            </a:lvl5pPr>
            <a:lvl6pPr marL="0" indent="0" algn="ctr">
              <a:spcBef>
                <a:spcPts val="0"/>
              </a:spcBef>
              <a:buFontTx/>
              <a:buNone/>
              <a:defRPr sz="1000"/>
            </a:lvl6pPr>
            <a:lvl7pPr marL="0" indent="0" algn="ctr">
              <a:spcBef>
                <a:spcPts val="0"/>
              </a:spcBef>
              <a:buFontTx/>
              <a:buNone/>
              <a:defRPr sz="1000"/>
            </a:lvl7pPr>
            <a:lvl8pPr marL="0" indent="0" algn="ctr">
              <a:spcBef>
                <a:spcPts val="0"/>
              </a:spcBef>
              <a:buFontTx/>
              <a:buNone/>
              <a:defRPr sz="1000"/>
            </a:lvl8pPr>
            <a:lvl9pPr marL="0" indent="0" algn="ctr">
              <a:spcBef>
                <a:spcPts val="0"/>
              </a:spcBef>
              <a:buFontTx/>
              <a:buNone/>
              <a:defRPr sz="1000"/>
            </a:lvl9pPr>
          </a:lstStyle>
          <a:p>
            <a:pPr lvl="0"/>
            <a:r>
              <a:rPr lang="en-US"/>
              <a:t>Insert customer logos here</a:t>
            </a:r>
          </a:p>
        </p:txBody>
      </p:sp>
    </p:spTree>
    <p:extLst>
      <p:ext uri="{BB962C8B-B14F-4D97-AF65-F5344CB8AC3E}">
        <p14:creationId xmlns:p14="http://schemas.microsoft.com/office/powerpoint/2010/main" val="24359528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99F1F9-0822-D5A7-647F-C1349F1E0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636912"/>
            <a:ext cx="11376025" cy="1008112"/>
          </a:xfrm>
        </p:spPr>
        <p:txBody>
          <a:bodyPr anchor="b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2BD77CE-57AF-513F-432F-0EAA540F72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987" y="4005064"/>
            <a:ext cx="11376025" cy="1252735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Contact.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664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66D377D-0BD8-4C2D-80AF-A5784FA0B384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664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444873-0ACE-9415-8D79-2EDD2448F7B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B325AE4-7BF9-9234-2ABE-349910BD13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63552" y="6309320"/>
            <a:ext cx="9720461" cy="144016"/>
          </a:xfrm>
        </p:spPr>
        <p:txBody>
          <a:bodyPr anchor="ctr" anchorCtr="0"/>
          <a:lstStyle>
            <a:lvl1pPr marL="0" indent="0" algn="r">
              <a:lnSpc>
                <a:spcPct val="90000"/>
              </a:lnSpc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1pPr>
            <a:lvl2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2pPr>
            <a:lvl3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3pPr>
            <a:lvl4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4pPr>
            <a:lvl5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5pPr>
            <a:lvl6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6pPr>
            <a:lvl7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7pPr>
            <a:lvl8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8pPr>
            <a:lvl9pPr marL="0" indent="0" algn="r">
              <a:spcBef>
                <a:spcPts val="0"/>
              </a:spcBef>
              <a:buFontTx/>
              <a:buNone/>
              <a:defRPr sz="10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9339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25A11-87C9-10BB-F32C-EE027F22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04287" y="404813"/>
            <a:ext cx="2447925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CB5A65B-7524-4913-A48E-7A88F83ECE15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3E2F-C0B9-85E8-75F1-FE103B51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212" y="404813"/>
            <a:ext cx="431799" cy="143869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5631C7-0A03-3A04-07EF-E69DE88671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3552" y="6309320"/>
            <a:ext cx="9720460" cy="143868"/>
          </a:xfrm>
        </p:spPr>
        <p:txBody>
          <a:bodyPr anchor="ctr" anchorCtr="0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897745DB-C928-11C8-F402-48D7978B7F5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21355" y="6093296"/>
            <a:ext cx="1354165" cy="432000"/>
          </a:xfrm>
          <a:custGeom>
            <a:avLst/>
            <a:gdLst>
              <a:gd name="T0" fmla="*/ 6051 w 6542"/>
              <a:gd name="T1" fmla="*/ 2901 h 4174"/>
              <a:gd name="T2" fmla="*/ 6249 w 6542"/>
              <a:gd name="T3" fmla="*/ 2831 h 4174"/>
              <a:gd name="T4" fmla="*/ 6517 w 6542"/>
              <a:gd name="T5" fmla="*/ 3149 h 4174"/>
              <a:gd name="T6" fmla="*/ 1246 w 6542"/>
              <a:gd name="T7" fmla="*/ 3059 h 4174"/>
              <a:gd name="T8" fmla="*/ 783 w 6542"/>
              <a:gd name="T9" fmla="*/ 3239 h 4174"/>
              <a:gd name="T10" fmla="*/ 400 w 6542"/>
              <a:gd name="T11" fmla="*/ 2793 h 4174"/>
              <a:gd name="T12" fmla="*/ 29 w 6542"/>
              <a:gd name="T13" fmla="*/ 1870 h 4174"/>
              <a:gd name="T14" fmla="*/ 463 w 6542"/>
              <a:gd name="T15" fmla="*/ 1145 h 4174"/>
              <a:gd name="T16" fmla="*/ 963 w 6542"/>
              <a:gd name="T17" fmla="*/ 837 h 4174"/>
              <a:gd name="T18" fmla="*/ 1353 w 6542"/>
              <a:gd name="T19" fmla="*/ 1391 h 4174"/>
              <a:gd name="T20" fmla="*/ 1242 w 6542"/>
              <a:gd name="T21" fmla="*/ 2168 h 4174"/>
              <a:gd name="T22" fmla="*/ 640 w 6542"/>
              <a:gd name="T23" fmla="*/ 2346 h 4174"/>
              <a:gd name="T24" fmla="*/ 637 w 6542"/>
              <a:gd name="T25" fmla="*/ 2759 h 4174"/>
              <a:gd name="T26" fmla="*/ 1062 w 6542"/>
              <a:gd name="T27" fmla="*/ 2843 h 4174"/>
              <a:gd name="T28" fmla="*/ 712 w 6542"/>
              <a:gd name="T29" fmla="*/ 1233 h 4174"/>
              <a:gd name="T30" fmla="*/ 472 w 6542"/>
              <a:gd name="T31" fmla="*/ 1840 h 4174"/>
              <a:gd name="T32" fmla="*/ 1023 w 6542"/>
              <a:gd name="T33" fmla="*/ 1976 h 4174"/>
              <a:gd name="T34" fmla="*/ 1192 w 6542"/>
              <a:gd name="T35" fmla="*/ 1590 h 4174"/>
              <a:gd name="T36" fmla="*/ 941 w 6542"/>
              <a:gd name="T37" fmla="*/ 1189 h 4174"/>
              <a:gd name="T38" fmla="*/ 2563 w 6542"/>
              <a:gd name="T39" fmla="*/ 1033 h 4174"/>
              <a:gd name="T40" fmla="*/ 2800 w 6542"/>
              <a:gd name="T41" fmla="*/ 1954 h 4174"/>
              <a:gd name="T42" fmla="*/ 2577 w 6542"/>
              <a:gd name="T43" fmla="*/ 3019 h 4174"/>
              <a:gd name="T44" fmla="*/ 2177 w 6542"/>
              <a:gd name="T45" fmla="*/ 3249 h 4174"/>
              <a:gd name="T46" fmla="*/ 1791 w 6542"/>
              <a:gd name="T47" fmla="*/ 2763 h 4174"/>
              <a:gd name="T48" fmla="*/ 1616 w 6542"/>
              <a:gd name="T49" fmla="*/ 2094 h 4174"/>
              <a:gd name="T50" fmla="*/ 1781 w 6542"/>
              <a:gd name="T51" fmla="*/ 1323 h 4174"/>
              <a:gd name="T52" fmla="*/ 2159 w 6542"/>
              <a:gd name="T53" fmla="*/ 833 h 4174"/>
              <a:gd name="T54" fmla="*/ 2526 w 6542"/>
              <a:gd name="T55" fmla="*/ 2606 h 4174"/>
              <a:gd name="T56" fmla="*/ 2584 w 6542"/>
              <a:gd name="T57" fmla="*/ 1648 h 4174"/>
              <a:gd name="T58" fmla="*/ 2284 w 6542"/>
              <a:gd name="T59" fmla="*/ 1185 h 4174"/>
              <a:gd name="T60" fmla="*/ 1931 w 6542"/>
              <a:gd name="T61" fmla="*/ 1485 h 4174"/>
              <a:gd name="T62" fmla="*/ 1905 w 6542"/>
              <a:gd name="T63" fmla="*/ 2510 h 4174"/>
              <a:gd name="T64" fmla="*/ 3095 w 6542"/>
              <a:gd name="T65" fmla="*/ 0 h 4174"/>
              <a:gd name="T66" fmla="*/ 3205 w 6542"/>
              <a:gd name="T67" fmla="*/ 366 h 4174"/>
              <a:gd name="T68" fmla="*/ 2998 w 6542"/>
              <a:gd name="T69" fmla="*/ 468 h 4174"/>
              <a:gd name="T70" fmla="*/ 3008 w 6542"/>
              <a:gd name="T71" fmla="*/ 44 h 4174"/>
              <a:gd name="T72" fmla="*/ 4425 w 6542"/>
              <a:gd name="T73" fmla="*/ 2757 h 4174"/>
              <a:gd name="T74" fmla="*/ 3974 w 6542"/>
              <a:gd name="T75" fmla="*/ 3253 h 4174"/>
              <a:gd name="T76" fmla="*/ 3569 w 6542"/>
              <a:gd name="T77" fmla="*/ 2989 h 4174"/>
              <a:gd name="T78" fmla="*/ 3367 w 6542"/>
              <a:gd name="T79" fmla="*/ 2010 h 4174"/>
              <a:gd name="T80" fmla="*/ 3563 w 6542"/>
              <a:gd name="T81" fmla="*/ 1113 h 4174"/>
              <a:gd name="T82" fmla="*/ 3972 w 6542"/>
              <a:gd name="T83" fmla="*/ 823 h 4174"/>
              <a:gd name="T84" fmla="*/ 4416 w 6542"/>
              <a:gd name="T85" fmla="*/ 1293 h 4174"/>
              <a:gd name="T86" fmla="*/ 4140 w 6542"/>
              <a:gd name="T87" fmla="*/ 1273 h 4174"/>
              <a:gd name="T88" fmla="*/ 3746 w 6542"/>
              <a:gd name="T89" fmla="*/ 1285 h 4174"/>
              <a:gd name="T90" fmla="*/ 3552 w 6542"/>
              <a:gd name="T91" fmla="*/ 2022 h 4174"/>
              <a:gd name="T92" fmla="*/ 3720 w 6542"/>
              <a:gd name="T93" fmla="*/ 2769 h 4174"/>
              <a:gd name="T94" fmla="*/ 4138 w 6542"/>
              <a:gd name="T95" fmla="*/ 2813 h 4174"/>
              <a:gd name="T96" fmla="*/ 5806 w 6542"/>
              <a:gd name="T97" fmla="*/ 1203 h 4174"/>
              <a:gd name="T98" fmla="*/ 5809 w 6542"/>
              <a:gd name="T99" fmla="*/ 3073 h 4174"/>
              <a:gd name="T100" fmla="*/ 5289 w 6542"/>
              <a:gd name="T101" fmla="*/ 3209 h 4174"/>
              <a:gd name="T102" fmla="*/ 4859 w 6542"/>
              <a:gd name="T103" fmla="*/ 3109 h 4174"/>
              <a:gd name="T104" fmla="*/ 4585 w 6542"/>
              <a:gd name="T105" fmla="*/ 2228 h 4174"/>
              <a:gd name="T106" fmla="*/ 4764 w 6542"/>
              <a:gd name="T107" fmla="*/ 1125 h 4174"/>
              <a:gd name="T108" fmla="*/ 5143 w 6542"/>
              <a:gd name="T109" fmla="*/ 821 h 4174"/>
              <a:gd name="T110" fmla="*/ 5537 w 6542"/>
              <a:gd name="T111" fmla="*/ 1193 h 4174"/>
              <a:gd name="T112" fmla="*/ 5328 w 6542"/>
              <a:gd name="T113" fmla="*/ 2783 h 4174"/>
              <a:gd name="T114" fmla="*/ 5549 w 6542"/>
              <a:gd name="T115" fmla="*/ 1850 h 4174"/>
              <a:gd name="T116" fmla="*/ 5197 w 6542"/>
              <a:gd name="T117" fmla="*/ 1191 h 4174"/>
              <a:gd name="T118" fmla="*/ 4824 w 6542"/>
              <a:gd name="T119" fmla="*/ 1568 h 4174"/>
              <a:gd name="T120" fmla="*/ 4823 w 6542"/>
              <a:gd name="T121" fmla="*/ 2538 h 4174"/>
              <a:gd name="T122" fmla="*/ 5107 w 6542"/>
              <a:gd name="T123" fmla="*/ 2891 h 4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542" h="4174">
                <a:moveTo>
                  <a:pt x="6321" y="3255"/>
                </a:moveTo>
                <a:lnTo>
                  <a:pt x="6304" y="3255"/>
                </a:lnTo>
                <a:lnTo>
                  <a:pt x="6287" y="3253"/>
                </a:lnTo>
                <a:lnTo>
                  <a:pt x="6271" y="3249"/>
                </a:lnTo>
                <a:lnTo>
                  <a:pt x="6255" y="3245"/>
                </a:lnTo>
                <a:lnTo>
                  <a:pt x="6240" y="3237"/>
                </a:lnTo>
                <a:lnTo>
                  <a:pt x="6225" y="3231"/>
                </a:lnTo>
                <a:lnTo>
                  <a:pt x="6211" y="3221"/>
                </a:lnTo>
                <a:lnTo>
                  <a:pt x="6198" y="3213"/>
                </a:lnTo>
                <a:lnTo>
                  <a:pt x="6185" y="3201"/>
                </a:lnTo>
                <a:lnTo>
                  <a:pt x="6172" y="3189"/>
                </a:lnTo>
                <a:lnTo>
                  <a:pt x="6160" y="3175"/>
                </a:lnTo>
                <a:lnTo>
                  <a:pt x="6148" y="3161"/>
                </a:lnTo>
                <a:lnTo>
                  <a:pt x="6137" y="3145"/>
                </a:lnTo>
                <a:lnTo>
                  <a:pt x="6127" y="3127"/>
                </a:lnTo>
                <a:lnTo>
                  <a:pt x="6117" y="3109"/>
                </a:lnTo>
                <a:lnTo>
                  <a:pt x="6107" y="3091"/>
                </a:lnTo>
                <a:lnTo>
                  <a:pt x="6098" y="3071"/>
                </a:lnTo>
                <a:lnTo>
                  <a:pt x="6094" y="3059"/>
                </a:lnTo>
                <a:lnTo>
                  <a:pt x="6090" y="3049"/>
                </a:lnTo>
                <a:lnTo>
                  <a:pt x="6082" y="3027"/>
                </a:lnTo>
                <a:lnTo>
                  <a:pt x="6075" y="3003"/>
                </a:lnTo>
                <a:lnTo>
                  <a:pt x="6068" y="2979"/>
                </a:lnTo>
                <a:lnTo>
                  <a:pt x="6062" y="2953"/>
                </a:lnTo>
                <a:lnTo>
                  <a:pt x="6056" y="2927"/>
                </a:lnTo>
                <a:lnTo>
                  <a:pt x="6051" y="2901"/>
                </a:lnTo>
                <a:lnTo>
                  <a:pt x="6047" y="2873"/>
                </a:lnTo>
                <a:lnTo>
                  <a:pt x="6045" y="2857"/>
                </a:lnTo>
                <a:lnTo>
                  <a:pt x="6043" y="2843"/>
                </a:lnTo>
                <a:lnTo>
                  <a:pt x="6040" y="2813"/>
                </a:lnTo>
                <a:lnTo>
                  <a:pt x="6037" y="2783"/>
                </a:lnTo>
                <a:lnTo>
                  <a:pt x="6035" y="2751"/>
                </a:lnTo>
                <a:lnTo>
                  <a:pt x="6034" y="2719"/>
                </a:lnTo>
                <a:lnTo>
                  <a:pt x="6033" y="2685"/>
                </a:lnTo>
                <a:lnTo>
                  <a:pt x="6032" y="2651"/>
                </a:lnTo>
                <a:lnTo>
                  <a:pt x="6032" y="1349"/>
                </a:lnTo>
                <a:lnTo>
                  <a:pt x="6032" y="48"/>
                </a:lnTo>
                <a:lnTo>
                  <a:pt x="6213" y="48"/>
                </a:lnTo>
                <a:lnTo>
                  <a:pt x="6213" y="1309"/>
                </a:lnTo>
                <a:lnTo>
                  <a:pt x="6213" y="2570"/>
                </a:lnTo>
                <a:lnTo>
                  <a:pt x="6213" y="2610"/>
                </a:lnTo>
                <a:lnTo>
                  <a:pt x="6214" y="2627"/>
                </a:lnTo>
                <a:lnTo>
                  <a:pt x="6215" y="2645"/>
                </a:lnTo>
                <a:lnTo>
                  <a:pt x="6217" y="2681"/>
                </a:lnTo>
                <a:lnTo>
                  <a:pt x="6219" y="2697"/>
                </a:lnTo>
                <a:lnTo>
                  <a:pt x="6221" y="2713"/>
                </a:lnTo>
                <a:lnTo>
                  <a:pt x="6223" y="2729"/>
                </a:lnTo>
                <a:lnTo>
                  <a:pt x="6225" y="2745"/>
                </a:lnTo>
                <a:lnTo>
                  <a:pt x="6231" y="2773"/>
                </a:lnTo>
                <a:lnTo>
                  <a:pt x="6237" y="2797"/>
                </a:lnTo>
                <a:lnTo>
                  <a:pt x="6245" y="2821"/>
                </a:lnTo>
                <a:lnTo>
                  <a:pt x="6249" y="2831"/>
                </a:lnTo>
                <a:lnTo>
                  <a:pt x="6254" y="2841"/>
                </a:lnTo>
                <a:lnTo>
                  <a:pt x="6258" y="2849"/>
                </a:lnTo>
                <a:lnTo>
                  <a:pt x="6264" y="2857"/>
                </a:lnTo>
                <a:lnTo>
                  <a:pt x="6269" y="2865"/>
                </a:lnTo>
                <a:lnTo>
                  <a:pt x="6275" y="2873"/>
                </a:lnTo>
                <a:lnTo>
                  <a:pt x="6287" y="2885"/>
                </a:lnTo>
                <a:lnTo>
                  <a:pt x="6294" y="2891"/>
                </a:lnTo>
                <a:lnTo>
                  <a:pt x="6301" y="2895"/>
                </a:lnTo>
                <a:lnTo>
                  <a:pt x="6316" y="2901"/>
                </a:lnTo>
                <a:lnTo>
                  <a:pt x="6324" y="2903"/>
                </a:lnTo>
                <a:lnTo>
                  <a:pt x="6332" y="2905"/>
                </a:lnTo>
                <a:lnTo>
                  <a:pt x="6341" y="2907"/>
                </a:lnTo>
                <a:lnTo>
                  <a:pt x="6350" y="2907"/>
                </a:lnTo>
                <a:lnTo>
                  <a:pt x="6367" y="2905"/>
                </a:lnTo>
                <a:lnTo>
                  <a:pt x="6383" y="2903"/>
                </a:lnTo>
                <a:lnTo>
                  <a:pt x="6391" y="2899"/>
                </a:lnTo>
                <a:lnTo>
                  <a:pt x="6398" y="2897"/>
                </a:lnTo>
                <a:lnTo>
                  <a:pt x="6413" y="2889"/>
                </a:lnTo>
                <a:lnTo>
                  <a:pt x="6427" y="2879"/>
                </a:lnTo>
                <a:lnTo>
                  <a:pt x="6434" y="2873"/>
                </a:lnTo>
                <a:lnTo>
                  <a:pt x="6440" y="2867"/>
                </a:lnTo>
                <a:lnTo>
                  <a:pt x="6454" y="2853"/>
                </a:lnTo>
                <a:lnTo>
                  <a:pt x="6467" y="2837"/>
                </a:lnTo>
                <a:lnTo>
                  <a:pt x="6542" y="3115"/>
                </a:lnTo>
                <a:lnTo>
                  <a:pt x="6529" y="3133"/>
                </a:lnTo>
                <a:lnTo>
                  <a:pt x="6517" y="3149"/>
                </a:lnTo>
                <a:lnTo>
                  <a:pt x="6503" y="3165"/>
                </a:lnTo>
                <a:lnTo>
                  <a:pt x="6490" y="3179"/>
                </a:lnTo>
                <a:lnTo>
                  <a:pt x="6477" y="3191"/>
                </a:lnTo>
                <a:lnTo>
                  <a:pt x="6463" y="3203"/>
                </a:lnTo>
                <a:lnTo>
                  <a:pt x="6449" y="3213"/>
                </a:lnTo>
                <a:lnTo>
                  <a:pt x="6435" y="3223"/>
                </a:lnTo>
                <a:lnTo>
                  <a:pt x="6421" y="3231"/>
                </a:lnTo>
                <a:lnTo>
                  <a:pt x="6407" y="3237"/>
                </a:lnTo>
                <a:lnTo>
                  <a:pt x="6393" y="3243"/>
                </a:lnTo>
                <a:lnTo>
                  <a:pt x="6378" y="3247"/>
                </a:lnTo>
                <a:lnTo>
                  <a:pt x="6350" y="3253"/>
                </a:lnTo>
                <a:lnTo>
                  <a:pt x="6335" y="3255"/>
                </a:lnTo>
                <a:lnTo>
                  <a:pt x="6321" y="3255"/>
                </a:lnTo>
                <a:close/>
                <a:moveTo>
                  <a:pt x="1249" y="2586"/>
                </a:moveTo>
                <a:lnTo>
                  <a:pt x="1384" y="2811"/>
                </a:lnTo>
                <a:lnTo>
                  <a:pt x="1373" y="2837"/>
                </a:lnTo>
                <a:lnTo>
                  <a:pt x="1362" y="2863"/>
                </a:lnTo>
                <a:lnTo>
                  <a:pt x="1350" y="2887"/>
                </a:lnTo>
                <a:lnTo>
                  <a:pt x="1339" y="2911"/>
                </a:lnTo>
                <a:lnTo>
                  <a:pt x="1326" y="2935"/>
                </a:lnTo>
                <a:lnTo>
                  <a:pt x="1314" y="2957"/>
                </a:lnTo>
                <a:lnTo>
                  <a:pt x="1301" y="2979"/>
                </a:lnTo>
                <a:lnTo>
                  <a:pt x="1288" y="3001"/>
                </a:lnTo>
                <a:lnTo>
                  <a:pt x="1274" y="3021"/>
                </a:lnTo>
                <a:lnTo>
                  <a:pt x="1261" y="3041"/>
                </a:lnTo>
                <a:lnTo>
                  <a:pt x="1246" y="3059"/>
                </a:lnTo>
                <a:lnTo>
                  <a:pt x="1232" y="3077"/>
                </a:lnTo>
                <a:lnTo>
                  <a:pt x="1202" y="3109"/>
                </a:lnTo>
                <a:lnTo>
                  <a:pt x="1187" y="3125"/>
                </a:lnTo>
                <a:lnTo>
                  <a:pt x="1171" y="3139"/>
                </a:lnTo>
                <a:lnTo>
                  <a:pt x="1163" y="3147"/>
                </a:lnTo>
                <a:lnTo>
                  <a:pt x="1156" y="3153"/>
                </a:lnTo>
                <a:lnTo>
                  <a:pt x="1139" y="3167"/>
                </a:lnTo>
                <a:lnTo>
                  <a:pt x="1123" y="3179"/>
                </a:lnTo>
                <a:lnTo>
                  <a:pt x="1106" y="3189"/>
                </a:lnTo>
                <a:lnTo>
                  <a:pt x="1089" y="3199"/>
                </a:lnTo>
                <a:lnTo>
                  <a:pt x="1072" y="3209"/>
                </a:lnTo>
                <a:lnTo>
                  <a:pt x="1055" y="3217"/>
                </a:lnTo>
                <a:lnTo>
                  <a:pt x="1037" y="3225"/>
                </a:lnTo>
                <a:lnTo>
                  <a:pt x="1018" y="3233"/>
                </a:lnTo>
                <a:lnTo>
                  <a:pt x="1000" y="3239"/>
                </a:lnTo>
                <a:lnTo>
                  <a:pt x="963" y="3247"/>
                </a:lnTo>
                <a:lnTo>
                  <a:pt x="945" y="3251"/>
                </a:lnTo>
                <a:lnTo>
                  <a:pt x="926" y="3253"/>
                </a:lnTo>
                <a:lnTo>
                  <a:pt x="907" y="3255"/>
                </a:lnTo>
                <a:lnTo>
                  <a:pt x="887" y="3255"/>
                </a:lnTo>
                <a:lnTo>
                  <a:pt x="869" y="3255"/>
                </a:lnTo>
                <a:lnTo>
                  <a:pt x="851" y="3253"/>
                </a:lnTo>
                <a:lnTo>
                  <a:pt x="834" y="3251"/>
                </a:lnTo>
                <a:lnTo>
                  <a:pt x="816" y="3249"/>
                </a:lnTo>
                <a:lnTo>
                  <a:pt x="799" y="3245"/>
                </a:lnTo>
                <a:lnTo>
                  <a:pt x="783" y="3239"/>
                </a:lnTo>
                <a:lnTo>
                  <a:pt x="766" y="3235"/>
                </a:lnTo>
                <a:lnTo>
                  <a:pt x="750" y="3229"/>
                </a:lnTo>
                <a:lnTo>
                  <a:pt x="734" y="3221"/>
                </a:lnTo>
                <a:lnTo>
                  <a:pt x="719" y="3215"/>
                </a:lnTo>
                <a:lnTo>
                  <a:pt x="703" y="3207"/>
                </a:lnTo>
                <a:lnTo>
                  <a:pt x="688" y="3197"/>
                </a:lnTo>
                <a:lnTo>
                  <a:pt x="674" y="3187"/>
                </a:lnTo>
                <a:lnTo>
                  <a:pt x="659" y="3177"/>
                </a:lnTo>
                <a:lnTo>
                  <a:pt x="645" y="3167"/>
                </a:lnTo>
                <a:lnTo>
                  <a:pt x="631" y="3155"/>
                </a:lnTo>
                <a:lnTo>
                  <a:pt x="617" y="3143"/>
                </a:lnTo>
                <a:lnTo>
                  <a:pt x="603" y="3131"/>
                </a:lnTo>
                <a:lnTo>
                  <a:pt x="590" y="3117"/>
                </a:lnTo>
                <a:lnTo>
                  <a:pt x="577" y="3103"/>
                </a:lnTo>
                <a:lnTo>
                  <a:pt x="552" y="3073"/>
                </a:lnTo>
                <a:lnTo>
                  <a:pt x="528" y="3041"/>
                </a:lnTo>
                <a:lnTo>
                  <a:pt x="506" y="3009"/>
                </a:lnTo>
                <a:lnTo>
                  <a:pt x="495" y="2991"/>
                </a:lnTo>
                <a:lnTo>
                  <a:pt x="484" y="2973"/>
                </a:lnTo>
                <a:lnTo>
                  <a:pt x="474" y="2955"/>
                </a:lnTo>
                <a:lnTo>
                  <a:pt x="463" y="2935"/>
                </a:lnTo>
                <a:lnTo>
                  <a:pt x="454" y="2915"/>
                </a:lnTo>
                <a:lnTo>
                  <a:pt x="444" y="2897"/>
                </a:lnTo>
                <a:lnTo>
                  <a:pt x="426" y="2855"/>
                </a:lnTo>
                <a:lnTo>
                  <a:pt x="408" y="2813"/>
                </a:lnTo>
                <a:lnTo>
                  <a:pt x="400" y="2793"/>
                </a:lnTo>
                <a:lnTo>
                  <a:pt x="392" y="2771"/>
                </a:lnTo>
                <a:lnTo>
                  <a:pt x="377" y="2725"/>
                </a:lnTo>
                <a:lnTo>
                  <a:pt x="363" y="2681"/>
                </a:lnTo>
                <a:lnTo>
                  <a:pt x="350" y="2633"/>
                </a:lnTo>
                <a:lnTo>
                  <a:pt x="344" y="2611"/>
                </a:lnTo>
                <a:lnTo>
                  <a:pt x="338" y="2588"/>
                </a:lnTo>
                <a:lnTo>
                  <a:pt x="332" y="2564"/>
                </a:lnTo>
                <a:lnTo>
                  <a:pt x="327" y="2540"/>
                </a:lnTo>
                <a:lnTo>
                  <a:pt x="317" y="2492"/>
                </a:lnTo>
                <a:lnTo>
                  <a:pt x="309" y="2442"/>
                </a:lnTo>
                <a:lnTo>
                  <a:pt x="301" y="2392"/>
                </a:lnTo>
                <a:lnTo>
                  <a:pt x="294" y="2342"/>
                </a:lnTo>
                <a:lnTo>
                  <a:pt x="291" y="2318"/>
                </a:lnTo>
                <a:lnTo>
                  <a:pt x="289" y="2294"/>
                </a:lnTo>
                <a:lnTo>
                  <a:pt x="286" y="2268"/>
                </a:lnTo>
                <a:lnTo>
                  <a:pt x="284" y="2244"/>
                </a:lnTo>
                <a:lnTo>
                  <a:pt x="281" y="2194"/>
                </a:lnTo>
                <a:lnTo>
                  <a:pt x="278" y="2144"/>
                </a:lnTo>
                <a:lnTo>
                  <a:pt x="258" y="2126"/>
                </a:lnTo>
                <a:lnTo>
                  <a:pt x="238" y="2108"/>
                </a:lnTo>
                <a:lnTo>
                  <a:pt x="198" y="2070"/>
                </a:lnTo>
                <a:lnTo>
                  <a:pt x="161" y="2032"/>
                </a:lnTo>
                <a:lnTo>
                  <a:pt x="125" y="1992"/>
                </a:lnTo>
                <a:lnTo>
                  <a:pt x="91" y="1952"/>
                </a:lnTo>
                <a:lnTo>
                  <a:pt x="59" y="1910"/>
                </a:lnTo>
                <a:lnTo>
                  <a:pt x="29" y="1870"/>
                </a:lnTo>
                <a:lnTo>
                  <a:pt x="0" y="1830"/>
                </a:lnTo>
                <a:lnTo>
                  <a:pt x="104" y="1553"/>
                </a:lnTo>
                <a:lnTo>
                  <a:pt x="125" y="1582"/>
                </a:lnTo>
                <a:lnTo>
                  <a:pt x="146" y="1610"/>
                </a:lnTo>
                <a:lnTo>
                  <a:pt x="169" y="1640"/>
                </a:lnTo>
                <a:lnTo>
                  <a:pt x="192" y="1668"/>
                </a:lnTo>
                <a:lnTo>
                  <a:pt x="216" y="1696"/>
                </a:lnTo>
                <a:lnTo>
                  <a:pt x="241" y="1724"/>
                </a:lnTo>
                <a:lnTo>
                  <a:pt x="266" y="1750"/>
                </a:lnTo>
                <a:lnTo>
                  <a:pt x="291" y="1776"/>
                </a:lnTo>
                <a:lnTo>
                  <a:pt x="297" y="1730"/>
                </a:lnTo>
                <a:lnTo>
                  <a:pt x="304" y="1682"/>
                </a:lnTo>
                <a:lnTo>
                  <a:pt x="311" y="1636"/>
                </a:lnTo>
                <a:lnTo>
                  <a:pt x="319" y="1590"/>
                </a:lnTo>
                <a:lnTo>
                  <a:pt x="328" y="1547"/>
                </a:lnTo>
                <a:lnTo>
                  <a:pt x="338" y="1503"/>
                </a:lnTo>
                <a:lnTo>
                  <a:pt x="349" y="1459"/>
                </a:lnTo>
                <a:lnTo>
                  <a:pt x="360" y="1415"/>
                </a:lnTo>
                <a:lnTo>
                  <a:pt x="372" y="1373"/>
                </a:lnTo>
                <a:lnTo>
                  <a:pt x="386" y="1333"/>
                </a:lnTo>
                <a:lnTo>
                  <a:pt x="399" y="1293"/>
                </a:lnTo>
                <a:lnTo>
                  <a:pt x="414" y="1253"/>
                </a:lnTo>
                <a:lnTo>
                  <a:pt x="422" y="1235"/>
                </a:lnTo>
                <a:lnTo>
                  <a:pt x="430" y="1215"/>
                </a:lnTo>
                <a:lnTo>
                  <a:pt x="446" y="1179"/>
                </a:lnTo>
                <a:lnTo>
                  <a:pt x="463" y="1145"/>
                </a:lnTo>
                <a:lnTo>
                  <a:pt x="481" y="1111"/>
                </a:lnTo>
                <a:lnTo>
                  <a:pt x="499" y="1079"/>
                </a:lnTo>
                <a:lnTo>
                  <a:pt x="518" y="1047"/>
                </a:lnTo>
                <a:lnTo>
                  <a:pt x="538" y="1019"/>
                </a:lnTo>
                <a:lnTo>
                  <a:pt x="559" y="991"/>
                </a:lnTo>
                <a:lnTo>
                  <a:pt x="570" y="979"/>
                </a:lnTo>
                <a:lnTo>
                  <a:pt x="581" y="965"/>
                </a:lnTo>
                <a:lnTo>
                  <a:pt x="603" y="941"/>
                </a:lnTo>
                <a:lnTo>
                  <a:pt x="627" y="921"/>
                </a:lnTo>
                <a:lnTo>
                  <a:pt x="650" y="901"/>
                </a:lnTo>
                <a:lnTo>
                  <a:pt x="675" y="883"/>
                </a:lnTo>
                <a:lnTo>
                  <a:pt x="687" y="875"/>
                </a:lnTo>
                <a:lnTo>
                  <a:pt x="699" y="867"/>
                </a:lnTo>
                <a:lnTo>
                  <a:pt x="725" y="853"/>
                </a:lnTo>
                <a:lnTo>
                  <a:pt x="738" y="847"/>
                </a:lnTo>
                <a:lnTo>
                  <a:pt x="751" y="843"/>
                </a:lnTo>
                <a:lnTo>
                  <a:pt x="765" y="837"/>
                </a:lnTo>
                <a:lnTo>
                  <a:pt x="778" y="833"/>
                </a:lnTo>
                <a:lnTo>
                  <a:pt x="806" y="827"/>
                </a:lnTo>
                <a:lnTo>
                  <a:pt x="834" y="823"/>
                </a:lnTo>
                <a:lnTo>
                  <a:pt x="863" y="821"/>
                </a:lnTo>
                <a:lnTo>
                  <a:pt x="888" y="823"/>
                </a:lnTo>
                <a:lnTo>
                  <a:pt x="901" y="825"/>
                </a:lnTo>
                <a:lnTo>
                  <a:pt x="913" y="825"/>
                </a:lnTo>
                <a:lnTo>
                  <a:pt x="938" y="831"/>
                </a:lnTo>
                <a:lnTo>
                  <a:pt x="963" y="837"/>
                </a:lnTo>
                <a:lnTo>
                  <a:pt x="987" y="845"/>
                </a:lnTo>
                <a:lnTo>
                  <a:pt x="999" y="851"/>
                </a:lnTo>
                <a:lnTo>
                  <a:pt x="1011" y="857"/>
                </a:lnTo>
                <a:lnTo>
                  <a:pt x="1035" y="869"/>
                </a:lnTo>
                <a:lnTo>
                  <a:pt x="1058" y="883"/>
                </a:lnTo>
                <a:lnTo>
                  <a:pt x="1081" y="899"/>
                </a:lnTo>
                <a:lnTo>
                  <a:pt x="1103" y="915"/>
                </a:lnTo>
                <a:lnTo>
                  <a:pt x="1124" y="935"/>
                </a:lnTo>
                <a:lnTo>
                  <a:pt x="1145" y="955"/>
                </a:lnTo>
                <a:lnTo>
                  <a:pt x="1166" y="977"/>
                </a:lnTo>
                <a:lnTo>
                  <a:pt x="1185" y="1001"/>
                </a:lnTo>
                <a:lnTo>
                  <a:pt x="1204" y="1025"/>
                </a:lnTo>
                <a:lnTo>
                  <a:pt x="1213" y="1039"/>
                </a:lnTo>
                <a:lnTo>
                  <a:pt x="1222" y="1053"/>
                </a:lnTo>
                <a:lnTo>
                  <a:pt x="1231" y="1067"/>
                </a:lnTo>
                <a:lnTo>
                  <a:pt x="1239" y="1081"/>
                </a:lnTo>
                <a:lnTo>
                  <a:pt x="1248" y="1095"/>
                </a:lnTo>
                <a:lnTo>
                  <a:pt x="1256" y="1111"/>
                </a:lnTo>
                <a:lnTo>
                  <a:pt x="1271" y="1141"/>
                </a:lnTo>
                <a:lnTo>
                  <a:pt x="1286" y="1173"/>
                </a:lnTo>
                <a:lnTo>
                  <a:pt x="1300" y="1207"/>
                </a:lnTo>
                <a:lnTo>
                  <a:pt x="1313" y="1241"/>
                </a:lnTo>
                <a:lnTo>
                  <a:pt x="1324" y="1277"/>
                </a:lnTo>
                <a:lnTo>
                  <a:pt x="1335" y="1315"/>
                </a:lnTo>
                <a:lnTo>
                  <a:pt x="1344" y="1353"/>
                </a:lnTo>
                <a:lnTo>
                  <a:pt x="1353" y="1391"/>
                </a:lnTo>
                <a:lnTo>
                  <a:pt x="1360" y="1433"/>
                </a:lnTo>
                <a:lnTo>
                  <a:pt x="1363" y="1453"/>
                </a:lnTo>
                <a:lnTo>
                  <a:pt x="1366" y="1473"/>
                </a:lnTo>
                <a:lnTo>
                  <a:pt x="1371" y="1517"/>
                </a:lnTo>
                <a:lnTo>
                  <a:pt x="1374" y="1559"/>
                </a:lnTo>
                <a:lnTo>
                  <a:pt x="1375" y="1580"/>
                </a:lnTo>
                <a:lnTo>
                  <a:pt x="1376" y="1604"/>
                </a:lnTo>
                <a:lnTo>
                  <a:pt x="1377" y="1626"/>
                </a:lnTo>
                <a:lnTo>
                  <a:pt x="1377" y="1648"/>
                </a:lnTo>
                <a:lnTo>
                  <a:pt x="1377" y="1684"/>
                </a:lnTo>
                <a:lnTo>
                  <a:pt x="1375" y="1720"/>
                </a:lnTo>
                <a:lnTo>
                  <a:pt x="1373" y="1756"/>
                </a:lnTo>
                <a:lnTo>
                  <a:pt x="1370" y="1790"/>
                </a:lnTo>
                <a:lnTo>
                  <a:pt x="1365" y="1826"/>
                </a:lnTo>
                <a:lnTo>
                  <a:pt x="1360" y="1860"/>
                </a:lnTo>
                <a:lnTo>
                  <a:pt x="1354" y="1892"/>
                </a:lnTo>
                <a:lnTo>
                  <a:pt x="1347" y="1926"/>
                </a:lnTo>
                <a:lnTo>
                  <a:pt x="1339" y="1956"/>
                </a:lnTo>
                <a:lnTo>
                  <a:pt x="1329" y="1988"/>
                </a:lnTo>
                <a:lnTo>
                  <a:pt x="1319" y="2018"/>
                </a:lnTo>
                <a:lnTo>
                  <a:pt x="1308" y="2048"/>
                </a:lnTo>
                <a:lnTo>
                  <a:pt x="1295" y="2076"/>
                </a:lnTo>
                <a:lnTo>
                  <a:pt x="1281" y="2104"/>
                </a:lnTo>
                <a:lnTo>
                  <a:pt x="1266" y="2130"/>
                </a:lnTo>
                <a:lnTo>
                  <a:pt x="1250" y="2156"/>
                </a:lnTo>
                <a:lnTo>
                  <a:pt x="1242" y="2168"/>
                </a:lnTo>
                <a:lnTo>
                  <a:pt x="1233" y="2180"/>
                </a:lnTo>
                <a:lnTo>
                  <a:pt x="1215" y="2202"/>
                </a:lnTo>
                <a:lnTo>
                  <a:pt x="1195" y="2224"/>
                </a:lnTo>
                <a:lnTo>
                  <a:pt x="1174" y="2244"/>
                </a:lnTo>
                <a:lnTo>
                  <a:pt x="1163" y="2254"/>
                </a:lnTo>
                <a:lnTo>
                  <a:pt x="1152" y="2264"/>
                </a:lnTo>
                <a:lnTo>
                  <a:pt x="1129" y="2282"/>
                </a:lnTo>
                <a:lnTo>
                  <a:pt x="1104" y="2298"/>
                </a:lnTo>
                <a:lnTo>
                  <a:pt x="1078" y="2312"/>
                </a:lnTo>
                <a:lnTo>
                  <a:pt x="1051" y="2326"/>
                </a:lnTo>
                <a:lnTo>
                  <a:pt x="1021" y="2338"/>
                </a:lnTo>
                <a:lnTo>
                  <a:pt x="991" y="2348"/>
                </a:lnTo>
                <a:lnTo>
                  <a:pt x="959" y="2356"/>
                </a:lnTo>
                <a:lnTo>
                  <a:pt x="926" y="2362"/>
                </a:lnTo>
                <a:lnTo>
                  <a:pt x="909" y="2364"/>
                </a:lnTo>
                <a:lnTo>
                  <a:pt x="892" y="2366"/>
                </a:lnTo>
                <a:lnTo>
                  <a:pt x="874" y="2368"/>
                </a:lnTo>
                <a:lnTo>
                  <a:pt x="856" y="2370"/>
                </a:lnTo>
                <a:lnTo>
                  <a:pt x="819" y="2370"/>
                </a:lnTo>
                <a:lnTo>
                  <a:pt x="773" y="2370"/>
                </a:lnTo>
                <a:lnTo>
                  <a:pt x="750" y="2368"/>
                </a:lnTo>
                <a:lnTo>
                  <a:pt x="728" y="2364"/>
                </a:lnTo>
                <a:lnTo>
                  <a:pt x="706" y="2362"/>
                </a:lnTo>
                <a:lnTo>
                  <a:pt x="684" y="2358"/>
                </a:lnTo>
                <a:lnTo>
                  <a:pt x="662" y="2352"/>
                </a:lnTo>
                <a:lnTo>
                  <a:pt x="640" y="2346"/>
                </a:lnTo>
                <a:lnTo>
                  <a:pt x="619" y="2340"/>
                </a:lnTo>
                <a:lnTo>
                  <a:pt x="597" y="2334"/>
                </a:lnTo>
                <a:lnTo>
                  <a:pt x="576" y="2326"/>
                </a:lnTo>
                <a:lnTo>
                  <a:pt x="555" y="2318"/>
                </a:lnTo>
                <a:lnTo>
                  <a:pt x="515" y="2300"/>
                </a:lnTo>
                <a:lnTo>
                  <a:pt x="495" y="2292"/>
                </a:lnTo>
                <a:lnTo>
                  <a:pt x="475" y="2282"/>
                </a:lnTo>
                <a:lnTo>
                  <a:pt x="479" y="2312"/>
                </a:lnTo>
                <a:lnTo>
                  <a:pt x="484" y="2344"/>
                </a:lnTo>
                <a:lnTo>
                  <a:pt x="489" y="2374"/>
                </a:lnTo>
                <a:lnTo>
                  <a:pt x="495" y="2404"/>
                </a:lnTo>
                <a:lnTo>
                  <a:pt x="502" y="2434"/>
                </a:lnTo>
                <a:lnTo>
                  <a:pt x="509" y="2464"/>
                </a:lnTo>
                <a:lnTo>
                  <a:pt x="516" y="2492"/>
                </a:lnTo>
                <a:lnTo>
                  <a:pt x="524" y="2520"/>
                </a:lnTo>
                <a:lnTo>
                  <a:pt x="533" y="2548"/>
                </a:lnTo>
                <a:lnTo>
                  <a:pt x="542" y="2576"/>
                </a:lnTo>
                <a:lnTo>
                  <a:pt x="552" y="2602"/>
                </a:lnTo>
                <a:lnTo>
                  <a:pt x="562" y="2625"/>
                </a:lnTo>
                <a:lnTo>
                  <a:pt x="573" y="2651"/>
                </a:lnTo>
                <a:lnTo>
                  <a:pt x="585" y="2673"/>
                </a:lnTo>
                <a:lnTo>
                  <a:pt x="597" y="2697"/>
                </a:lnTo>
                <a:lnTo>
                  <a:pt x="609" y="2719"/>
                </a:lnTo>
                <a:lnTo>
                  <a:pt x="623" y="2739"/>
                </a:lnTo>
                <a:lnTo>
                  <a:pt x="630" y="2749"/>
                </a:lnTo>
                <a:lnTo>
                  <a:pt x="637" y="2759"/>
                </a:lnTo>
                <a:lnTo>
                  <a:pt x="651" y="2777"/>
                </a:lnTo>
                <a:lnTo>
                  <a:pt x="666" y="2795"/>
                </a:lnTo>
                <a:lnTo>
                  <a:pt x="681" y="2811"/>
                </a:lnTo>
                <a:lnTo>
                  <a:pt x="697" y="2827"/>
                </a:lnTo>
                <a:lnTo>
                  <a:pt x="713" y="2841"/>
                </a:lnTo>
                <a:lnTo>
                  <a:pt x="730" y="2853"/>
                </a:lnTo>
                <a:lnTo>
                  <a:pt x="748" y="2865"/>
                </a:lnTo>
                <a:lnTo>
                  <a:pt x="766" y="2875"/>
                </a:lnTo>
                <a:lnTo>
                  <a:pt x="784" y="2883"/>
                </a:lnTo>
                <a:lnTo>
                  <a:pt x="803" y="2889"/>
                </a:lnTo>
                <a:lnTo>
                  <a:pt x="823" y="2895"/>
                </a:lnTo>
                <a:lnTo>
                  <a:pt x="843" y="2899"/>
                </a:lnTo>
                <a:lnTo>
                  <a:pt x="864" y="2901"/>
                </a:lnTo>
                <a:lnTo>
                  <a:pt x="885" y="2903"/>
                </a:lnTo>
                <a:lnTo>
                  <a:pt x="900" y="2903"/>
                </a:lnTo>
                <a:lnTo>
                  <a:pt x="914" y="2901"/>
                </a:lnTo>
                <a:lnTo>
                  <a:pt x="929" y="2899"/>
                </a:lnTo>
                <a:lnTo>
                  <a:pt x="943" y="2897"/>
                </a:lnTo>
                <a:lnTo>
                  <a:pt x="971" y="2889"/>
                </a:lnTo>
                <a:lnTo>
                  <a:pt x="984" y="2885"/>
                </a:lnTo>
                <a:lnTo>
                  <a:pt x="997" y="2879"/>
                </a:lnTo>
                <a:lnTo>
                  <a:pt x="1011" y="2873"/>
                </a:lnTo>
                <a:lnTo>
                  <a:pt x="1025" y="2867"/>
                </a:lnTo>
                <a:lnTo>
                  <a:pt x="1037" y="2861"/>
                </a:lnTo>
                <a:lnTo>
                  <a:pt x="1050" y="2853"/>
                </a:lnTo>
                <a:lnTo>
                  <a:pt x="1062" y="2843"/>
                </a:lnTo>
                <a:lnTo>
                  <a:pt x="1074" y="2835"/>
                </a:lnTo>
                <a:lnTo>
                  <a:pt x="1086" y="2825"/>
                </a:lnTo>
                <a:lnTo>
                  <a:pt x="1097" y="2815"/>
                </a:lnTo>
                <a:lnTo>
                  <a:pt x="1120" y="2793"/>
                </a:lnTo>
                <a:lnTo>
                  <a:pt x="1131" y="2781"/>
                </a:lnTo>
                <a:lnTo>
                  <a:pt x="1141" y="2769"/>
                </a:lnTo>
                <a:lnTo>
                  <a:pt x="1162" y="2743"/>
                </a:lnTo>
                <a:lnTo>
                  <a:pt x="1172" y="2729"/>
                </a:lnTo>
                <a:lnTo>
                  <a:pt x="1181" y="2715"/>
                </a:lnTo>
                <a:lnTo>
                  <a:pt x="1191" y="2701"/>
                </a:lnTo>
                <a:lnTo>
                  <a:pt x="1200" y="2685"/>
                </a:lnTo>
                <a:lnTo>
                  <a:pt x="1209" y="2669"/>
                </a:lnTo>
                <a:lnTo>
                  <a:pt x="1217" y="2653"/>
                </a:lnTo>
                <a:lnTo>
                  <a:pt x="1234" y="2621"/>
                </a:lnTo>
                <a:lnTo>
                  <a:pt x="1249" y="2586"/>
                </a:lnTo>
                <a:close/>
                <a:moveTo>
                  <a:pt x="863" y="1175"/>
                </a:moveTo>
                <a:lnTo>
                  <a:pt x="843" y="1175"/>
                </a:lnTo>
                <a:lnTo>
                  <a:pt x="833" y="1177"/>
                </a:lnTo>
                <a:lnTo>
                  <a:pt x="823" y="1177"/>
                </a:lnTo>
                <a:lnTo>
                  <a:pt x="803" y="1183"/>
                </a:lnTo>
                <a:lnTo>
                  <a:pt x="784" y="1189"/>
                </a:lnTo>
                <a:lnTo>
                  <a:pt x="775" y="1193"/>
                </a:lnTo>
                <a:lnTo>
                  <a:pt x="765" y="1197"/>
                </a:lnTo>
                <a:lnTo>
                  <a:pt x="747" y="1207"/>
                </a:lnTo>
                <a:lnTo>
                  <a:pt x="729" y="1219"/>
                </a:lnTo>
                <a:lnTo>
                  <a:pt x="712" y="1233"/>
                </a:lnTo>
                <a:lnTo>
                  <a:pt x="704" y="1239"/>
                </a:lnTo>
                <a:lnTo>
                  <a:pt x="695" y="1247"/>
                </a:lnTo>
                <a:lnTo>
                  <a:pt x="687" y="1255"/>
                </a:lnTo>
                <a:lnTo>
                  <a:pt x="679" y="1263"/>
                </a:lnTo>
                <a:lnTo>
                  <a:pt x="663" y="1281"/>
                </a:lnTo>
                <a:lnTo>
                  <a:pt x="656" y="1291"/>
                </a:lnTo>
                <a:lnTo>
                  <a:pt x="648" y="1301"/>
                </a:lnTo>
                <a:lnTo>
                  <a:pt x="634" y="1321"/>
                </a:lnTo>
                <a:lnTo>
                  <a:pt x="619" y="1343"/>
                </a:lnTo>
                <a:lnTo>
                  <a:pt x="612" y="1355"/>
                </a:lnTo>
                <a:lnTo>
                  <a:pt x="605" y="1367"/>
                </a:lnTo>
                <a:lnTo>
                  <a:pt x="592" y="1391"/>
                </a:lnTo>
                <a:lnTo>
                  <a:pt x="579" y="1417"/>
                </a:lnTo>
                <a:lnTo>
                  <a:pt x="567" y="1443"/>
                </a:lnTo>
                <a:lnTo>
                  <a:pt x="556" y="1473"/>
                </a:lnTo>
                <a:lnTo>
                  <a:pt x="545" y="1501"/>
                </a:lnTo>
                <a:lnTo>
                  <a:pt x="535" y="1531"/>
                </a:lnTo>
                <a:lnTo>
                  <a:pt x="526" y="1563"/>
                </a:lnTo>
                <a:lnTo>
                  <a:pt x="517" y="1594"/>
                </a:lnTo>
                <a:lnTo>
                  <a:pt x="508" y="1626"/>
                </a:lnTo>
                <a:lnTo>
                  <a:pt x="501" y="1660"/>
                </a:lnTo>
                <a:lnTo>
                  <a:pt x="494" y="1694"/>
                </a:lnTo>
                <a:lnTo>
                  <a:pt x="487" y="1730"/>
                </a:lnTo>
                <a:lnTo>
                  <a:pt x="482" y="1766"/>
                </a:lnTo>
                <a:lnTo>
                  <a:pt x="477" y="1802"/>
                </a:lnTo>
                <a:lnTo>
                  <a:pt x="472" y="1840"/>
                </a:lnTo>
                <a:lnTo>
                  <a:pt x="469" y="1876"/>
                </a:lnTo>
                <a:lnTo>
                  <a:pt x="466" y="1914"/>
                </a:lnTo>
                <a:lnTo>
                  <a:pt x="506" y="1938"/>
                </a:lnTo>
                <a:lnTo>
                  <a:pt x="547" y="1958"/>
                </a:lnTo>
                <a:lnTo>
                  <a:pt x="568" y="1968"/>
                </a:lnTo>
                <a:lnTo>
                  <a:pt x="590" y="1976"/>
                </a:lnTo>
                <a:lnTo>
                  <a:pt x="612" y="1984"/>
                </a:lnTo>
                <a:lnTo>
                  <a:pt x="635" y="1990"/>
                </a:lnTo>
                <a:lnTo>
                  <a:pt x="657" y="1998"/>
                </a:lnTo>
                <a:lnTo>
                  <a:pt x="680" y="2002"/>
                </a:lnTo>
                <a:lnTo>
                  <a:pt x="704" y="2008"/>
                </a:lnTo>
                <a:lnTo>
                  <a:pt x="727" y="2012"/>
                </a:lnTo>
                <a:lnTo>
                  <a:pt x="751" y="2014"/>
                </a:lnTo>
                <a:lnTo>
                  <a:pt x="776" y="2016"/>
                </a:lnTo>
                <a:lnTo>
                  <a:pt x="800" y="2018"/>
                </a:lnTo>
                <a:lnTo>
                  <a:pt x="826" y="2018"/>
                </a:lnTo>
                <a:lnTo>
                  <a:pt x="852" y="2018"/>
                </a:lnTo>
                <a:lnTo>
                  <a:pt x="877" y="2016"/>
                </a:lnTo>
                <a:lnTo>
                  <a:pt x="889" y="2014"/>
                </a:lnTo>
                <a:lnTo>
                  <a:pt x="901" y="2014"/>
                </a:lnTo>
                <a:lnTo>
                  <a:pt x="924" y="2010"/>
                </a:lnTo>
                <a:lnTo>
                  <a:pt x="946" y="2004"/>
                </a:lnTo>
                <a:lnTo>
                  <a:pt x="967" y="1998"/>
                </a:lnTo>
                <a:lnTo>
                  <a:pt x="986" y="1992"/>
                </a:lnTo>
                <a:lnTo>
                  <a:pt x="1005" y="1984"/>
                </a:lnTo>
                <a:lnTo>
                  <a:pt x="1023" y="1976"/>
                </a:lnTo>
                <a:lnTo>
                  <a:pt x="1040" y="1966"/>
                </a:lnTo>
                <a:lnTo>
                  <a:pt x="1055" y="1956"/>
                </a:lnTo>
                <a:lnTo>
                  <a:pt x="1070" y="1946"/>
                </a:lnTo>
                <a:lnTo>
                  <a:pt x="1083" y="1934"/>
                </a:lnTo>
                <a:lnTo>
                  <a:pt x="1096" y="1922"/>
                </a:lnTo>
                <a:lnTo>
                  <a:pt x="1108" y="1908"/>
                </a:lnTo>
                <a:lnTo>
                  <a:pt x="1119" y="1896"/>
                </a:lnTo>
                <a:lnTo>
                  <a:pt x="1129" y="1882"/>
                </a:lnTo>
                <a:lnTo>
                  <a:pt x="1138" y="1868"/>
                </a:lnTo>
                <a:lnTo>
                  <a:pt x="1146" y="1852"/>
                </a:lnTo>
                <a:lnTo>
                  <a:pt x="1154" y="1838"/>
                </a:lnTo>
                <a:lnTo>
                  <a:pt x="1161" y="1822"/>
                </a:lnTo>
                <a:lnTo>
                  <a:pt x="1167" y="1806"/>
                </a:lnTo>
                <a:lnTo>
                  <a:pt x="1173" y="1790"/>
                </a:lnTo>
                <a:lnTo>
                  <a:pt x="1177" y="1774"/>
                </a:lnTo>
                <a:lnTo>
                  <a:pt x="1181" y="1756"/>
                </a:lnTo>
                <a:lnTo>
                  <a:pt x="1185" y="1740"/>
                </a:lnTo>
                <a:lnTo>
                  <a:pt x="1188" y="1724"/>
                </a:lnTo>
                <a:lnTo>
                  <a:pt x="1189" y="1716"/>
                </a:lnTo>
                <a:lnTo>
                  <a:pt x="1190" y="1706"/>
                </a:lnTo>
                <a:lnTo>
                  <a:pt x="1193" y="1674"/>
                </a:lnTo>
                <a:lnTo>
                  <a:pt x="1194" y="1656"/>
                </a:lnTo>
                <a:lnTo>
                  <a:pt x="1194" y="1640"/>
                </a:lnTo>
                <a:lnTo>
                  <a:pt x="1194" y="1614"/>
                </a:lnTo>
                <a:lnTo>
                  <a:pt x="1193" y="1602"/>
                </a:lnTo>
                <a:lnTo>
                  <a:pt x="1192" y="1590"/>
                </a:lnTo>
                <a:lnTo>
                  <a:pt x="1190" y="1567"/>
                </a:lnTo>
                <a:lnTo>
                  <a:pt x="1187" y="1543"/>
                </a:lnTo>
                <a:lnTo>
                  <a:pt x="1183" y="1521"/>
                </a:lnTo>
                <a:lnTo>
                  <a:pt x="1178" y="1499"/>
                </a:lnTo>
                <a:lnTo>
                  <a:pt x="1173" y="1477"/>
                </a:lnTo>
                <a:lnTo>
                  <a:pt x="1166" y="1455"/>
                </a:lnTo>
                <a:lnTo>
                  <a:pt x="1159" y="1433"/>
                </a:lnTo>
                <a:lnTo>
                  <a:pt x="1152" y="1413"/>
                </a:lnTo>
                <a:lnTo>
                  <a:pt x="1143" y="1395"/>
                </a:lnTo>
                <a:lnTo>
                  <a:pt x="1134" y="1375"/>
                </a:lnTo>
                <a:lnTo>
                  <a:pt x="1125" y="1357"/>
                </a:lnTo>
                <a:lnTo>
                  <a:pt x="1115" y="1339"/>
                </a:lnTo>
                <a:lnTo>
                  <a:pt x="1109" y="1331"/>
                </a:lnTo>
                <a:lnTo>
                  <a:pt x="1104" y="1323"/>
                </a:lnTo>
                <a:lnTo>
                  <a:pt x="1093" y="1307"/>
                </a:lnTo>
                <a:lnTo>
                  <a:pt x="1081" y="1291"/>
                </a:lnTo>
                <a:lnTo>
                  <a:pt x="1069" y="1277"/>
                </a:lnTo>
                <a:lnTo>
                  <a:pt x="1056" y="1263"/>
                </a:lnTo>
                <a:lnTo>
                  <a:pt x="1043" y="1251"/>
                </a:lnTo>
                <a:lnTo>
                  <a:pt x="1030" y="1239"/>
                </a:lnTo>
                <a:lnTo>
                  <a:pt x="1015" y="1229"/>
                </a:lnTo>
                <a:lnTo>
                  <a:pt x="1001" y="1219"/>
                </a:lnTo>
                <a:lnTo>
                  <a:pt x="986" y="1209"/>
                </a:lnTo>
                <a:lnTo>
                  <a:pt x="971" y="1201"/>
                </a:lnTo>
                <a:lnTo>
                  <a:pt x="956" y="1195"/>
                </a:lnTo>
                <a:lnTo>
                  <a:pt x="941" y="1189"/>
                </a:lnTo>
                <a:lnTo>
                  <a:pt x="926" y="1183"/>
                </a:lnTo>
                <a:lnTo>
                  <a:pt x="910" y="1179"/>
                </a:lnTo>
                <a:lnTo>
                  <a:pt x="895" y="1177"/>
                </a:lnTo>
                <a:lnTo>
                  <a:pt x="879" y="1175"/>
                </a:lnTo>
                <a:lnTo>
                  <a:pt x="863" y="1175"/>
                </a:lnTo>
                <a:close/>
                <a:moveTo>
                  <a:pt x="2238" y="821"/>
                </a:moveTo>
                <a:lnTo>
                  <a:pt x="2270" y="823"/>
                </a:lnTo>
                <a:lnTo>
                  <a:pt x="2285" y="825"/>
                </a:lnTo>
                <a:lnTo>
                  <a:pt x="2300" y="829"/>
                </a:lnTo>
                <a:lnTo>
                  <a:pt x="2315" y="831"/>
                </a:lnTo>
                <a:lnTo>
                  <a:pt x="2330" y="837"/>
                </a:lnTo>
                <a:lnTo>
                  <a:pt x="2344" y="841"/>
                </a:lnTo>
                <a:lnTo>
                  <a:pt x="2359" y="847"/>
                </a:lnTo>
                <a:lnTo>
                  <a:pt x="2373" y="853"/>
                </a:lnTo>
                <a:lnTo>
                  <a:pt x="2387" y="861"/>
                </a:lnTo>
                <a:lnTo>
                  <a:pt x="2401" y="869"/>
                </a:lnTo>
                <a:lnTo>
                  <a:pt x="2415" y="877"/>
                </a:lnTo>
                <a:lnTo>
                  <a:pt x="2428" y="887"/>
                </a:lnTo>
                <a:lnTo>
                  <a:pt x="2442" y="897"/>
                </a:lnTo>
                <a:lnTo>
                  <a:pt x="2468" y="919"/>
                </a:lnTo>
                <a:lnTo>
                  <a:pt x="2493" y="943"/>
                </a:lnTo>
                <a:lnTo>
                  <a:pt x="2505" y="957"/>
                </a:lnTo>
                <a:lnTo>
                  <a:pt x="2517" y="971"/>
                </a:lnTo>
                <a:lnTo>
                  <a:pt x="2541" y="1001"/>
                </a:lnTo>
                <a:lnTo>
                  <a:pt x="2552" y="1017"/>
                </a:lnTo>
                <a:lnTo>
                  <a:pt x="2563" y="1033"/>
                </a:lnTo>
                <a:lnTo>
                  <a:pt x="2574" y="1049"/>
                </a:lnTo>
                <a:lnTo>
                  <a:pt x="2585" y="1067"/>
                </a:lnTo>
                <a:lnTo>
                  <a:pt x="2606" y="1103"/>
                </a:lnTo>
                <a:lnTo>
                  <a:pt x="2626" y="1141"/>
                </a:lnTo>
                <a:lnTo>
                  <a:pt x="2645" y="1181"/>
                </a:lnTo>
                <a:lnTo>
                  <a:pt x="2654" y="1201"/>
                </a:lnTo>
                <a:lnTo>
                  <a:pt x="2664" y="1223"/>
                </a:lnTo>
                <a:lnTo>
                  <a:pt x="2681" y="1267"/>
                </a:lnTo>
                <a:lnTo>
                  <a:pt x="2697" y="1311"/>
                </a:lnTo>
                <a:lnTo>
                  <a:pt x="2712" y="1359"/>
                </a:lnTo>
                <a:lnTo>
                  <a:pt x="2719" y="1383"/>
                </a:lnTo>
                <a:lnTo>
                  <a:pt x="2726" y="1407"/>
                </a:lnTo>
                <a:lnTo>
                  <a:pt x="2732" y="1433"/>
                </a:lnTo>
                <a:lnTo>
                  <a:pt x="2738" y="1457"/>
                </a:lnTo>
                <a:lnTo>
                  <a:pt x="2750" y="1509"/>
                </a:lnTo>
                <a:lnTo>
                  <a:pt x="2760" y="1561"/>
                </a:lnTo>
                <a:lnTo>
                  <a:pt x="2765" y="1586"/>
                </a:lnTo>
                <a:lnTo>
                  <a:pt x="2770" y="1614"/>
                </a:lnTo>
                <a:lnTo>
                  <a:pt x="2778" y="1668"/>
                </a:lnTo>
                <a:lnTo>
                  <a:pt x="2785" y="1724"/>
                </a:lnTo>
                <a:lnTo>
                  <a:pt x="2791" y="1780"/>
                </a:lnTo>
                <a:lnTo>
                  <a:pt x="2793" y="1810"/>
                </a:lnTo>
                <a:lnTo>
                  <a:pt x="2795" y="1838"/>
                </a:lnTo>
                <a:lnTo>
                  <a:pt x="2797" y="1868"/>
                </a:lnTo>
                <a:lnTo>
                  <a:pt x="2798" y="1896"/>
                </a:lnTo>
                <a:lnTo>
                  <a:pt x="2800" y="1954"/>
                </a:lnTo>
                <a:lnTo>
                  <a:pt x="2801" y="2014"/>
                </a:lnTo>
                <a:lnTo>
                  <a:pt x="2800" y="2070"/>
                </a:lnTo>
                <a:lnTo>
                  <a:pt x="2799" y="2126"/>
                </a:lnTo>
                <a:lnTo>
                  <a:pt x="2796" y="2182"/>
                </a:lnTo>
                <a:lnTo>
                  <a:pt x="2792" y="2238"/>
                </a:lnTo>
                <a:lnTo>
                  <a:pt x="2787" y="2294"/>
                </a:lnTo>
                <a:lnTo>
                  <a:pt x="2781" y="2350"/>
                </a:lnTo>
                <a:lnTo>
                  <a:pt x="2773" y="2404"/>
                </a:lnTo>
                <a:lnTo>
                  <a:pt x="2765" y="2458"/>
                </a:lnTo>
                <a:lnTo>
                  <a:pt x="2755" y="2512"/>
                </a:lnTo>
                <a:lnTo>
                  <a:pt x="2744" y="2566"/>
                </a:lnTo>
                <a:lnTo>
                  <a:pt x="2733" y="2617"/>
                </a:lnTo>
                <a:lnTo>
                  <a:pt x="2726" y="2643"/>
                </a:lnTo>
                <a:lnTo>
                  <a:pt x="2720" y="2667"/>
                </a:lnTo>
                <a:lnTo>
                  <a:pt x="2706" y="2717"/>
                </a:lnTo>
                <a:lnTo>
                  <a:pt x="2698" y="2741"/>
                </a:lnTo>
                <a:lnTo>
                  <a:pt x="2691" y="2765"/>
                </a:lnTo>
                <a:lnTo>
                  <a:pt x="2683" y="2789"/>
                </a:lnTo>
                <a:lnTo>
                  <a:pt x="2675" y="2811"/>
                </a:lnTo>
                <a:lnTo>
                  <a:pt x="2666" y="2835"/>
                </a:lnTo>
                <a:lnTo>
                  <a:pt x="2656" y="2857"/>
                </a:lnTo>
                <a:lnTo>
                  <a:pt x="2638" y="2901"/>
                </a:lnTo>
                <a:lnTo>
                  <a:pt x="2619" y="2941"/>
                </a:lnTo>
                <a:lnTo>
                  <a:pt x="2598" y="2981"/>
                </a:lnTo>
                <a:lnTo>
                  <a:pt x="2588" y="3001"/>
                </a:lnTo>
                <a:lnTo>
                  <a:pt x="2577" y="3019"/>
                </a:lnTo>
                <a:lnTo>
                  <a:pt x="2566" y="3037"/>
                </a:lnTo>
                <a:lnTo>
                  <a:pt x="2554" y="3053"/>
                </a:lnTo>
                <a:lnTo>
                  <a:pt x="2531" y="3087"/>
                </a:lnTo>
                <a:lnTo>
                  <a:pt x="2519" y="3103"/>
                </a:lnTo>
                <a:lnTo>
                  <a:pt x="2506" y="3117"/>
                </a:lnTo>
                <a:lnTo>
                  <a:pt x="2494" y="3131"/>
                </a:lnTo>
                <a:lnTo>
                  <a:pt x="2481" y="3145"/>
                </a:lnTo>
                <a:lnTo>
                  <a:pt x="2467" y="3157"/>
                </a:lnTo>
                <a:lnTo>
                  <a:pt x="2454" y="3169"/>
                </a:lnTo>
                <a:lnTo>
                  <a:pt x="2440" y="3181"/>
                </a:lnTo>
                <a:lnTo>
                  <a:pt x="2426" y="3191"/>
                </a:lnTo>
                <a:lnTo>
                  <a:pt x="2412" y="3201"/>
                </a:lnTo>
                <a:lnTo>
                  <a:pt x="2397" y="3211"/>
                </a:lnTo>
                <a:lnTo>
                  <a:pt x="2383" y="3219"/>
                </a:lnTo>
                <a:lnTo>
                  <a:pt x="2368" y="3225"/>
                </a:lnTo>
                <a:lnTo>
                  <a:pt x="2352" y="3233"/>
                </a:lnTo>
                <a:lnTo>
                  <a:pt x="2337" y="3239"/>
                </a:lnTo>
                <a:lnTo>
                  <a:pt x="2321" y="3243"/>
                </a:lnTo>
                <a:lnTo>
                  <a:pt x="2305" y="3247"/>
                </a:lnTo>
                <a:lnTo>
                  <a:pt x="2289" y="3251"/>
                </a:lnTo>
                <a:lnTo>
                  <a:pt x="2272" y="3253"/>
                </a:lnTo>
                <a:lnTo>
                  <a:pt x="2256" y="3255"/>
                </a:lnTo>
                <a:lnTo>
                  <a:pt x="2238" y="3255"/>
                </a:lnTo>
                <a:lnTo>
                  <a:pt x="2217" y="3255"/>
                </a:lnTo>
                <a:lnTo>
                  <a:pt x="2197" y="3253"/>
                </a:lnTo>
                <a:lnTo>
                  <a:pt x="2177" y="3249"/>
                </a:lnTo>
                <a:lnTo>
                  <a:pt x="2158" y="3243"/>
                </a:lnTo>
                <a:lnTo>
                  <a:pt x="2139" y="3237"/>
                </a:lnTo>
                <a:lnTo>
                  <a:pt x="2120" y="3229"/>
                </a:lnTo>
                <a:lnTo>
                  <a:pt x="2111" y="3225"/>
                </a:lnTo>
                <a:lnTo>
                  <a:pt x="2102" y="3221"/>
                </a:lnTo>
                <a:lnTo>
                  <a:pt x="2084" y="3211"/>
                </a:lnTo>
                <a:lnTo>
                  <a:pt x="2067" y="3199"/>
                </a:lnTo>
                <a:lnTo>
                  <a:pt x="2050" y="3187"/>
                </a:lnTo>
                <a:lnTo>
                  <a:pt x="2033" y="3173"/>
                </a:lnTo>
                <a:lnTo>
                  <a:pt x="2017" y="3159"/>
                </a:lnTo>
                <a:lnTo>
                  <a:pt x="2001" y="3143"/>
                </a:lnTo>
                <a:lnTo>
                  <a:pt x="1985" y="3127"/>
                </a:lnTo>
                <a:lnTo>
                  <a:pt x="1970" y="3109"/>
                </a:lnTo>
                <a:lnTo>
                  <a:pt x="1955" y="3089"/>
                </a:lnTo>
                <a:lnTo>
                  <a:pt x="1941" y="3069"/>
                </a:lnTo>
                <a:lnTo>
                  <a:pt x="1927" y="3049"/>
                </a:lnTo>
                <a:lnTo>
                  <a:pt x="1913" y="3027"/>
                </a:lnTo>
                <a:lnTo>
                  <a:pt x="1899" y="3003"/>
                </a:lnTo>
                <a:lnTo>
                  <a:pt x="1886" y="2979"/>
                </a:lnTo>
                <a:lnTo>
                  <a:pt x="1873" y="2955"/>
                </a:lnTo>
                <a:lnTo>
                  <a:pt x="1861" y="2929"/>
                </a:lnTo>
                <a:lnTo>
                  <a:pt x="1849" y="2903"/>
                </a:lnTo>
                <a:lnTo>
                  <a:pt x="1836" y="2877"/>
                </a:lnTo>
                <a:lnTo>
                  <a:pt x="1824" y="2849"/>
                </a:lnTo>
                <a:lnTo>
                  <a:pt x="1802" y="2791"/>
                </a:lnTo>
                <a:lnTo>
                  <a:pt x="1791" y="2763"/>
                </a:lnTo>
                <a:lnTo>
                  <a:pt x="1781" y="2731"/>
                </a:lnTo>
                <a:lnTo>
                  <a:pt x="1761" y="2669"/>
                </a:lnTo>
                <a:lnTo>
                  <a:pt x="1758" y="2739"/>
                </a:lnTo>
                <a:lnTo>
                  <a:pt x="1756" y="2809"/>
                </a:lnTo>
                <a:lnTo>
                  <a:pt x="1754" y="2879"/>
                </a:lnTo>
                <a:lnTo>
                  <a:pt x="1752" y="2947"/>
                </a:lnTo>
                <a:lnTo>
                  <a:pt x="1751" y="3015"/>
                </a:lnTo>
                <a:lnTo>
                  <a:pt x="1751" y="3079"/>
                </a:lnTo>
                <a:lnTo>
                  <a:pt x="1750" y="3203"/>
                </a:lnTo>
                <a:lnTo>
                  <a:pt x="1750" y="4174"/>
                </a:lnTo>
                <a:lnTo>
                  <a:pt x="1570" y="4174"/>
                </a:lnTo>
                <a:lnTo>
                  <a:pt x="1570" y="3203"/>
                </a:lnTo>
                <a:lnTo>
                  <a:pt x="1570" y="3067"/>
                </a:lnTo>
                <a:lnTo>
                  <a:pt x="1570" y="2997"/>
                </a:lnTo>
                <a:lnTo>
                  <a:pt x="1571" y="2927"/>
                </a:lnTo>
                <a:lnTo>
                  <a:pt x="1572" y="2853"/>
                </a:lnTo>
                <a:lnTo>
                  <a:pt x="1574" y="2781"/>
                </a:lnTo>
                <a:lnTo>
                  <a:pt x="1576" y="2705"/>
                </a:lnTo>
                <a:lnTo>
                  <a:pt x="1578" y="2629"/>
                </a:lnTo>
                <a:lnTo>
                  <a:pt x="1581" y="2554"/>
                </a:lnTo>
                <a:lnTo>
                  <a:pt x="1585" y="2478"/>
                </a:lnTo>
                <a:lnTo>
                  <a:pt x="1589" y="2400"/>
                </a:lnTo>
                <a:lnTo>
                  <a:pt x="1595" y="2324"/>
                </a:lnTo>
                <a:lnTo>
                  <a:pt x="1601" y="2246"/>
                </a:lnTo>
                <a:lnTo>
                  <a:pt x="1608" y="2170"/>
                </a:lnTo>
                <a:lnTo>
                  <a:pt x="1616" y="2094"/>
                </a:lnTo>
                <a:lnTo>
                  <a:pt x="1620" y="2056"/>
                </a:lnTo>
                <a:lnTo>
                  <a:pt x="1625" y="2018"/>
                </a:lnTo>
                <a:lnTo>
                  <a:pt x="1620" y="1982"/>
                </a:lnTo>
                <a:lnTo>
                  <a:pt x="1616" y="1944"/>
                </a:lnTo>
                <a:lnTo>
                  <a:pt x="1608" y="1870"/>
                </a:lnTo>
                <a:lnTo>
                  <a:pt x="1602" y="1796"/>
                </a:lnTo>
                <a:lnTo>
                  <a:pt x="1596" y="1720"/>
                </a:lnTo>
                <a:lnTo>
                  <a:pt x="1590" y="1644"/>
                </a:lnTo>
                <a:lnTo>
                  <a:pt x="1586" y="1570"/>
                </a:lnTo>
                <a:lnTo>
                  <a:pt x="1582" y="1497"/>
                </a:lnTo>
                <a:lnTo>
                  <a:pt x="1579" y="1421"/>
                </a:lnTo>
                <a:lnTo>
                  <a:pt x="1576" y="1349"/>
                </a:lnTo>
                <a:lnTo>
                  <a:pt x="1574" y="1275"/>
                </a:lnTo>
                <a:lnTo>
                  <a:pt x="1573" y="1205"/>
                </a:lnTo>
                <a:lnTo>
                  <a:pt x="1571" y="1135"/>
                </a:lnTo>
                <a:lnTo>
                  <a:pt x="1570" y="999"/>
                </a:lnTo>
                <a:lnTo>
                  <a:pt x="1570" y="871"/>
                </a:lnTo>
                <a:lnTo>
                  <a:pt x="1750" y="871"/>
                </a:lnTo>
                <a:lnTo>
                  <a:pt x="1751" y="995"/>
                </a:lnTo>
                <a:lnTo>
                  <a:pt x="1751" y="1059"/>
                </a:lnTo>
                <a:lnTo>
                  <a:pt x="1752" y="1125"/>
                </a:lnTo>
                <a:lnTo>
                  <a:pt x="1754" y="1189"/>
                </a:lnTo>
                <a:lnTo>
                  <a:pt x="1756" y="1255"/>
                </a:lnTo>
                <a:lnTo>
                  <a:pt x="1758" y="1321"/>
                </a:lnTo>
                <a:lnTo>
                  <a:pt x="1761" y="1385"/>
                </a:lnTo>
                <a:lnTo>
                  <a:pt x="1781" y="1323"/>
                </a:lnTo>
                <a:lnTo>
                  <a:pt x="1792" y="1293"/>
                </a:lnTo>
                <a:lnTo>
                  <a:pt x="1802" y="1263"/>
                </a:lnTo>
                <a:lnTo>
                  <a:pt x="1813" y="1235"/>
                </a:lnTo>
                <a:lnTo>
                  <a:pt x="1825" y="1207"/>
                </a:lnTo>
                <a:lnTo>
                  <a:pt x="1836" y="1181"/>
                </a:lnTo>
                <a:lnTo>
                  <a:pt x="1849" y="1155"/>
                </a:lnTo>
                <a:lnTo>
                  <a:pt x="1862" y="1129"/>
                </a:lnTo>
                <a:lnTo>
                  <a:pt x="1874" y="1105"/>
                </a:lnTo>
                <a:lnTo>
                  <a:pt x="1887" y="1081"/>
                </a:lnTo>
                <a:lnTo>
                  <a:pt x="1901" y="1059"/>
                </a:lnTo>
                <a:lnTo>
                  <a:pt x="1914" y="1037"/>
                </a:lnTo>
                <a:lnTo>
                  <a:pt x="1928" y="1015"/>
                </a:lnTo>
                <a:lnTo>
                  <a:pt x="1942" y="995"/>
                </a:lnTo>
                <a:lnTo>
                  <a:pt x="1957" y="977"/>
                </a:lnTo>
                <a:lnTo>
                  <a:pt x="1972" y="959"/>
                </a:lnTo>
                <a:lnTo>
                  <a:pt x="1987" y="941"/>
                </a:lnTo>
                <a:lnTo>
                  <a:pt x="2003" y="925"/>
                </a:lnTo>
                <a:lnTo>
                  <a:pt x="2019" y="911"/>
                </a:lnTo>
                <a:lnTo>
                  <a:pt x="2035" y="897"/>
                </a:lnTo>
                <a:lnTo>
                  <a:pt x="2052" y="885"/>
                </a:lnTo>
                <a:lnTo>
                  <a:pt x="2069" y="873"/>
                </a:lnTo>
                <a:lnTo>
                  <a:pt x="2086" y="863"/>
                </a:lnTo>
                <a:lnTo>
                  <a:pt x="2104" y="853"/>
                </a:lnTo>
                <a:lnTo>
                  <a:pt x="2122" y="845"/>
                </a:lnTo>
                <a:lnTo>
                  <a:pt x="2140" y="837"/>
                </a:lnTo>
                <a:lnTo>
                  <a:pt x="2159" y="833"/>
                </a:lnTo>
                <a:lnTo>
                  <a:pt x="2178" y="827"/>
                </a:lnTo>
                <a:lnTo>
                  <a:pt x="2198" y="825"/>
                </a:lnTo>
                <a:lnTo>
                  <a:pt x="2217" y="823"/>
                </a:lnTo>
                <a:lnTo>
                  <a:pt x="2238" y="821"/>
                </a:lnTo>
                <a:close/>
                <a:moveTo>
                  <a:pt x="2231" y="2893"/>
                </a:moveTo>
                <a:lnTo>
                  <a:pt x="2254" y="2893"/>
                </a:lnTo>
                <a:lnTo>
                  <a:pt x="2275" y="2889"/>
                </a:lnTo>
                <a:lnTo>
                  <a:pt x="2296" y="2883"/>
                </a:lnTo>
                <a:lnTo>
                  <a:pt x="2316" y="2875"/>
                </a:lnTo>
                <a:lnTo>
                  <a:pt x="2336" y="2865"/>
                </a:lnTo>
                <a:lnTo>
                  <a:pt x="2346" y="2861"/>
                </a:lnTo>
                <a:lnTo>
                  <a:pt x="2355" y="2853"/>
                </a:lnTo>
                <a:lnTo>
                  <a:pt x="2374" y="2839"/>
                </a:lnTo>
                <a:lnTo>
                  <a:pt x="2392" y="2823"/>
                </a:lnTo>
                <a:lnTo>
                  <a:pt x="2401" y="2815"/>
                </a:lnTo>
                <a:lnTo>
                  <a:pt x="2409" y="2807"/>
                </a:lnTo>
                <a:lnTo>
                  <a:pt x="2418" y="2797"/>
                </a:lnTo>
                <a:lnTo>
                  <a:pt x="2426" y="2787"/>
                </a:lnTo>
                <a:lnTo>
                  <a:pt x="2443" y="2765"/>
                </a:lnTo>
                <a:lnTo>
                  <a:pt x="2458" y="2743"/>
                </a:lnTo>
                <a:lnTo>
                  <a:pt x="2473" y="2717"/>
                </a:lnTo>
                <a:lnTo>
                  <a:pt x="2480" y="2705"/>
                </a:lnTo>
                <a:lnTo>
                  <a:pt x="2487" y="2691"/>
                </a:lnTo>
                <a:lnTo>
                  <a:pt x="2501" y="2663"/>
                </a:lnTo>
                <a:lnTo>
                  <a:pt x="2514" y="2635"/>
                </a:lnTo>
                <a:lnTo>
                  <a:pt x="2526" y="2606"/>
                </a:lnTo>
                <a:lnTo>
                  <a:pt x="2538" y="2574"/>
                </a:lnTo>
                <a:lnTo>
                  <a:pt x="2549" y="2540"/>
                </a:lnTo>
                <a:lnTo>
                  <a:pt x="2559" y="2506"/>
                </a:lnTo>
                <a:lnTo>
                  <a:pt x="2568" y="2470"/>
                </a:lnTo>
                <a:lnTo>
                  <a:pt x="2577" y="2434"/>
                </a:lnTo>
                <a:lnTo>
                  <a:pt x="2585" y="2396"/>
                </a:lnTo>
                <a:lnTo>
                  <a:pt x="2592" y="2358"/>
                </a:lnTo>
                <a:lnTo>
                  <a:pt x="2598" y="2318"/>
                </a:lnTo>
                <a:lnTo>
                  <a:pt x="2604" y="2278"/>
                </a:lnTo>
                <a:lnTo>
                  <a:pt x="2609" y="2238"/>
                </a:lnTo>
                <a:lnTo>
                  <a:pt x="2613" y="2196"/>
                </a:lnTo>
                <a:lnTo>
                  <a:pt x="2614" y="2174"/>
                </a:lnTo>
                <a:lnTo>
                  <a:pt x="2616" y="2154"/>
                </a:lnTo>
                <a:lnTo>
                  <a:pt x="2618" y="2110"/>
                </a:lnTo>
                <a:lnTo>
                  <a:pt x="2619" y="2066"/>
                </a:lnTo>
                <a:lnTo>
                  <a:pt x="2620" y="2022"/>
                </a:lnTo>
                <a:lnTo>
                  <a:pt x="2619" y="1978"/>
                </a:lnTo>
                <a:lnTo>
                  <a:pt x="2618" y="1956"/>
                </a:lnTo>
                <a:lnTo>
                  <a:pt x="2618" y="1932"/>
                </a:lnTo>
                <a:lnTo>
                  <a:pt x="2615" y="1890"/>
                </a:lnTo>
                <a:lnTo>
                  <a:pt x="2612" y="1846"/>
                </a:lnTo>
                <a:lnTo>
                  <a:pt x="2608" y="1804"/>
                </a:lnTo>
                <a:lnTo>
                  <a:pt x="2603" y="1764"/>
                </a:lnTo>
                <a:lnTo>
                  <a:pt x="2597" y="1724"/>
                </a:lnTo>
                <a:lnTo>
                  <a:pt x="2591" y="1686"/>
                </a:lnTo>
                <a:lnTo>
                  <a:pt x="2584" y="1648"/>
                </a:lnTo>
                <a:lnTo>
                  <a:pt x="2576" y="1612"/>
                </a:lnTo>
                <a:lnTo>
                  <a:pt x="2567" y="1576"/>
                </a:lnTo>
                <a:lnTo>
                  <a:pt x="2557" y="1543"/>
                </a:lnTo>
                <a:lnTo>
                  <a:pt x="2547" y="1511"/>
                </a:lnTo>
                <a:lnTo>
                  <a:pt x="2536" y="1479"/>
                </a:lnTo>
                <a:lnTo>
                  <a:pt x="2531" y="1463"/>
                </a:lnTo>
                <a:lnTo>
                  <a:pt x="2525" y="1449"/>
                </a:lnTo>
                <a:lnTo>
                  <a:pt x="2513" y="1421"/>
                </a:lnTo>
                <a:lnTo>
                  <a:pt x="2507" y="1407"/>
                </a:lnTo>
                <a:lnTo>
                  <a:pt x="2500" y="1393"/>
                </a:lnTo>
                <a:lnTo>
                  <a:pt x="2487" y="1367"/>
                </a:lnTo>
                <a:lnTo>
                  <a:pt x="2473" y="1343"/>
                </a:lnTo>
                <a:lnTo>
                  <a:pt x="2459" y="1321"/>
                </a:lnTo>
                <a:lnTo>
                  <a:pt x="2452" y="1309"/>
                </a:lnTo>
                <a:lnTo>
                  <a:pt x="2445" y="1299"/>
                </a:lnTo>
                <a:lnTo>
                  <a:pt x="2437" y="1289"/>
                </a:lnTo>
                <a:lnTo>
                  <a:pt x="2429" y="1279"/>
                </a:lnTo>
                <a:lnTo>
                  <a:pt x="2414" y="1261"/>
                </a:lnTo>
                <a:lnTo>
                  <a:pt x="2398" y="1245"/>
                </a:lnTo>
                <a:lnTo>
                  <a:pt x="2381" y="1231"/>
                </a:lnTo>
                <a:lnTo>
                  <a:pt x="2364" y="1219"/>
                </a:lnTo>
                <a:lnTo>
                  <a:pt x="2347" y="1207"/>
                </a:lnTo>
                <a:lnTo>
                  <a:pt x="2329" y="1199"/>
                </a:lnTo>
                <a:lnTo>
                  <a:pt x="2312" y="1193"/>
                </a:lnTo>
                <a:lnTo>
                  <a:pt x="2293" y="1187"/>
                </a:lnTo>
                <a:lnTo>
                  <a:pt x="2284" y="1185"/>
                </a:lnTo>
                <a:lnTo>
                  <a:pt x="2275" y="1183"/>
                </a:lnTo>
                <a:lnTo>
                  <a:pt x="2256" y="1183"/>
                </a:lnTo>
                <a:lnTo>
                  <a:pt x="2232" y="1185"/>
                </a:lnTo>
                <a:lnTo>
                  <a:pt x="2220" y="1185"/>
                </a:lnTo>
                <a:lnTo>
                  <a:pt x="2209" y="1187"/>
                </a:lnTo>
                <a:lnTo>
                  <a:pt x="2198" y="1189"/>
                </a:lnTo>
                <a:lnTo>
                  <a:pt x="2187" y="1193"/>
                </a:lnTo>
                <a:lnTo>
                  <a:pt x="2166" y="1199"/>
                </a:lnTo>
                <a:lnTo>
                  <a:pt x="2145" y="1209"/>
                </a:lnTo>
                <a:lnTo>
                  <a:pt x="2125" y="1221"/>
                </a:lnTo>
                <a:lnTo>
                  <a:pt x="2105" y="1233"/>
                </a:lnTo>
                <a:lnTo>
                  <a:pt x="2096" y="1241"/>
                </a:lnTo>
                <a:lnTo>
                  <a:pt x="2087" y="1249"/>
                </a:lnTo>
                <a:lnTo>
                  <a:pt x="2077" y="1257"/>
                </a:lnTo>
                <a:lnTo>
                  <a:pt x="2068" y="1265"/>
                </a:lnTo>
                <a:lnTo>
                  <a:pt x="2051" y="1283"/>
                </a:lnTo>
                <a:lnTo>
                  <a:pt x="2034" y="1303"/>
                </a:lnTo>
                <a:lnTo>
                  <a:pt x="2017" y="1325"/>
                </a:lnTo>
                <a:lnTo>
                  <a:pt x="2009" y="1335"/>
                </a:lnTo>
                <a:lnTo>
                  <a:pt x="2001" y="1347"/>
                </a:lnTo>
                <a:lnTo>
                  <a:pt x="1986" y="1373"/>
                </a:lnTo>
                <a:lnTo>
                  <a:pt x="1972" y="1399"/>
                </a:lnTo>
                <a:lnTo>
                  <a:pt x="1957" y="1427"/>
                </a:lnTo>
                <a:lnTo>
                  <a:pt x="1951" y="1441"/>
                </a:lnTo>
                <a:lnTo>
                  <a:pt x="1944" y="1455"/>
                </a:lnTo>
                <a:lnTo>
                  <a:pt x="1931" y="1485"/>
                </a:lnTo>
                <a:lnTo>
                  <a:pt x="1918" y="1517"/>
                </a:lnTo>
                <a:lnTo>
                  <a:pt x="1907" y="1549"/>
                </a:lnTo>
                <a:lnTo>
                  <a:pt x="1895" y="1582"/>
                </a:lnTo>
                <a:lnTo>
                  <a:pt x="1884" y="1618"/>
                </a:lnTo>
                <a:lnTo>
                  <a:pt x="1874" y="1654"/>
                </a:lnTo>
                <a:lnTo>
                  <a:pt x="1864" y="1690"/>
                </a:lnTo>
                <a:lnTo>
                  <a:pt x="1854" y="1730"/>
                </a:lnTo>
                <a:lnTo>
                  <a:pt x="1846" y="1768"/>
                </a:lnTo>
                <a:lnTo>
                  <a:pt x="1836" y="1808"/>
                </a:lnTo>
                <a:lnTo>
                  <a:pt x="1828" y="1848"/>
                </a:lnTo>
                <a:lnTo>
                  <a:pt x="1821" y="1890"/>
                </a:lnTo>
                <a:lnTo>
                  <a:pt x="1814" y="1932"/>
                </a:lnTo>
                <a:lnTo>
                  <a:pt x="1807" y="1976"/>
                </a:lnTo>
                <a:lnTo>
                  <a:pt x="1801" y="2018"/>
                </a:lnTo>
                <a:lnTo>
                  <a:pt x="1807" y="2064"/>
                </a:lnTo>
                <a:lnTo>
                  <a:pt x="1814" y="2108"/>
                </a:lnTo>
                <a:lnTo>
                  <a:pt x="1821" y="2154"/>
                </a:lnTo>
                <a:lnTo>
                  <a:pt x="1828" y="2196"/>
                </a:lnTo>
                <a:lnTo>
                  <a:pt x="1836" y="2240"/>
                </a:lnTo>
                <a:lnTo>
                  <a:pt x="1845" y="2280"/>
                </a:lnTo>
                <a:lnTo>
                  <a:pt x="1854" y="2322"/>
                </a:lnTo>
                <a:lnTo>
                  <a:pt x="1864" y="2362"/>
                </a:lnTo>
                <a:lnTo>
                  <a:pt x="1873" y="2400"/>
                </a:lnTo>
                <a:lnTo>
                  <a:pt x="1883" y="2438"/>
                </a:lnTo>
                <a:lnTo>
                  <a:pt x="1894" y="2476"/>
                </a:lnTo>
                <a:lnTo>
                  <a:pt x="1905" y="2510"/>
                </a:lnTo>
                <a:lnTo>
                  <a:pt x="1917" y="2544"/>
                </a:lnTo>
                <a:lnTo>
                  <a:pt x="1929" y="2578"/>
                </a:lnTo>
                <a:lnTo>
                  <a:pt x="1935" y="2594"/>
                </a:lnTo>
                <a:lnTo>
                  <a:pt x="1941" y="2610"/>
                </a:lnTo>
                <a:lnTo>
                  <a:pt x="1954" y="2639"/>
                </a:lnTo>
                <a:lnTo>
                  <a:pt x="1968" y="2667"/>
                </a:lnTo>
                <a:lnTo>
                  <a:pt x="1982" y="2695"/>
                </a:lnTo>
                <a:lnTo>
                  <a:pt x="1996" y="2721"/>
                </a:lnTo>
                <a:lnTo>
                  <a:pt x="2011" y="2745"/>
                </a:lnTo>
                <a:lnTo>
                  <a:pt x="2019" y="2757"/>
                </a:lnTo>
                <a:lnTo>
                  <a:pt x="2027" y="2769"/>
                </a:lnTo>
                <a:lnTo>
                  <a:pt x="2035" y="2779"/>
                </a:lnTo>
                <a:lnTo>
                  <a:pt x="2043" y="2789"/>
                </a:lnTo>
                <a:lnTo>
                  <a:pt x="2059" y="2809"/>
                </a:lnTo>
                <a:lnTo>
                  <a:pt x="2076" y="2825"/>
                </a:lnTo>
                <a:lnTo>
                  <a:pt x="2094" y="2841"/>
                </a:lnTo>
                <a:lnTo>
                  <a:pt x="2112" y="2855"/>
                </a:lnTo>
                <a:lnTo>
                  <a:pt x="2130" y="2867"/>
                </a:lnTo>
                <a:lnTo>
                  <a:pt x="2140" y="2871"/>
                </a:lnTo>
                <a:lnTo>
                  <a:pt x="2149" y="2877"/>
                </a:lnTo>
                <a:lnTo>
                  <a:pt x="2169" y="2883"/>
                </a:lnTo>
                <a:lnTo>
                  <a:pt x="2189" y="2889"/>
                </a:lnTo>
                <a:lnTo>
                  <a:pt x="2210" y="2893"/>
                </a:lnTo>
                <a:lnTo>
                  <a:pt x="2231" y="2893"/>
                </a:lnTo>
                <a:close/>
                <a:moveTo>
                  <a:pt x="3082" y="0"/>
                </a:moveTo>
                <a:lnTo>
                  <a:pt x="3095" y="0"/>
                </a:lnTo>
                <a:lnTo>
                  <a:pt x="3108" y="4"/>
                </a:lnTo>
                <a:lnTo>
                  <a:pt x="3121" y="12"/>
                </a:lnTo>
                <a:lnTo>
                  <a:pt x="3127" y="16"/>
                </a:lnTo>
                <a:lnTo>
                  <a:pt x="3133" y="20"/>
                </a:lnTo>
                <a:lnTo>
                  <a:pt x="3145" y="32"/>
                </a:lnTo>
                <a:lnTo>
                  <a:pt x="3151" y="38"/>
                </a:lnTo>
                <a:lnTo>
                  <a:pt x="3156" y="44"/>
                </a:lnTo>
                <a:lnTo>
                  <a:pt x="3166" y="60"/>
                </a:lnTo>
                <a:lnTo>
                  <a:pt x="3176" y="78"/>
                </a:lnTo>
                <a:lnTo>
                  <a:pt x="3185" y="96"/>
                </a:lnTo>
                <a:lnTo>
                  <a:pt x="3189" y="106"/>
                </a:lnTo>
                <a:lnTo>
                  <a:pt x="3193" y="116"/>
                </a:lnTo>
                <a:lnTo>
                  <a:pt x="3196" y="126"/>
                </a:lnTo>
                <a:lnTo>
                  <a:pt x="3199" y="138"/>
                </a:lnTo>
                <a:lnTo>
                  <a:pt x="3205" y="162"/>
                </a:lnTo>
                <a:lnTo>
                  <a:pt x="3210" y="186"/>
                </a:lnTo>
                <a:lnTo>
                  <a:pt x="3213" y="210"/>
                </a:lnTo>
                <a:lnTo>
                  <a:pt x="3214" y="224"/>
                </a:lnTo>
                <a:lnTo>
                  <a:pt x="3215" y="236"/>
                </a:lnTo>
                <a:lnTo>
                  <a:pt x="3216" y="264"/>
                </a:lnTo>
                <a:lnTo>
                  <a:pt x="3215" y="290"/>
                </a:lnTo>
                <a:lnTo>
                  <a:pt x="3213" y="316"/>
                </a:lnTo>
                <a:lnTo>
                  <a:pt x="3212" y="330"/>
                </a:lnTo>
                <a:lnTo>
                  <a:pt x="3210" y="342"/>
                </a:lnTo>
                <a:lnTo>
                  <a:pt x="3208" y="354"/>
                </a:lnTo>
                <a:lnTo>
                  <a:pt x="3205" y="366"/>
                </a:lnTo>
                <a:lnTo>
                  <a:pt x="3199" y="390"/>
                </a:lnTo>
                <a:lnTo>
                  <a:pt x="3193" y="412"/>
                </a:lnTo>
                <a:lnTo>
                  <a:pt x="3185" y="432"/>
                </a:lnTo>
                <a:lnTo>
                  <a:pt x="3176" y="450"/>
                </a:lnTo>
                <a:lnTo>
                  <a:pt x="3166" y="468"/>
                </a:lnTo>
                <a:lnTo>
                  <a:pt x="3161" y="476"/>
                </a:lnTo>
                <a:lnTo>
                  <a:pt x="3156" y="482"/>
                </a:lnTo>
                <a:lnTo>
                  <a:pt x="3151" y="490"/>
                </a:lnTo>
                <a:lnTo>
                  <a:pt x="3145" y="496"/>
                </a:lnTo>
                <a:lnTo>
                  <a:pt x="3139" y="502"/>
                </a:lnTo>
                <a:lnTo>
                  <a:pt x="3133" y="506"/>
                </a:lnTo>
                <a:lnTo>
                  <a:pt x="3127" y="512"/>
                </a:lnTo>
                <a:lnTo>
                  <a:pt x="3121" y="516"/>
                </a:lnTo>
                <a:lnTo>
                  <a:pt x="3115" y="520"/>
                </a:lnTo>
                <a:lnTo>
                  <a:pt x="3108" y="522"/>
                </a:lnTo>
                <a:lnTo>
                  <a:pt x="3102" y="524"/>
                </a:lnTo>
                <a:lnTo>
                  <a:pt x="3095" y="525"/>
                </a:lnTo>
                <a:lnTo>
                  <a:pt x="3082" y="527"/>
                </a:lnTo>
                <a:lnTo>
                  <a:pt x="3068" y="525"/>
                </a:lnTo>
                <a:lnTo>
                  <a:pt x="3054" y="522"/>
                </a:lnTo>
                <a:lnTo>
                  <a:pt x="3042" y="516"/>
                </a:lnTo>
                <a:lnTo>
                  <a:pt x="3030" y="506"/>
                </a:lnTo>
                <a:lnTo>
                  <a:pt x="3018" y="496"/>
                </a:lnTo>
                <a:lnTo>
                  <a:pt x="3013" y="490"/>
                </a:lnTo>
                <a:lnTo>
                  <a:pt x="3008" y="482"/>
                </a:lnTo>
                <a:lnTo>
                  <a:pt x="2998" y="468"/>
                </a:lnTo>
                <a:lnTo>
                  <a:pt x="2988" y="450"/>
                </a:lnTo>
                <a:lnTo>
                  <a:pt x="2984" y="442"/>
                </a:lnTo>
                <a:lnTo>
                  <a:pt x="2980" y="432"/>
                </a:lnTo>
                <a:lnTo>
                  <a:pt x="2976" y="422"/>
                </a:lnTo>
                <a:lnTo>
                  <a:pt x="2973" y="412"/>
                </a:lnTo>
                <a:lnTo>
                  <a:pt x="2966" y="390"/>
                </a:lnTo>
                <a:lnTo>
                  <a:pt x="2961" y="366"/>
                </a:lnTo>
                <a:lnTo>
                  <a:pt x="2959" y="354"/>
                </a:lnTo>
                <a:lnTo>
                  <a:pt x="2957" y="342"/>
                </a:lnTo>
                <a:lnTo>
                  <a:pt x="2953" y="316"/>
                </a:lnTo>
                <a:lnTo>
                  <a:pt x="2951" y="290"/>
                </a:lnTo>
                <a:lnTo>
                  <a:pt x="2951" y="264"/>
                </a:lnTo>
                <a:lnTo>
                  <a:pt x="2951" y="236"/>
                </a:lnTo>
                <a:lnTo>
                  <a:pt x="2952" y="224"/>
                </a:lnTo>
                <a:lnTo>
                  <a:pt x="2953" y="210"/>
                </a:lnTo>
                <a:lnTo>
                  <a:pt x="2955" y="198"/>
                </a:lnTo>
                <a:lnTo>
                  <a:pt x="2957" y="186"/>
                </a:lnTo>
                <a:lnTo>
                  <a:pt x="2961" y="162"/>
                </a:lnTo>
                <a:lnTo>
                  <a:pt x="2966" y="138"/>
                </a:lnTo>
                <a:lnTo>
                  <a:pt x="2973" y="116"/>
                </a:lnTo>
                <a:lnTo>
                  <a:pt x="2976" y="106"/>
                </a:lnTo>
                <a:lnTo>
                  <a:pt x="2980" y="96"/>
                </a:lnTo>
                <a:lnTo>
                  <a:pt x="2988" y="78"/>
                </a:lnTo>
                <a:lnTo>
                  <a:pt x="2998" y="60"/>
                </a:lnTo>
                <a:lnTo>
                  <a:pt x="3003" y="52"/>
                </a:lnTo>
                <a:lnTo>
                  <a:pt x="3008" y="44"/>
                </a:lnTo>
                <a:lnTo>
                  <a:pt x="3018" y="32"/>
                </a:lnTo>
                <a:lnTo>
                  <a:pt x="3024" y="26"/>
                </a:lnTo>
                <a:lnTo>
                  <a:pt x="3030" y="20"/>
                </a:lnTo>
                <a:lnTo>
                  <a:pt x="3042" y="12"/>
                </a:lnTo>
                <a:lnTo>
                  <a:pt x="3048" y="8"/>
                </a:lnTo>
                <a:lnTo>
                  <a:pt x="3054" y="4"/>
                </a:lnTo>
                <a:lnTo>
                  <a:pt x="3061" y="2"/>
                </a:lnTo>
                <a:lnTo>
                  <a:pt x="3068" y="0"/>
                </a:lnTo>
                <a:lnTo>
                  <a:pt x="3082" y="0"/>
                </a:lnTo>
                <a:close/>
                <a:moveTo>
                  <a:pt x="2993" y="871"/>
                </a:moveTo>
                <a:lnTo>
                  <a:pt x="3174" y="871"/>
                </a:lnTo>
                <a:lnTo>
                  <a:pt x="3174" y="2036"/>
                </a:lnTo>
                <a:lnTo>
                  <a:pt x="3174" y="3203"/>
                </a:lnTo>
                <a:lnTo>
                  <a:pt x="2993" y="3203"/>
                </a:lnTo>
                <a:lnTo>
                  <a:pt x="2993" y="2036"/>
                </a:lnTo>
                <a:lnTo>
                  <a:pt x="2993" y="871"/>
                </a:lnTo>
                <a:close/>
                <a:moveTo>
                  <a:pt x="4322" y="2340"/>
                </a:moveTo>
                <a:lnTo>
                  <a:pt x="4496" y="2432"/>
                </a:lnTo>
                <a:lnTo>
                  <a:pt x="4492" y="2458"/>
                </a:lnTo>
                <a:lnTo>
                  <a:pt x="4488" y="2484"/>
                </a:lnTo>
                <a:lnTo>
                  <a:pt x="4480" y="2532"/>
                </a:lnTo>
                <a:lnTo>
                  <a:pt x="4471" y="2580"/>
                </a:lnTo>
                <a:lnTo>
                  <a:pt x="4461" y="2627"/>
                </a:lnTo>
                <a:lnTo>
                  <a:pt x="4450" y="2671"/>
                </a:lnTo>
                <a:lnTo>
                  <a:pt x="4438" y="2715"/>
                </a:lnTo>
                <a:lnTo>
                  <a:pt x="4425" y="2757"/>
                </a:lnTo>
                <a:lnTo>
                  <a:pt x="4412" y="2797"/>
                </a:lnTo>
                <a:lnTo>
                  <a:pt x="4398" y="2835"/>
                </a:lnTo>
                <a:lnTo>
                  <a:pt x="4383" y="2871"/>
                </a:lnTo>
                <a:lnTo>
                  <a:pt x="4368" y="2907"/>
                </a:lnTo>
                <a:lnTo>
                  <a:pt x="4352" y="2939"/>
                </a:lnTo>
                <a:lnTo>
                  <a:pt x="4335" y="2971"/>
                </a:lnTo>
                <a:lnTo>
                  <a:pt x="4326" y="2987"/>
                </a:lnTo>
                <a:lnTo>
                  <a:pt x="4318" y="3001"/>
                </a:lnTo>
                <a:lnTo>
                  <a:pt x="4300" y="3031"/>
                </a:lnTo>
                <a:lnTo>
                  <a:pt x="4280" y="3057"/>
                </a:lnTo>
                <a:lnTo>
                  <a:pt x="4261" y="3083"/>
                </a:lnTo>
                <a:lnTo>
                  <a:pt x="4241" y="3105"/>
                </a:lnTo>
                <a:lnTo>
                  <a:pt x="4221" y="3127"/>
                </a:lnTo>
                <a:lnTo>
                  <a:pt x="4201" y="3147"/>
                </a:lnTo>
                <a:lnTo>
                  <a:pt x="4180" y="3167"/>
                </a:lnTo>
                <a:lnTo>
                  <a:pt x="4169" y="3175"/>
                </a:lnTo>
                <a:lnTo>
                  <a:pt x="4158" y="3183"/>
                </a:lnTo>
                <a:lnTo>
                  <a:pt x="4147" y="3191"/>
                </a:lnTo>
                <a:lnTo>
                  <a:pt x="4136" y="3197"/>
                </a:lnTo>
                <a:lnTo>
                  <a:pt x="4114" y="3211"/>
                </a:lnTo>
                <a:lnTo>
                  <a:pt x="4091" y="3223"/>
                </a:lnTo>
                <a:lnTo>
                  <a:pt x="4068" y="3233"/>
                </a:lnTo>
                <a:lnTo>
                  <a:pt x="4045" y="3241"/>
                </a:lnTo>
                <a:lnTo>
                  <a:pt x="4021" y="3247"/>
                </a:lnTo>
                <a:lnTo>
                  <a:pt x="3998" y="3251"/>
                </a:lnTo>
                <a:lnTo>
                  <a:pt x="3974" y="3253"/>
                </a:lnTo>
                <a:lnTo>
                  <a:pt x="3949" y="3255"/>
                </a:lnTo>
                <a:lnTo>
                  <a:pt x="3937" y="3255"/>
                </a:lnTo>
                <a:lnTo>
                  <a:pt x="3925" y="3255"/>
                </a:lnTo>
                <a:lnTo>
                  <a:pt x="3908" y="3253"/>
                </a:lnTo>
                <a:lnTo>
                  <a:pt x="3892" y="3249"/>
                </a:lnTo>
                <a:lnTo>
                  <a:pt x="3874" y="3247"/>
                </a:lnTo>
                <a:lnTo>
                  <a:pt x="3858" y="3243"/>
                </a:lnTo>
                <a:lnTo>
                  <a:pt x="3843" y="3237"/>
                </a:lnTo>
                <a:lnTo>
                  <a:pt x="3827" y="3233"/>
                </a:lnTo>
                <a:lnTo>
                  <a:pt x="3797" y="3219"/>
                </a:lnTo>
                <a:lnTo>
                  <a:pt x="3782" y="3211"/>
                </a:lnTo>
                <a:lnTo>
                  <a:pt x="3768" y="3203"/>
                </a:lnTo>
                <a:lnTo>
                  <a:pt x="3753" y="3195"/>
                </a:lnTo>
                <a:lnTo>
                  <a:pt x="3739" y="3185"/>
                </a:lnTo>
                <a:lnTo>
                  <a:pt x="3725" y="3175"/>
                </a:lnTo>
                <a:lnTo>
                  <a:pt x="3712" y="3163"/>
                </a:lnTo>
                <a:lnTo>
                  <a:pt x="3699" y="3153"/>
                </a:lnTo>
                <a:lnTo>
                  <a:pt x="3686" y="3141"/>
                </a:lnTo>
                <a:lnTo>
                  <a:pt x="3673" y="3127"/>
                </a:lnTo>
                <a:lnTo>
                  <a:pt x="3660" y="3115"/>
                </a:lnTo>
                <a:lnTo>
                  <a:pt x="3636" y="3087"/>
                </a:lnTo>
                <a:lnTo>
                  <a:pt x="3624" y="3071"/>
                </a:lnTo>
                <a:lnTo>
                  <a:pt x="3612" y="3055"/>
                </a:lnTo>
                <a:lnTo>
                  <a:pt x="3590" y="3023"/>
                </a:lnTo>
                <a:lnTo>
                  <a:pt x="3579" y="3007"/>
                </a:lnTo>
                <a:lnTo>
                  <a:pt x="3569" y="2989"/>
                </a:lnTo>
                <a:lnTo>
                  <a:pt x="3558" y="2971"/>
                </a:lnTo>
                <a:lnTo>
                  <a:pt x="3548" y="2953"/>
                </a:lnTo>
                <a:lnTo>
                  <a:pt x="3529" y="2915"/>
                </a:lnTo>
                <a:lnTo>
                  <a:pt x="3511" y="2875"/>
                </a:lnTo>
                <a:lnTo>
                  <a:pt x="3502" y="2853"/>
                </a:lnTo>
                <a:lnTo>
                  <a:pt x="3494" y="2833"/>
                </a:lnTo>
                <a:lnTo>
                  <a:pt x="3486" y="2811"/>
                </a:lnTo>
                <a:lnTo>
                  <a:pt x="3478" y="2789"/>
                </a:lnTo>
                <a:lnTo>
                  <a:pt x="3469" y="2767"/>
                </a:lnTo>
                <a:lnTo>
                  <a:pt x="3462" y="2745"/>
                </a:lnTo>
                <a:lnTo>
                  <a:pt x="3448" y="2699"/>
                </a:lnTo>
                <a:lnTo>
                  <a:pt x="3435" y="2651"/>
                </a:lnTo>
                <a:lnTo>
                  <a:pt x="3423" y="2604"/>
                </a:lnTo>
                <a:lnTo>
                  <a:pt x="3412" y="2554"/>
                </a:lnTo>
                <a:lnTo>
                  <a:pt x="3407" y="2528"/>
                </a:lnTo>
                <a:lnTo>
                  <a:pt x="3403" y="2502"/>
                </a:lnTo>
                <a:lnTo>
                  <a:pt x="3394" y="2450"/>
                </a:lnTo>
                <a:lnTo>
                  <a:pt x="3387" y="2398"/>
                </a:lnTo>
                <a:lnTo>
                  <a:pt x="3380" y="2344"/>
                </a:lnTo>
                <a:lnTo>
                  <a:pt x="3375" y="2290"/>
                </a:lnTo>
                <a:lnTo>
                  <a:pt x="3371" y="2234"/>
                </a:lnTo>
                <a:lnTo>
                  <a:pt x="3368" y="2180"/>
                </a:lnTo>
                <a:lnTo>
                  <a:pt x="3367" y="2124"/>
                </a:lnTo>
                <a:lnTo>
                  <a:pt x="3366" y="2094"/>
                </a:lnTo>
                <a:lnTo>
                  <a:pt x="3366" y="2066"/>
                </a:lnTo>
                <a:lnTo>
                  <a:pt x="3367" y="2010"/>
                </a:lnTo>
                <a:lnTo>
                  <a:pt x="3368" y="1952"/>
                </a:lnTo>
                <a:lnTo>
                  <a:pt x="3371" y="1896"/>
                </a:lnTo>
                <a:lnTo>
                  <a:pt x="3375" y="1838"/>
                </a:lnTo>
                <a:lnTo>
                  <a:pt x="3380" y="1782"/>
                </a:lnTo>
                <a:lnTo>
                  <a:pt x="3387" y="1726"/>
                </a:lnTo>
                <a:lnTo>
                  <a:pt x="3394" y="1670"/>
                </a:lnTo>
                <a:lnTo>
                  <a:pt x="3403" y="1616"/>
                </a:lnTo>
                <a:lnTo>
                  <a:pt x="3412" y="1563"/>
                </a:lnTo>
                <a:lnTo>
                  <a:pt x="3423" y="1509"/>
                </a:lnTo>
                <a:lnTo>
                  <a:pt x="3429" y="1483"/>
                </a:lnTo>
                <a:lnTo>
                  <a:pt x="3435" y="1457"/>
                </a:lnTo>
                <a:lnTo>
                  <a:pt x="3442" y="1431"/>
                </a:lnTo>
                <a:lnTo>
                  <a:pt x="3448" y="1407"/>
                </a:lnTo>
                <a:lnTo>
                  <a:pt x="3455" y="1381"/>
                </a:lnTo>
                <a:lnTo>
                  <a:pt x="3463" y="1357"/>
                </a:lnTo>
                <a:lnTo>
                  <a:pt x="3470" y="1333"/>
                </a:lnTo>
                <a:lnTo>
                  <a:pt x="3479" y="1309"/>
                </a:lnTo>
                <a:lnTo>
                  <a:pt x="3487" y="1285"/>
                </a:lnTo>
                <a:lnTo>
                  <a:pt x="3496" y="1261"/>
                </a:lnTo>
                <a:lnTo>
                  <a:pt x="3504" y="1239"/>
                </a:lnTo>
                <a:lnTo>
                  <a:pt x="3513" y="1217"/>
                </a:lnTo>
                <a:lnTo>
                  <a:pt x="3523" y="1195"/>
                </a:lnTo>
                <a:lnTo>
                  <a:pt x="3532" y="1173"/>
                </a:lnTo>
                <a:lnTo>
                  <a:pt x="3542" y="1153"/>
                </a:lnTo>
                <a:lnTo>
                  <a:pt x="3552" y="1133"/>
                </a:lnTo>
                <a:lnTo>
                  <a:pt x="3563" y="1113"/>
                </a:lnTo>
                <a:lnTo>
                  <a:pt x="3573" y="1093"/>
                </a:lnTo>
                <a:lnTo>
                  <a:pt x="3584" y="1075"/>
                </a:lnTo>
                <a:lnTo>
                  <a:pt x="3596" y="1055"/>
                </a:lnTo>
                <a:lnTo>
                  <a:pt x="3607" y="1039"/>
                </a:lnTo>
                <a:lnTo>
                  <a:pt x="3619" y="1021"/>
                </a:lnTo>
                <a:lnTo>
                  <a:pt x="3643" y="989"/>
                </a:lnTo>
                <a:lnTo>
                  <a:pt x="3656" y="973"/>
                </a:lnTo>
                <a:lnTo>
                  <a:pt x="3669" y="959"/>
                </a:lnTo>
                <a:lnTo>
                  <a:pt x="3696" y="931"/>
                </a:lnTo>
                <a:lnTo>
                  <a:pt x="3710" y="919"/>
                </a:lnTo>
                <a:lnTo>
                  <a:pt x="3724" y="907"/>
                </a:lnTo>
                <a:lnTo>
                  <a:pt x="3738" y="895"/>
                </a:lnTo>
                <a:lnTo>
                  <a:pt x="3753" y="885"/>
                </a:lnTo>
                <a:lnTo>
                  <a:pt x="3768" y="875"/>
                </a:lnTo>
                <a:lnTo>
                  <a:pt x="3783" y="867"/>
                </a:lnTo>
                <a:lnTo>
                  <a:pt x="3798" y="857"/>
                </a:lnTo>
                <a:lnTo>
                  <a:pt x="3814" y="851"/>
                </a:lnTo>
                <a:lnTo>
                  <a:pt x="3830" y="843"/>
                </a:lnTo>
                <a:lnTo>
                  <a:pt x="3846" y="839"/>
                </a:lnTo>
                <a:lnTo>
                  <a:pt x="3863" y="833"/>
                </a:lnTo>
                <a:lnTo>
                  <a:pt x="3880" y="829"/>
                </a:lnTo>
                <a:lnTo>
                  <a:pt x="3898" y="827"/>
                </a:lnTo>
                <a:lnTo>
                  <a:pt x="3916" y="823"/>
                </a:lnTo>
                <a:lnTo>
                  <a:pt x="3933" y="823"/>
                </a:lnTo>
                <a:lnTo>
                  <a:pt x="3951" y="821"/>
                </a:lnTo>
                <a:lnTo>
                  <a:pt x="3972" y="823"/>
                </a:lnTo>
                <a:lnTo>
                  <a:pt x="3993" y="825"/>
                </a:lnTo>
                <a:lnTo>
                  <a:pt x="4014" y="829"/>
                </a:lnTo>
                <a:lnTo>
                  <a:pt x="4035" y="833"/>
                </a:lnTo>
                <a:lnTo>
                  <a:pt x="4055" y="841"/>
                </a:lnTo>
                <a:lnTo>
                  <a:pt x="4075" y="849"/>
                </a:lnTo>
                <a:lnTo>
                  <a:pt x="4095" y="857"/>
                </a:lnTo>
                <a:lnTo>
                  <a:pt x="4115" y="869"/>
                </a:lnTo>
                <a:lnTo>
                  <a:pt x="4135" y="881"/>
                </a:lnTo>
                <a:lnTo>
                  <a:pt x="4154" y="895"/>
                </a:lnTo>
                <a:lnTo>
                  <a:pt x="4172" y="909"/>
                </a:lnTo>
                <a:lnTo>
                  <a:pt x="4191" y="925"/>
                </a:lnTo>
                <a:lnTo>
                  <a:pt x="4209" y="943"/>
                </a:lnTo>
                <a:lnTo>
                  <a:pt x="4227" y="961"/>
                </a:lnTo>
                <a:lnTo>
                  <a:pt x="4245" y="981"/>
                </a:lnTo>
                <a:lnTo>
                  <a:pt x="4262" y="1003"/>
                </a:lnTo>
                <a:lnTo>
                  <a:pt x="4278" y="1025"/>
                </a:lnTo>
                <a:lnTo>
                  <a:pt x="4296" y="1049"/>
                </a:lnTo>
                <a:lnTo>
                  <a:pt x="4312" y="1073"/>
                </a:lnTo>
                <a:lnTo>
                  <a:pt x="4327" y="1099"/>
                </a:lnTo>
                <a:lnTo>
                  <a:pt x="4342" y="1127"/>
                </a:lnTo>
                <a:lnTo>
                  <a:pt x="4357" y="1155"/>
                </a:lnTo>
                <a:lnTo>
                  <a:pt x="4371" y="1183"/>
                </a:lnTo>
                <a:lnTo>
                  <a:pt x="4384" y="1213"/>
                </a:lnTo>
                <a:lnTo>
                  <a:pt x="4397" y="1245"/>
                </a:lnTo>
                <a:lnTo>
                  <a:pt x="4410" y="1277"/>
                </a:lnTo>
                <a:lnTo>
                  <a:pt x="4416" y="1293"/>
                </a:lnTo>
                <a:lnTo>
                  <a:pt x="4422" y="1311"/>
                </a:lnTo>
                <a:lnTo>
                  <a:pt x="4434" y="1345"/>
                </a:lnTo>
                <a:lnTo>
                  <a:pt x="4445" y="1379"/>
                </a:lnTo>
                <a:lnTo>
                  <a:pt x="4455" y="1415"/>
                </a:lnTo>
                <a:lnTo>
                  <a:pt x="4465" y="1453"/>
                </a:lnTo>
                <a:lnTo>
                  <a:pt x="4474" y="1491"/>
                </a:lnTo>
                <a:lnTo>
                  <a:pt x="4307" y="1644"/>
                </a:lnTo>
                <a:lnTo>
                  <a:pt x="4301" y="1618"/>
                </a:lnTo>
                <a:lnTo>
                  <a:pt x="4293" y="1592"/>
                </a:lnTo>
                <a:lnTo>
                  <a:pt x="4286" y="1567"/>
                </a:lnTo>
                <a:lnTo>
                  <a:pt x="4279" y="1543"/>
                </a:lnTo>
                <a:lnTo>
                  <a:pt x="4271" y="1519"/>
                </a:lnTo>
                <a:lnTo>
                  <a:pt x="4263" y="1495"/>
                </a:lnTo>
                <a:lnTo>
                  <a:pt x="4255" y="1473"/>
                </a:lnTo>
                <a:lnTo>
                  <a:pt x="4246" y="1451"/>
                </a:lnTo>
                <a:lnTo>
                  <a:pt x="4242" y="1441"/>
                </a:lnTo>
                <a:lnTo>
                  <a:pt x="4237" y="1429"/>
                </a:lnTo>
                <a:lnTo>
                  <a:pt x="4228" y="1409"/>
                </a:lnTo>
                <a:lnTo>
                  <a:pt x="4218" y="1389"/>
                </a:lnTo>
                <a:lnTo>
                  <a:pt x="4208" y="1371"/>
                </a:lnTo>
                <a:lnTo>
                  <a:pt x="4197" y="1353"/>
                </a:lnTo>
                <a:lnTo>
                  <a:pt x="4186" y="1335"/>
                </a:lnTo>
                <a:lnTo>
                  <a:pt x="4175" y="1319"/>
                </a:lnTo>
                <a:lnTo>
                  <a:pt x="4164" y="1303"/>
                </a:lnTo>
                <a:lnTo>
                  <a:pt x="4152" y="1287"/>
                </a:lnTo>
                <a:lnTo>
                  <a:pt x="4140" y="1273"/>
                </a:lnTo>
                <a:lnTo>
                  <a:pt x="4128" y="1259"/>
                </a:lnTo>
                <a:lnTo>
                  <a:pt x="4116" y="1247"/>
                </a:lnTo>
                <a:lnTo>
                  <a:pt x="4103" y="1237"/>
                </a:lnTo>
                <a:lnTo>
                  <a:pt x="4090" y="1225"/>
                </a:lnTo>
                <a:lnTo>
                  <a:pt x="4077" y="1217"/>
                </a:lnTo>
                <a:lnTo>
                  <a:pt x="4064" y="1207"/>
                </a:lnTo>
                <a:lnTo>
                  <a:pt x="4050" y="1199"/>
                </a:lnTo>
                <a:lnTo>
                  <a:pt x="4037" y="1193"/>
                </a:lnTo>
                <a:lnTo>
                  <a:pt x="4023" y="1187"/>
                </a:lnTo>
                <a:lnTo>
                  <a:pt x="4009" y="1183"/>
                </a:lnTo>
                <a:lnTo>
                  <a:pt x="3995" y="1179"/>
                </a:lnTo>
                <a:lnTo>
                  <a:pt x="3980" y="1177"/>
                </a:lnTo>
                <a:lnTo>
                  <a:pt x="3966" y="1175"/>
                </a:lnTo>
                <a:lnTo>
                  <a:pt x="3951" y="1175"/>
                </a:lnTo>
                <a:lnTo>
                  <a:pt x="3928" y="1175"/>
                </a:lnTo>
                <a:lnTo>
                  <a:pt x="3905" y="1179"/>
                </a:lnTo>
                <a:lnTo>
                  <a:pt x="3882" y="1185"/>
                </a:lnTo>
                <a:lnTo>
                  <a:pt x="3860" y="1193"/>
                </a:lnTo>
                <a:lnTo>
                  <a:pt x="3850" y="1197"/>
                </a:lnTo>
                <a:lnTo>
                  <a:pt x="3840" y="1203"/>
                </a:lnTo>
                <a:lnTo>
                  <a:pt x="3820" y="1215"/>
                </a:lnTo>
                <a:lnTo>
                  <a:pt x="3800" y="1229"/>
                </a:lnTo>
                <a:lnTo>
                  <a:pt x="3791" y="1237"/>
                </a:lnTo>
                <a:lnTo>
                  <a:pt x="3781" y="1247"/>
                </a:lnTo>
                <a:lnTo>
                  <a:pt x="3763" y="1265"/>
                </a:lnTo>
                <a:lnTo>
                  <a:pt x="3746" y="1285"/>
                </a:lnTo>
                <a:lnTo>
                  <a:pt x="3729" y="1307"/>
                </a:lnTo>
                <a:lnTo>
                  <a:pt x="3713" y="1331"/>
                </a:lnTo>
                <a:lnTo>
                  <a:pt x="3705" y="1343"/>
                </a:lnTo>
                <a:lnTo>
                  <a:pt x="3698" y="1355"/>
                </a:lnTo>
                <a:lnTo>
                  <a:pt x="3690" y="1369"/>
                </a:lnTo>
                <a:lnTo>
                  <a:pt x="3683" y="1383"/>
                </a:lnTo>
                <a:lnTo>
                  <a:pt x="3676" y="1397"/>
                </a:lnTo>
                <a:lnTo>
                  <a:pt x="3669" y="1411"/>
                </a:lnTo>
                <a:lnTo>
                  <a:pt x="3663" y="1425"/>
                </a:lnTo>
                <a:lnTo>
                  <a:pt x="3656" y="1441"/>
                </a:lnTo>
                <a:lnTo>
                  <a:pt x="3650" y="1457"/>
                </a:lnTo>
                <a:lnTo>
                  <a:pt x="3644" y="1473"/>
                </a:lnTo>
                <a:lnTo>
                  <a:pt x="3632" y="1505"/>
                </a:lnTo>
                <a:lnTo>
                  <a:pt x="3621" y="1539"/>
                </a:lnTo>
                <a:lnTo>
                  <a:pt x="3611" y="1574"/>
                </a:lnTo>
                <a:lnTo>
                  <a:pt x="3602" y="1610"/>
                </a:lnTo>
                <a:lnTo>
                  <a:pt x="3593" y="1646"/>
                </a:lnTo>
                <a:lnTo>
                  <a:pt x="3586" y="1686"/>
                </a:lnTo>
                <a:lnTo>
                  <a:pt x="3579" y="1724"/>
                </a:lnTo>
                <a:lnTo>
                  <a:pt x="3572" y="1764"/>
                </a:lnTo>
                <a:lnTo>
                  <a:pt x="3567" y="1806"/>
                </a:lnTo>
                <a:lnTo>
                  <a:pt x="3562" y="1848"/>
                </a:lnTo>
                <a:lnTo>
                  <a:pt x="3559" y="1890"/>
                </a:lnTo>
                <a:lnTo>
                  <a:pt x="3556" y="1934"/>
                </a:lnTo>
                <a:lnTo>
                  <a:pt x="3554" y="1978"/>
                </a:lnTo>
                <a:lnTo>
                  <a:pt x="3552" y="2022"/>
                </a:lnTo>
                <a:lnTo>
                  <a:pt x="3552" y="2066"/>
                </a:lnTo>
                <a:lnTo>
                  <a:pt x="3552" y="2108"/>
                </a:lnTo>
                <a:lnTo>
                  <a:pt x="3554" y="2150"/>
                </a:lnTo>
                <a:lnTo>
                  <a:pt x="3556" y="2190"/>
                </a:lnTo>
                <a:lnTo>
                  <a:pt x="3558" y="2230"/>
                </a:lnTo>
                <a:lnTo>
                  <a:pt x="3562" y="2270"/>
                </a:lnTo>
                <a:lnTo>
                  <a:pt x="3566" y="2308"/>
                </a:lnTo>
                <a:lnTo>
                  <a:pt x="3569" y="2328"/>
                </a:lnTo>
                <a:lnTo>
                  <a:pt x="3571" y="2346"/>
                </a:lnTo>
                <a:lnTo>
                  <a:pt x="3574" y="2366"/>
                </a:lnTo>
                <a:lnTo>
                  <a:pt x="3577" y="2384"/>
                </a:lnTo>
                <a:lnTo>
                  <a:pt x="3581" y="2402"/>
                </a:lnTo>
                <a:lnTo>
                  <a:pt x="3584" y="2420"/>
                </a:lnTo>
                <a:lnTo>
                  <a:pt x="3591" y="2456"/>
                </a:lnTo>
                <a:lnTo>
                  <a:pt x="3600" y="2490"/>
                </a:lnTo>
                <a:lnTo>
                  <a:pt x="3604" y="2506"/>
                </a:lnTo>
                <a:lnTo>
                  <a:pt x="3608" y="2522"/>
                </a:lnTo>
                <a:lnTo>
                  <a:pt x="3618" y="2556"/>
                </a:lnTo>
                <a:lnTo>
                  <a:pt x="3628" y="2586"/>
                </a:lnTo>
                <a:lnTo>
                  <a:pt x="3639" y="2615"/>
                </a:lnTo>
                <a:lnTo>
                  <a:pt x="3651" y="2643"/>
                </a:lnTo>
                <a:lnTo>
                  <a:pt x="3664" y="2671"/>
                </a:lnTo>
                <a:lnTo>
                  <a:pt x="3677" y="2697"/>
                </a:lnTo>
                <a:lnTo>
                  <a:pt x="3691" y="2723"/>
                </a:lnTo>
                <a:lnTo>
                  <a:pt x="3705" y="2747"/>
                </a:lnTo>
                <a:lnTo>
                  <a:pt x="3720" y="2769"/>
                </a:lnTo>
                <a:lnTo>
                  <a:pt x="3736" y="2789"/>
                </a:lnTo>
                <a:lnTo>
                  <a:pt x="3753" y="2807"/>
                </a:lnTo>
                <a:lnTo>
                  <a:pt x="3770" y="2825"/>
                </a:lnTo>
                <a:lnTo>
                  <a:pt x="3788" y="2841"/>
                </a:lnTo>
                <a:lnTo>
                  <a:pt x="3806" y="2855"/>
                </a:lnTo>
                <a:lnTo>
                  <a:pt x="3826" y="2867"/>
                </a:lnTo>
                <a:lnTo>
                  <a:pt x="3835" y="2873"/>
                </a:lnTo>
                <a:lnTo>
                  <a:pt x="3845" y="2879"/>
                </a:lnTo>
                <a:lnTo>
                  <a:pt x="3866" y="2887"/>
                </a:lnTo>
                <a:lnTo>
                  <a:pt x="3888" y="2893"/>
                </a:lnTo>
                <a:lnTo>
                  <a:pt x="3909" y="2899"/>
                </a:lnTo>
                <a:lnTo>
                  <a:pt x="3920" y="2901"/>
                </a:lnTo>
                <a:lnTo>
                  <a:pt x="3931" y="2901"/>
                </a:lnTo>
                <a:lnTo>
                  <a:pt x="3949" y="2903"/>
                </a:lnTo>
                <a:lnTo>
                  <a:pt x="3966" y="2901"/>
                </a:lnTo>
                <a:lnTo>
                  <a:pt x="3983" y="2899"/>
                </a:lnTo>
                <a:lnTo>
                  <a:pt x="4000" y="2897"/>
                </a:lnTo>
                <a:lnTo>
                  <a:pt x="4016" y="2893"/>
                </a:lnTo>
                <a:lnTo>
                  <a:pt x="4033" y="2887"/>
                </a:lnTo>
                <a:lnTo>
                  <a:pt x="4049" y="2879"/>
                </a:lnTo>
                <a:lnTo>
                  <a:pt x="4064" y="2871"/>
                </a:lnTo>
                <a:lnTo>
                  <a:pt x="4079" y="2863"/>
                </a:lnTo>
                <a:lnTo>
                  <a:pt x="4095" y="2851"/>
                </a:lnTo>
                <a:lnTo>
                  <a:pt x="4109" y="2839"/>
                </a:lnTo>
                <a:lnTo>
                  <a:pt x="4124" y="2827"/>
                </a:lnTo>
                <a:lnTo>
                  <a:pt x="4138" y="2813"/>
                </a:lnTo>
                <a:lnTo>
                  <a:pt x="4151" y="2797"/>
                </a:lnTo>
                <a:lnTo>
                  <a:pt x="4158" y="2789"/>
                </a:lnTo>
                <a:lnTo>
                  <a:pt x="4165" y="2781"/>
                </a:lnTo>
                <a:lnTo>
                  <a:pt x="4177" y="2763"/>
                </a:lnTo>
                <a:lnTo>
                  <a:pt x="4190" y="2745"/>
                </a:lnTo>
                <a:lnTo>
                  <a:pt x="4202" y="2725"/>
                </a:lnTo>
                <a:lnTo>
                  <a:pt x="4214" y="2705"/>
                </a:lnTo>
                <a:lnTo>
                  <a:pt x="4225" y="2683"/>
                </a:lnTo>
                <a:lnTo>
                  <a:pt x="4236" y="2659"/>
                </a:lnTo>
                <a:lnTo>
                  <a:pt x="4246" y="2635"/>
                </a:lnTo>
                <a:lnTo>
                  <a:pt x="4256" y="2611"/>
                </a:lnTo>
                <a:lnTo>
                  <a:pt x="4265" y="2586"/>
                </a:lnTo>
                <a:lnTo>
                  <a:pt x="4274" y="2558"/>
                </a:lnTo>
                <a:lnTo>
                  <a:pt x="4282" y="2530"/>
                </a:lnTo>
                <a:lnTo>
                  <a:pt x="4290" y="2500"/>
                </a:lnTo>
                <a:lnTo>
                  <a:pt x="4298" y="2470"/>
                </a:lnTo>
                <a:lnTo>
                  <a:pt x="4305" y="2440"/>
                </a:lnTo>
                <a:lnTo>
                  <a:pt x="4311" y="2406"/>
                </a:lnTo>
                <a:lnTo>
                  <a:pt x="4317" y="2374"/>
                </a:lnTo>
                <a:lnTo>
                  <a:pt x="4322" y="2340"/>
                </a:lnTo>
                <a:close/>
                <a:moveTo>
                  <a:pt x="5809" y="871"/>
                </a:moveTo>
                <a:lnTo>
                  <a:pt x="5809" y="957"/>
                </a:lnTo>
                <a:lnTo>
                  <a:pt x="5809" y="999"/>
                </a:lnTo>
                <a:lnTo>
                  <a:pt x="5808" y="1041"/>
                </a:lnTo>
                <a:lnTo>
                  <a:pt x="5807" y="1123"/>
                </a:lnTo>
                <a:lnTo>
                  <a:pt x="5806" y="1203"/>
                </a:lnTo>
                <a:lnTo>
                  <a:pt x="5804" y="1283"/>
                </a:lnTo>
                <a:lnTo>
                  <a:pt x="5801" y="1361"/>
                </a:lnTo>
                <a:lnTo>
                  <a:pt x="5798" y="1437"/>
                </a:lnTo>
                <a:lnTo>
                  <a:pt x="5795" y="1511"/>
                </a:lnTo>
                <a:lnTo>
                  <a:pt x="5791" y="1582"/>
                </a:lnTo>
                <a:lnTo>
                  <a:pt x="5787" y="1652"/>
                </a:lnTo>
                <a:lnTo>
                  <a:pt x="5783" y="1722"/>
                </a:lnTo>
                <a:lnTo>
                  <a:pt x="5777" y="1788"/>
                </a:lnTo>
                <a:lnTo>
                  <a:pt x="5772" y="1854"/>
                </a:lnTo>
                <a:lnTo>
                  <a:pt x="5766" y="1918"/>
                </a:lnTo>
                <a:lnTo>
                  <a:pt x="5759" y="1980"/>
                </a:lnTo>
                <a:lnTo>
                  <a:pt x="5752" y="2040"/>
                </a:lnTo>
                <a:lnTo>
                  <a:pt x="5756" y="2078"/>
                </a:lnTo>
                <a:lnTo>
                  <a:pt x="5760" y="2116"/>
                </a:lnTo>
                <a:lnTo>
                  <a:pt x="5768" y="2192"/>
                </a:lnTo>
                <a:lnTo>
                  <a:pt x="5775" y="2268"/>
                </a:lnTo>
                <a:lnTo>
                  <a:pt x="5781" y="2344"/>
                </a:lnTo>
                <a:lnTo>
                  <a:pt x="5786" y="2420"/>
                </a:lnTo>
                <a:lnTo>
                  <a:pt x="5791" y="2496"/>
                </a:lnTo>
                <a:lnTo>
                  <a:pt x="5795" y="2572"/>
                </a:lnTo>
                <a:lnTo>
                  <a:pt x="5799" y="2645"/>
                </a:lnTo>
                <a:lnTo>
                  <a:pt x="5801" y="2719"/>
                </a:lnTo>
                <a:lnTo>
                  <a:pt x="5804" y="2793"/>
                </a:lnTo>
                <a:lnTo>
                  <a:pt x="5805" y="2865"/>
                </a:lnTo>
                <a:lnTo>
                  <a:pt x="5807" y="2935"/>
                </a:lnTo>
                <a:lnTo>
                  <a:pt x="5809" y="3073"/>
                </a:lnTo>
                <a:lnTo>
                  <a:pt x="5809" y="3203"/>
                </a:lnTo>
                <a:lnTo>
                  <a:pt x="5626" y="3203"/>
                </a:lnTo>
                <a:lnTo>
                  <a:pt x="5626" y="2647"/>
                </a:lnTo>
                <a:lnTo>
                  <a:pt x="5614" y="2685"/>
                </a:lnTo>
                <a:lnTo>
                  <a:pt x="5601" y="2723"/>
                </a:lnTo>
                <a:lnTo>
                  <a:pt x="5588" y="2759"/>
                </a:lnTo>
                <a:lnTo>
                  <a:pt x="5575" y="2793"/>
                </a:lnTo>
                <a:lnTo>
                  <a:pt x="5562" y="2827"/>
                </a:lnTo>
                <a:lnTo>
                  <a:pt x="5548" y="2859"/>
                </a:lnTo>
                <a:lnTo>
                  <a:pt x="5534" y="2889"/>
                </a:lnTo>
                <a:lnTo>
                  <a:pt x="5519" y="2919"/>
                </a:lnTo>
                <a:lnTo>
                  <a:pt x="5505" y="2947"/>
                </a:lnTo>
                <a:lnTo>
                  <a:pt x="5491" y="2973"/>
                </a:lnTo>
                <a:lnTo>
                  <a:pt x="5476" y="2999"/>
                </a:lnTo>
                <a:lnTo>
                  <a:pt x="5461" y="3023"/>
                </a:lnTo>
                <a:lnTo>
                  <a:pt x="5446" y="3047"/>
                </a:lnTo>
                <a:lnTo>
                  <a:pt x="5431" y="3069"/>
                </a:lnTo>
                <a:lnTo>
                  <a:pt x="5416" y="3089"/>
                </a:lnTo>
                <a:lnTo>
                  <a:pt x="5401" y="3107"/>
                </a:lnTo>
                <a:lnTo>
                  <a:pt x="5385" y="3127"/>
                </a:lnTo>
                <a:lnTo>
                  <a:pt x="5369" y="3143"/>
                </a:lnTo>
                <a:lnTo>
                  <a:pt x="5354" y="3159"/>
                </a:lnTo>
                <a:lnTo>
                  <a:pt x="5338" y="3173"/>
                </a:lnTo>
                <a:lnTo>
                  <a:pt x="5321" y="3187"/>
                </a:lnTo>
                <a:lnTo>
                  <a:pt x="5305" y="3199"/>
                </a:lnTo>
                <a:lnTo>
                  <a:pt x="5289" y="3209"/>
                </a:lnTo>
                <a:lnTo>
                  <a:pt x="5272" y="3219"/>
                </a:lnTo>
                <a:lnTo>
                  <a:pt x="5256" y="3227"/>
                </a:lnTo>
                <a:lnTo>
                  <a:pt x="5239" y="3235"/>
                </a:lnTo>
                <a:lnTo>
                  <a:pt x="5222" y="3241"/>
                </a:lnTo>
                <a:lnTo>
                  <a:pt x="5205" y="3245"/>
                </a:lnTo>
                <a:lnTo>
                  <a:pt x="5188" y="3249"/>
                </a:lnTo>
                <a:lnTo>
                  <a:pt x="5171" y="3253"/>
                </a:lnTo>
                <a:lnTo>
                  <a:pt x="5154" y="3255"/>
                </a:lnTo>
                <a:lnTo>
                  <a:pt x="5136" y="3255"/>
                </a:lnTo>
                <a:lnTo>
                  <a:pt x="5121" y="3255"/>
                </a:lnTo>
                <a:lnTo>
                  <a:pt x="5105" y="3253"/>
                </a:lnTo>
                <a:lnTo>
                  <a:pt x="5089" y="3251"/>
                </a:lnTo>
                <a:lnTo>
                  <a:pt x="5074" y="3249"/>
                </a:lnTo>
                <a:lnTo>
                  <a:pt x="5060" y="3245"/>
                </a:lnTo>
                <a:lnTo>
                  <a:pt x="5045" y="3241"/>
                </a:lnTo>
                <a:lnTo>
                  <a:pt x="5030" y="3237"/>
                </a:lnTo>
                <a:lnTo>
                  <a:pt x="5016" y="3231"/>
                </a:lnTo>
                <a:lnTo>
                  <a:pt x="5002" y="3225"/>
                </a:lnTo>
                <a:lnTo>
                  <a:pt x="4988" y="3217"/>
                </a:lnTo>
                <a:lnTo>
                  <a:pt x="4961" y="3201"/>
                </a:lnTo>
                <a:lnTo>
                  <a:pt x="4947" y="3191"/>
                </a:lnTo>
                <a:lnTo>
                  <a:pt x="4934" y="3181"/>
                </a:lnTo>
                <a:lnTo>
                  <a:pt x="4909" y="3161"/>
                </a:lnTo>
                <a:lnTo>
                  <a:pt x="4896" y="3149"/>
                </a:lnTo>
                <a:lnTo>
                  <a:pt x="4884" y="3137"/>
                </a:lnTo>
                <a:lnTo>
                  <a:pt x="4859" y="3109"/>
                </a:lnTo>
                <a:lnTo>
                  <a:pt x="4836" y="3081"/>
                </a:lnTo>
                <a:lnTo>
                  <a:pt x="4814" y="3049"/>
                </a:lnTo>
                <a:lnTo>
                  <a:pt x="4792" y="3015"/>
                </a:lnTo>
                <a:lnTo>
                  <a:pt x="4782" y="2997"/>
                </a:lnTo>
                <a:lnTo>
                  <a:pt x="4772" y="2979"/>
                </a:lnTo>
                <a:lnTo>
                  <a:pt x="4752" y="2941"/>
                </a:lnTo>
                <a:lnTo>
                  <a:pt x="4743" y="2921"/>
                </a:lnTo>
                <a:lnTo>
                  <a:pt x="4733" y="2901"/>
                </a:lnTo>
                <a:lnTo>
                  <a:pt x="4724" y="2881"/>
                </a:lnTo>
                <a:lnTo>
                  <a:pt x="4716" y="2859"/>
                </a:lnTo>
                <a:lnTo>
                  <a:pt x="4698" y="2815"/>
                </a:lnTo>
                <a:lnTo>
                  <a:pt x="4690" y="2793"/>
                </a:lnTo>
                <a:lnTo>
                  <a:pt x="4682" y="2769"/>
                </a:lnTo>
                <a:lnTo>
                  <a:pt x="4668" y="2723"/>
                </a:lnTo>
                <a:lnTo>
                  <a:pt x="4661" y="2697"/>
                </a:lnTo>
                <a:lnTo>
                  <a:pt x="4654" y="2673"/>
                </a:lnTo>
                <a:lnTo>
                  <a:pt x="4641" y="2621"/>
                </a:lnTo>
                <a:lnTo>
                  <a:pt x="4630" y="2570"/>
                </a:lnTo>
                <a:lnTo>
                  <a:pt x="4625" y="2544"/>
                </a:lnTo>
                <a:lnTo>
                  <a:pt x="4620" y="2516"/>
                </a:lnTo>
                <a:lnTo>
                  <a:pt x="4610" y="2462"/>
                </a:lnTo>
                <a:lnTo>
                  <a:pt x="4602" y="2404"/>
                </a:lnTo>
                <a:lnTo>
                  <a:pt x="4599" y="2376"/>
                </a:lnTo>
                <a:lnTo>
                  <a:pt x="4596" y="2346"/>
                </a:lnTo>
                <a:lnTo>
                  <a:pt x="4590" y="2288"/>
                </a:lnTo>
                <a:lnTo>
                  <a:pt x="4585" y="2228"/>
                </a:lnTo>
                <a:lnTo>
                  <a:pt x="4582" y="2166"/>
                </a:lnTo>
                <a:lnTo>
                  <a:pt x="4580" y="2104"/>
                </a:lnTo>
                <a:lnTo>
                  <a:pt x="4580" y="2040"/>
                </a:lnTo>
                <a:lnTo>
                  <a:pt x="4580" y="1984"/>
                </a:lnTo>
                <a:lnTo>
                  <a:pt x="4582" y="1928"/>
                </a:lnTo>
                <a:lnTo>
                  <a:pt x="4585" y="1872"/>
                </a:lnTo>
                <a:lnTo>
                  <a:pt x="4589" y="1816"/>
                </a:lnTo>
                <a:lnTo>
                  <a:pt x="4594" y="1760"/>
                </a:lnTo>
                <a:lnTo>
                  <a:pt x="4601" y="1706"/>
                </a:lnTo>
                <a:lnTo>
                  <a:pt x="4604" y="1678"/>
                </a:lnTo>
                <a:lnTo>
                  <a:pt x="4608" y="1652"/>
                </a:lnTo>
                <a:lnTo>
                  <a:pt x="4617" y="1598"/>
                </a:lnTo>
                <a:lnTo>
                  <a:pt x="4621" y="1570"/>
                </a:lnTo>
                <a:lnTo>
                  <a:pt x="4626" y="1545"/>
                </a:lnTo>
                <a:lnTo>
                  <a:pt x="4637" y="1493"/>
                </a:lnTo>
                <a:lnTo>
                  <a:pt x="4649" y="1443"/>
                </a:lnTo>
                <a:lnTo>
                  <a:pt x="4662" y="1393"/>
                </a:lnTo>
                <a:lnTo>
                  <a:pt x="4676" y="1343"/>
                </a:lnTo>
                <a:lnTo>
                  <a:pt x="4691" y="1297"/>
                </a:lnTo>
                <a:lnTo>
                  <a:pt x="4709" y="1251"/>
                </a:lnTo>
                <a:lnTo>
                  <a:pt x="4717" y="1229"/>
                </a:lnTo>
                <a:lnTo>
                  <a:pt x="4726" y="1207"/>
                </a:lnTo>
                <a:lnTo>
                  <a:pt x="4735" y="1185"/>
                </a:lnTo>
                <a:lnTo>
                  <a:pt x="4744" y="1165"/>
                </a:lnTo>
                <a:lnTo>
                  <a:pt x="4754" y="1145"/>
                </a:lnTo>
                <a:lnTo>
                  <a:pt x="4764" y="1125"/>
                </a:lnTo>
                <a:lnTo>
                  <a:pt x="4784" y="1087"/>
                </a:lnTo>
                <a:lnTo>
                  <a:pt x="4806" y="1049"/>
                </a:lnTo>
                <a:lnTo>
                  <a:pt x="4817" y="1033"/>
                </a:lnTo>
                <a:lnTo>
                  <a:pt x="4828" y="1015"/>
                </a:lnTo>
                <a:lnTo>
                  <a:pt x="4840" y="999"/>
                </a:lnTo>
                <a:lnTo>
                  <a:pt x="4852" y="985"/>
                </a:lnTo>
                <a:lnTo>
                  <a:pt x="4864" y="969"/>
                </a:lnTo>
                <a:lnTo>
                  <a:pt x="4876" y="955"/>
                </a:lnTo>
                <a:lnTo>
                  <a:pt x="4889" y="941"/>
                </a:lnTo>
                <a:lnTo>
                  <a:pt x="4902" y="929"/>
                </a:lnTo>
                <a:lnTo>
                  <a:pt x="4915" y="915"/>
                </a:lnTo>
                <a:lnTo>
                  <a:pt x="4929" y="905"/>
                </a:lnTo>
                <a:lnTo>
                  <a:pt x="4942" y="893"/>
                </a:lnTo>
                <a:lnTo>
                  <a:pt x="4956" y="883"/>
                </a:lnTo>
                <a:lnTo>
                  <a:pt x="4970" y="873"/>
                </a:lnTo>
                <a:lnTo>
                  <a:pt x="4985" y="865"/>
                </a:lnTo>
                <a:lnTo>
                  <a:pt x="4999" y="857"/>
                </a:lnTo>
                <a:lnTo>
                  <a:pt x="5014" y="849"/>
                </a:lnTo>
                <a:lnTo>
                  <a:pt x="5029" y="843"/>
                </a:lnTo>
                <a:lnTo>
                  <a:pt x="5045" y="837"/>
                </a:lnTo>
                <a:lnTo>
                  <a:pt x="5060" y="833"/>
                </a:lnTo>
                <a:lnTo>
                  <a:pt x="5076" y="829"/>
                </a:lnTo>
                <a:lnTo>
                  <a:pt x="5092" y="825"/>
                </a:lnTo>
                <a:lnTo>
                  <a:pt x="5109" y="823"/>
                </a:lnTo>
                <a:lnTo>
                  <a:pt x="5126" y="823"/>
                </a:lnTo>
                <a:lnTo>
                  <a:pt x="5143" y="821"/>
                </a:lnTo>
                <a:lnTo>
                  <a:pt x="5164" y="823"/>
                </a:lnTo>
                <a:lnTo>
                  <a:pt x="5184" y="825"/>
                </a:lnTo>
                <a:lnTo>
                  <a:pt x="5204" y="829"/>
                </a:lnTo>
                <a:lnTo>
                  <a:pt x="5224" y="833"/>
                </a:lnTo>
                <a:lnTo>
                  <a:pt x="5243" y="841"/>
                </a:lnTo>
                <a:lnTo>
                  <a:pt x="5262" y="847"/>
                </a:lnTo>
                <a:lnTo>
                  <a:pt x="5280" y="857"/>
                </a:lnTo>
                <a:lnTo>
                  <a:pt x="5298" y="867"/>
                </a:lnTo>
                <a:lnTo>
                  <a:pt x="5307" y="873"/>
                </a:lnTo>
                <a:lnTo>
                  <a:pt x="5316" y="879"/>
                </a:lnTo>
                <a:lnTo>
                  <a:pt x="5333" y="893"/>
                </a:lnTo>
                <a:lnTo>
                  <a:pt x="5349" y="907"/>
                </a:lnTo>
                <a:lnTo>
                  <a:pt x="5366" y="923"/>
                </a:lnTo>
                <a:lnTo>
                  <a:pt x="5382" y="939"/>
                </a:lnTo>
                <a:lnTo>
                  <a:pt x="5398" y="957"/>
                </a:lnTo>
                <a:lnTo>
                  <a:pt x="5413" y="975"/>
                </a:lnTo>
                <a:lnTo>
                  <a:pt x="5428" y="995"/>
                </a:lnTo>
                <a:lnTo>
                  <a:pt x="5443" y="1017"/>
                </a:lnTo>
                <a:lnTo>
                  <a:pt x="5457" y="1039"/>
                </a:lnTo>
                <a:lnTo>
                  <a:pt x="5471" y="1063"/>
                </a:lnTo>
                <a:lnTo>
                  <a:pt x="5484" y="1087"/>
                </a:lnTo>
                <a:lnTo>
                  <a:pt x="5491" y="1099"/>
                </a:lnTo>
                <a:lnTo>
                  <a:pt x="5498" y="1113"/>
                </a:lnTo>
                <a:lnTo>
                  <a:pt x="5511" y="1139"/>
                </a:lnTo>
                <a:lnTo>
                  <a:pt x="5525" y="1165"/>
                </a:lnTo>
                <a:lnTo>
                  <a:pt x="5537" y="1193"/>
                </a:lnTo>
                <a:lnTo>
                  <a:pt x="5543" y="1207"/>
                </a:lnTo>
                <a:lnTo>
                  <a:pt x="5549" y="1223"/>
                </a:lnTo>
                <a:lnTo>
                  <a:pt x="5555" y="1237"/>
                </a:lnTo>
                <a:lnTo>
                  <a:pt x="5561" y="1253"/>
                </a:lnTo>
                <a:lnTo>
                  <a:pt x="5572" y="1283"/>
                </a:lnTo>
                <a:lnTo>
                  <a:pt x="5584" y="1315"/>
                </a:lnTo>
                <a:lnTo>
                  <a:pt x="5595" y="1347"/>
                </a:lnTo>
                <a:lnTo>
                  <a:pt x="5606" y="1379"/>
                </a:lnTo>
                <a:lnTo>
                  <a:pt x="5626" y="1447"/>
                </a:lnTo>
                <a:lnTo>
                  <a:pt x="5626" y="871"/>
                </a:lnTo>
                <a:lnTo>
                  <a:pt x="5809" y="871"/>
                </a:lnTo>
                <a:close/>
                <a:moveTo>
                  <a:pt x="5139" y="2893"/>
                </a:moveTo>
                <a:lnTo>
                  <a:pt x="5152" y="2893"/>
                </a:lnTo>
                <a:lnTo>
                  <a:pt x="5165" y="2891"/>
                </a:lnTo>
                <a:lnTo>
                  <a:pt x="5179" y="2889"/>
                </a:lnTo>
                <a:lnTo>
                  <a:pt x="5193" y="2885"/>
                </a:lnTo>
                <a:lnTo>
                  <a:pt x="5208" y="2879"/>
                </a:lnTo>
                <a:lnTo>
                  <a:pt x="5222" y="2873"/>
                </a:lnTo>
                <a:lnTo>
                  <a:pt x="5237" y="2865"/>
                </a:lnTo>
                <a:lnTo>
                  <a:pt x="5252" y="2855"/>
                </a:lnTo>
                <a:lnTo>
                  <a:pt x="5267" y="2845"/>
                </a:lnTo>
                <a:lnTo>
                  <a:pt x="5282" y="2831"/>
                </a:lnTo>
                <a:lnTo>
                  <a:pt x="5290" y="2825"/>
                </a:lnTo>
                <a:lnTo>
                  <a:pt x="5298" y="2817"/>
                </a:lnTo>
                <a:lnTo>
                  <a:pt x="5313" y="2801"/>
                </a:lnTo>
                <a:lnTo>
                  <a:pt x="5328" y="2783"/>
                </a:lnTo>
                <a:lnTo>
                  <a:pt x="5344" y="2763"/>
                </a:lnTo>
                <a:lnTo>
                  <a:pt x="5359" y="2743"/>
                </a:lnTo>
                <a:lnTo>
                  <a:pt x="5366" y="2731"/>
                </a:lnTo>
                <a:lnTo>
                  <a:pt x="5374" y="2719"/>
                </a:lnTo>
                <a:lnTo>
                  <a:pt x="5389" y="2695"/>
                </a:lnTo>
                <a:lnTo>
                  <a:pt x="5404" y="2667"/>
                </a:lnTo>
                <a:lnTo>
                  <a:pt x="5419" y="2637"/>
                </a:lnTo>
                <a:lnTo>
                  <a:pt x="5426" y="2621"/>
                </a:lnTo>
                <a:lnTo>
                  <a:pt x="5433" y="2606"/>
                </a:lnTo>
                <a:lnTo>
                  <a:pt x="5448" y="2574"/>
                </a:lnTo>
                <a:lnTo>
                  <a:pt x="5455" y="2556"/>
                </a:lnTo>
                <a:lnTo>
                  <a:pt x="5462" y="2538"/>
                </a:lnTo>
                <a:lnTo>
                  <a:pt x="5475" y="2498"/>
                </a:lnTo>
                <a:lnTo>
                  <a:pt x="5489" y="2458"/>
                </a:lnTo>
                <a:lnTo>
                  <a:pt x="5502" y="2416"/>
                </a:lnTo>
                <a:lnTo>
                  <a:pt x="5515" y="2370"/>
                </a:lnTo>
                <a:lnTo>
                  <a:pt x="5528" y="2322"/>
                </a:lnTo>
                <a:lnTo>
                  <a:pt x="5540" y="2270"/>
                </a:lnTo>
                <a:lnTo>
                  <a:pt x="5551" y="2218"/>
                </a:lnTo>
                <a:lnTo>
                  <a:pt x="5562" y="2162"/>
                </a:lnTo>
                <a:lnTo>
                  <a:pt x="5572" y="2102"/>
                </a:lnTo>
                <a:lnTo>
                  <a:pt x="5582" y="2040"/>
                </a:lnTo>
                <a:lnTo>
                  <a:pt x="5575" y="1990"/>
                </a:lnTo>
                <a:lnTo>
                  <a:pt x="5566" y="1942"/>
                </a:lnTo>
                <a:lnTo>
                  <a:pt x="5558" y="1896"/>
                </a:lnTo>
                <a:lnTo>
                  <a:pt x="5549" y="1850"/>
                </a:lnTo>
                <a:lnTo>
                  <a:pt x="5539" y="1804"/>
                </a:lnTo>
                <a:lnTo>
                  <a:pt x="5530" y="1762"/>
                </a:lnTo>
                <a:lnTo>
                  <a:pt x="5518" y="1720"/>
                </a:lnTo>
                <a:lnTo>
                  <a:pt x="5507" y="1680"/>
                </a:lnTo>
                <a:lnTo>
                  <a:pt x="5496" y="1640"/>
                </a:lnTo>
                <a:lnTo>
                  <a:pt x="5485" y="1604"/>
                </a:lnTo>
                <a:lnTo>
                  <a:pt x="5473" y="1568"/>
                </a:lnTo>
                <a:lnTo>
                  <a:pt x="5460" y="1533"/>
                </a:lnTo>
                <a:lnTo>
                  <a:pt x="5448" y="1501"/>
                </a:lnTo>
                <a:lnTo>
                  <a:pt x="5435" y="1469"/>
                </a:lnTo>
                <a:lnTo>
                  <a:pt x="5421" y="1439"/>
                </a:lnTo>
                <a:lnTo>
                  <a:pt x="5407" y="1411"/>
                </a:lnTo>
                <a:lnTo>
                  <a:pt x="5393" y="1383"/>
                </a:lnTo>
                <a:lnTo>
                  <a:pt x="5378" y="1359"/>
                </a:lnTo>
                <a:lnTo>
                  <a:pt x="5364" y="1335"/>
                </a:lnTo>
                <a:lnTo>
                  <a:pt x="5348" y="1313"/>
                </a:lnTo>
                <a:lnTo>
                  <a:pt x="5333" y="1293"/>
                </a:lnTo>
                <a:lnTo>
                  <a:pt x="5325" y="1283"/>
                </a:lnTo>
                <a:lnTo>
                  <a:pt x="5317" y="1273"/>
                </a:lnTo>
                <a:lnTo>
                  <a:pt x="5301" y="1257"/>
                </a:lnTo>
                <a:lnTo>
                  <a:pt x="5284" y="1241"/>
                </a:lnTo>
                <a:lnTo>
                  <a:pt x="5267" y="1227"/>
                </a:lnTo>
                <a:lnTo>
                  <a:pt x="5250" y="1217"/>
                </a:lnTo>
                <a:lnTo>
                  <a:pt x="5232" y="1207"/>
                </a:lnTo>
                <a:lnTo>
                  <a:pt x="5215" y="1197"/>
                </a:lnTo>
                <a:lnTo>
                  <a:pt x="5197" y="1191"/>
                </a:lnTo>
                <a:lnTo>
                  <a:pt x="5178" y="1187"/>
                </a:lnTo>
                <a:lnTo>
                  <a:pt x="5160" y="1183"/>
                </a:lnTo>
                <a:lnTo>
                  <a:pt x="5141" y="1183"/>
                </a:lnTo>
                <a:lnTo>
                  <a:pt x="5120" y="1185"/>
                </a:lnTo>
                <a:lnTo>
                  <a:pt x="5109" y="1185"/>
                </a:lnTo>
                <a:lnTo>
                  <a:pt x="5099" y="1187"/>
                </a:lnTo>
                <a:lnTo>
                  <a:pt x="5079" y="1193"/>
                </a:lnTo>
                <a:lnTo>
                  <a:pt x="5069" y="1197"/>
                </a:lnTo>
                <a:lnTo>
                  <a:pt x="5060" y="1201"/>
                </a:lnTo>
                <a:lnTo>
                  <a:pt x="5041" y="1209"/>
                </a:lnTo>
                <a:lnTo>
                  <a:pt x="5023" y="1221"/>
                </a:lnTo>
                <a:lnTo>
                  <a:pt x="5005" y="1235"/>
                </a:lnTo>
                <a:lnTo>
                  <a:pt x="4987" y="1251"/>
                </a:lnTo>
                <a:lnTo>
                  <a:pt x="4970" y="1267"/>
                </a:lnTo>
                <a:lnTo>
                  <a:pt x="4954" y="1287"/>
                </a:lnTo>
                <a:lnTo>
                  <a:pt x="4938" y="1307"/>
                </a:lnTo>
                <a:lnTo>
                  <a:pt x="4923" y="1331"/>
                </a:lnTo>
                <a:lnTo>
                  <a:pt x="4908" y="1355"/>
                </a:lnTo>
                <a:lnTo>
                  <a:pt x="4894" y="1381"/>
                </a:lnTo>
                <a:lnTo>
                  <a:pt x="4881" y="1409"/>
                </a:lnTo>
                <a:lnTo>
                  <a:pt x="4868" y="1437"/>
                </a:lnTo>
                <a:lnTo>
                  <a:pt x="4862" y="1453"/>
                </a:lnTo>
                <a:lnTo>
                  <a:pt x="4856" y="1467"/>
                </a:lnTo>
                <a:lnTo>
                  <a:pt x="4845" y="1501"/>
                </a:lnTo>
                <a:lnTo>
                  <a:pt x="4834" y="1533"/>
                </a:lnTo>
                <a:lnTo>
                  <a:pt x="4824" y="1568"/>
                </a:lnTo>
                <a:lnTo>
                  <a:pt x="4815" y="1604"/>
                </a:lnTo>
                <a:lnTo>
                  <a:pt x="4806" y="1642"/>
                </a:lnTo>
                <a:lnTo>
                  <a:pt x="4798" y="1680"/>
                </a:lnTo>
                <a:lnTo>
                  <a:pt x="4791" y="1720"/>
                </a:lnTo>
                <a:lnTo>
                  <a:pt x="4785" y="1762"/>
                </a:lnTo>
                <a:lnTo>
                  <a:pt x="4779" y="1804"/>
                </a:lnTo>
                <a:lnTo>
                  <a:pt x="4774" y="1848"/>
                </a:lnTo>
                <a:lnTo>
                  <a:pt x="4770" y="1892"/>
                </a:lnTo>
                <a:lnTo>
                  <a:pt x="4769" y="1916"/>
                </a:lnTo>
                <a:lnTo>
                  <a:pt x="4767" y="1938"/>
                </a:lnTo>
                <a:lnTo>
                  <a:pt x="4765" y="1984"/>
                </a:lnTo>
                <a:lnTo>
                  <a:pt x="4764" y="2032"/>
                </a:lnTo>
                <a:lnTo>
                  <a:pt x="4763" y="2080"/>
                </a:lnTo>
                <a:lnTo>
                  <a:pt x="4764" y="2122"/>
                </a:lnTo>
                <a:lnTo>
                  <a:pt x="4765" y="2164"/>
                </a:lnTo>
                <a:lnTo>
                  <a:pt x="4766" y="2184"/>
                </a:lnTo>
                <a:lnTo>
                  <a:pt x="4767" y="2206"/>
                </a:lnTo>
                <a:lnTo>
                  <a:pt x="4770" y="2246"/>
                </a:lnTo>
                <a:lnTo>
                  <a:pt x="4774" y="2286"/>
                </a:lnTo>
                <a:lnTo>
                  <a:pt x="4779" y="2324"/>
                </a:lnTo>
                <a:lnTo>
                  <a:pt x="4784" y="2362"/>
                </a:lnTo>
                <a:lnTo>
                  <a:pt x="4790" y="2398"/>
                </a:lnTo>
                <a:lnTo>
                  <a:pt x="4797" y="2434"/>
                </a:lnTo>
                <a:lnTo>
                  <a:pt x="4805" y="2470"/>
                </a:lnTo>
                <a:lnTo>
                  <a:pt x="4813" y="2504"/>
                </a:lnTo>
                <a:lnTo>
                  <a:pt x="4823" y="2538"/>
                </a:lnTo>
                <a:lnTo>
                  <a:pt x="4832" y="2570"/>
                </a:lnTo>
                <a:lnTo>
                  <a:pt x="4843" y="2600"/>
                </a:lnTo>
                <a:lnTo>
                  <a:pt x="4854" y="2629"/>
                </a:lnTo>
                <a:lnTo>
                  <a:pt x="4860" y="2643"/>
                </a:lnTo>
                <a:lnTo>
                  <a:pt x="4866" y="2657"/>
                </a:lnTo>
                <a:lnTo>
                  <a:pt x="4879" y="2683"/>
                </a:lnTo>
                <a:lnTo>
                  <a:pt x="4892" y="2709"/>
                </a:lnTo>
                <a:lnTo>
                  <a:pt x="4899" y="2721"/>
                </a:lnTo>
                <a:lnTo>
                  <a:pt x="4906" y="2733"/>
                </a:lnTo>
                <a:lnTo>
                  <a:pt x="4913" y="2745"/>
                </a:lnTo>
                <a:lnTo>
                  <a:pt x="4921" y="2755"/>
                </a:lnTo>
                <a:lnTo>
                  <a:pt x="4936" y="2777"/>
                </a:lnTo>
                <a:lnTo>
                  <a:pt x="4943" y="2787"/>
                </a:lnTo>
                <a:lnTo>
                  <a:pt x="4951" y="2797"/>
                </a:lnTo>
                <a:lnTo>
                  <a:pt x="4968" y="2815"/>
                </a:lnTo>
                <a:lnTo>
                  <a:pt x="4984" y="2831"/>
                </a:lnTo>
                <a:lnTo>
                  <a:pt x="5002" y="2845"/>
                </a:lnTo>
                <a:lnTo>
                  <a:pt x="5011" y="2851"/>
                </a:lnTo>
                <a:lnTo>
                  <a:pt x="5020" y="2857"/>
                </a:lnTo>
                <a:lnTo>
                  <a:pt x="5038" y="2869"/>
                </a:lnTo>
                <a:lnTo>
                  <a:pt x="5048" y="2873"/>
                </a:lnTo>
                <a:lnTo>
                  <a:pt x="5057" y="2877"/>
                </a:lnTo>
                <a:lnTo>
                  <a:pt x="5077" y="2885"/>
                </a:lnTo>
                <a:lnTo>
                  <a:pt x="5086" y="2887"/>
                </a:lnTo>
                <a:lnTo>
                  <a:pt x="5096" y="2889"/>
                </a:lnTo>
                <a:lnTo>
                  <a:pt x="5107" y="2891"/>
                </a:lnTo>
                <a:lnTo>
                  <a:pt x="5118" y="2893"/>
                </a:lnTo>
                <a:lnTo>
                  <a:pt x="5139" y="28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38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099A1-F8B8-81A5-DF31-17A546B8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548680"/>
            <a:ext cx="11376026" cy="79275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CF227-0E0A-0834-4229-C7D09A0D6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700214"/>
            <a:ext cx="11376025" cy="41767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3770-D4DA-9CC2-AF80-3421D17F8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4287" y="6309320"/>
            <a:ext cx="2447925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14E094E9-1149-47F0-B8B2-12CAA62E73FD}" type="datetime1">
              <a:rPr lang="en-GB" smtClean="0"/>
              <a:t>13/01/2026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4745-BC6E-F0FF-8453-A5CE9C391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2" y="6309320"/>
            <a:ext cx="431799" cy="14386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>
                <a:solidFill>
                  <a:schemeClr val="accent2"/>
                </a:solidFill>
              </a:defRPr>
            </a:lvl1pPr>
          </a:lstStyle>
          <a:p>
            <a:fld id="{3D33A117-4530-4DEB-BF3B-895291C57C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(c)" hidden="1">
            <a:extLst>
              <a:ext uri="{FF2B5EF4-FFF2-40B4-BE49-F238E27FC236}">
                <a16:creationId xmlns:a16="http://schemas.microsoft.com/office/drawing/2014/main" id="{CBC434AE-BB55-6EC0-F614-62694C3D211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999341" y="6891795"/>
            <a:ext cx="185949" cy="3077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fi-FI" sz="200">
                <a:solidFill>
                  <a:schemeClr val="bg1"/>
                </a:solidFill>
                <a:latin typeface="+mn-lt"/>
              </a:rPr>
              <a:t>©grow. for</a:t>
            </a:r>
            <a:r>
              <a:rPr lang="fi-FI" sz="200" baseline="0">
                <a:solidFill>
                  <a:schemeClr val="bg1"/>
                </a:solidFill>
                <a:latin typeface="+mn-lt"/>
              </a:rPr>
              <a:t> </a:t>
            </a:r>
            <a:r>
              <a:rPr lang="fi-FI" sz="200" baseline="0" err="1">
                <a:solidFill>
                  <a:schemeClr val="bg1"/>
                </a:solidFill>
                <a:latin typeface="+mn-lt"/>
              </a:rPr>
              <a:t>epical</a:t>
            </a:r>
            <a:endParaRPr lang="en-GB" sz="200" err="1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6" name="(logo)" descr="Z:\GRW (grow)\logot\copyright_grow.png">
            <a:extLst>
              <a:ext uri="{FF2B5EF4-FFF2-40B4-BE49-F238E27FC236}">
                <a16:creationId xmlns:a16="http://schemas.microsoft.com/office/drawing/2014/main" id="{3E1E03D0-6924-DFDA-D07E-30A25ED322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6000"/>
            <a:ext cx="60261" cy="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B7433D59-1E49-9A25-3BF8-E04429AFA98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21200" y="6094800"/>
            <a:ext cx="1351231" cy="432000"/>
          </a:xfrm>
          <a:custGeom>
            <a:avLst/>
            <a:gdLst>
              <a:gd name="T0" fmla="*/ 14608 w 15365"/>
              <a:gd name="T1" fmla="*/ 3811 h 4912"/>
              <a:gd name="T2" fmla="*/ 14145 w 15365"/>
              <a:gd name="T3" fmla="*/ 3121 h 4912"/>
              <a:gd name="T4" fmla="*/ 14708 w 15365"/>
              <a:gd name="T5" fmla="*/ 3356 h 4912"/>
              <a:gd name="T6" fmla="*/ 3170 w 15365"/>
              <a:gd name="T7" fmla="*/ 3429 h 4912"/>
              <a:gd name="T8" fmla="*/ 1851 w 15365"/>
              <a:gd name="T9" fmla="*/ 3823 h 4912"/>
              <a:gd name="T10" fmla="*/ 862 w 15365"/>
              <a:gd name="T11" fmla="*/ 3169 h 4912"/>
              <a:gd name="T12" fmla="*/ 358 w 15365"/>
              <a:gd name="T13" fmla="*/ 1886 h 4912"/>
              <a:gd name="T14" fmla="*/ 1059 w 15365"/>
              <a:gd name="T15" fmla="*/ 1381 h 4912"/>
              <a:gd name="T16" fmla="*/ 2040 w 15365"/>
              <a:gd name="T17" fmla="*/ 962 h 4912"/>
              <a:gd name="T18" fmla="*/ 3003 w 15365"/>
              <a:gd name="T19" fmla="*/ 1338 h 4912"/>
              <a:gd name="T20" fmla="*/ 3226 w 15365"/>
              <a:gd name="T21" fmla="*/ 2151 h 4912"/>
              <a:gd name="T22" fmla="*/ 2605 w 15365"/>
              <a:gd name="T23" fmla="*/ 2714 h 4912"/>
              <a:gd name="T24" fmla="*/ 1162 w 15365"/>
              <a:gd name="T25" fmla="*/ 2773 h 4912"/>
              <a:gd name="T26" fmla="*/ 1898 w 15365"/>
              <a:gd name="T27" fmla="*/ 3392 h 4912"/>
              <a:gd name="T28" fmla="*/ 2906 w 15365"/>
              <a:gd name="T29" fmla="*/ 3070 h 4912"/>
              <a:gd name="T30" fmla="*/ 1441 w 15365"/>
              <a:gd name="T31" fmla="*/ 1619 h 4912"/>
              <a:gd name="T32" fmla="*/ 1510 w 15365"/>
              <a:gd name="T33" fmla="*/ 2339 h 4912"/>
              <a:gd name="T34" fmla="*/ 2715 w 15365"/>
              <a:gd name="T35" fmla="*/ 2162 h 4912"/>
              <a:gd name="T36" fmla="*/ 2668 w 15365"/>
              <a:gd name="T37" fmla="*/ 1628 h 4912"/>
              <a:gd name="T38" fmla="*/ 5613 w 15365"/>
              <a:gd name="T39" fmla="*/ 1010 h 4912"/>
              <a:gd name="T40" fmla="*/ 6444 w 15365"/>
              <a:gd name="T41" fmla="*/ 1717 h 4912"/>
              <a:gd name="T42" fmla="*/ 6487 w 15365"/>
              <a:gd name="T43" fmla="*/ 2955 h 4912"/>
              <a:gd name="T44" fmla="*/ 5573 w 15365"/>
              <a:gd name="T45" fmla="*/ 3801 h 4912"/>
              <a:gd name="T46" fmla="*/ 4389 w 15365"/>
              <a:gd name="T47" fmla="*/ 3468 h 4912"/>
              <a:gd name="T48" fmla="*/ 3704 w 15365"/>
              <a:gd name="T49" fmla="*/ 3093 h 4912"/>
              <a:gd name="T50" fmla="*/ 3684 w 15365"/>
              <a:gd name="T51" fmla="*/ 1020 h 4912"/>
              <a:gd name="T52" fmla="*/ 4827 w 15365"/>
              <a:gd name="T53" fmla="*/ 1034 h 4912"/>
              <a:gd name="T54" fmla="*/ 5772 w 15365"/>
              <a:gd name="T55" fmla="*/ 3219 h 4912"/>
              <a:gd name="T56" fmla="*/ 6144 w 15365"/>
              <a:gd name="T57" fmla="*/ 2483 h 4912"/>
              <a:gd name="T58" fmla="*/ 5901 w 15365"/>
              <a:gd name="T59" fmla="*/ 1683 h 4912"/>
              <a:gd name="T60" fmla="*/ 5096 w 15365"/>
              <a:gd name="T61" fmla="*/ 1428 h 4912"/>
              <a:gd name="T62" fmla="*/ 4312 w 15365"/>
              <a:gd name="T63" fmla="*/ 2182 h 4912"/>
              <a:gd name="T64" fmla="*/ 4809 w 15365"/>
              <a:gd name="T65" fmla="*/ 3274 h 4912"/>
              <a:gd name="T66" fmla="*/ 7021 w 15365"/>
              <a:gd name="T67" fmla="*/ 2399 h 4912"/>
              <a:gd name="T68" fmla="*/ 7564 w 15365"/>
              <a:gd name="T69" fmla="*/ 288 h 4912"/>
              <a:gd name="T70" fmla="*/ 7206 w 15365"/>
              <a:gd name="T71" fmla="*/ 641 h 4912"/>
              <a:gd name="T72" fmla="*/ 6947 w 15365"/>
              <a:gd name="T73" fmla="*/ 196 h 4912"/>
              <a:gd name="T74" fmla="*/ 10466 w 15365"/>
              <a:gd name="T75" fmla="*/ 3142 h 4912"/>
              <a:gd name="T76" fmla="*/ 9671 w 15365"/>
              <a:gd name="T77" fmla="*/ 3788 h 4912"/>
              <a:gd name="T78" fmla="*/ 8432 w 15365"/>
              <a:gd name="T79" fmla="*/ 3568 h 4912"/>
              <a:gd name="T80" fmla="*/ 7905 w 15365"/>
              <a:gd name="T81" fmla="*/ 2505 h 4912"/>
              <a:gd name="T82" fmla="*/ 8342 w 15365"/>
              <a:gd name="T83" fmla="*/ 1337 h 4912"/>
              <a:gd name="T84" fmla="*/ 9579 w 15365"/>
              <a:gd name="T85" fmla="*/ 1001 h 4912"/>
              <a:gd name="T86" fmla="*/ 10474 w 15365"/>
              <a:gd name="T87" fmla="*/ 1681 h 4912"/>
              <a:gd name="T88" fmla="*/ 9574 w 15365"/>
              <a:gd name="T89" fmla="*/ 1452 h 4912"/>
              <a:gd name="T90" fmla="*/ 8728 w 15365"/>
              <a:gd name="T91" fmla="*/ 1583 h 4912"/>
              <a:gd name="T92" fmla="*/ 8358 w 15365"/>
              <a:gd name="T93" fmla="*/ 2334 h 4912"/>
              <a:gd name="T94" fmla="*/ 8597 w 15365"/>
              <a:gd name="T95" fmla="*/ 3122 h 4912"/>
              <a:gd name="T96" fmla="*/ 9505 w 15365"/>
              <a:gd name="T97" fmla="*/ 3380 h 4912"/>
              <a:gd name="T98" fmla="*/ 13647 w 15365"/>
              <a:gd name="T99" fmla="*/ 1020 h 4912"/>
              <a:gd name="T100" fmla="*/ 13642 w 15365"/>
              <a:gd name="T101" fmla="*/ 3465 h 4912"/>
              <a:gd name="T102" fmla="*/ 12374 w 15365"/>
              <a:gd name="T103" fmla="*/ 3794 h 4912"/>
              <a:gd name="T104" fmla="*/ 11200 w 15365"/>
              <a:gd name="T105" fmla="*/ 3510 h 4912"/>
              <a:gd name="T106" fmla="*/ 10749 w 15365"/>
              <a:gd name="T107" fmla="*/ 2336 h 4912"/>
              <a:gd name="T108" fmla="*/ 11278 w 15365"/>
              <a:gd name="T109" fmla="*/ 1234 h 4912"/>
              <a:gd name="T110" fmla="*/ 12351 w 15365"/>
              <a:gd name="T111" fmla="*/ 992 h 4912"/>
              <a:gd name="T112" fmla="*/ 12123 w 15365"/>
              <a:gd name="T113" fmla="*/ 3393 h 4912"/>
              <a:gd name="T114" fmla="*/ 13015 w 15365"/>
              <a:gd name="T115" fmla="*/ 2607 h 4912"/>
              <a:gd name="T116" fmla="*/ 12437 w 15365"/>
              <a:gd name="T117" fmla="*/ 1494 h 4912"/>
              <a:gd name="T118" fmla="*/ 11632 w 15365"/>
              <a:gd name="T119" fmla="*/ 1527 h 4912"/>
              <a:gd name="T120" fmla="*/ 11197 w 15365"/>
              <a:gd name="T121" fmla="*/ 2283 h 4912"/>
              <a:gd name="T122" fmla="*/ 11554 w 15365"/>
              <a:gd name="T123" fmla="*/ 3235 h 4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5365" h="4912">
                <a:moveTo>
                  <a:pt x="15178" y="3323"/>
                </a:moveTo>
                <a:lnTo>
                  <a:pt x="15365" y="3664"/>
                </a:lnTo>
                <a:lnTo>
                  <a:pt x="15336" y="3687"/>
                </a:lnTo>
                <a:lnTo>
                  <a:pt x="15304" y="3708"/>
                </a:lnTo>
                <a:lnTo>
                  <a:pt x="15241" y="3744"/>
                </a:lnTo>
                <a:lnTo>
                  <a:pt x="15209" y="3761"/>
                </a:lnTo>
                <a:lnTo>
                  <a:pt x="15175" y="3775"/>
                </a:lnTo>
                <a:lnTo>
                  <a:pt x="15142" y="3787"/>
                </a:lnTo>
                <a:lnTo>
                  <a:pt x="15107" y="3799"/>
                </a:lnTo>
                <a:lnTo>
                  <a:pt x="15040" y="3817"/>
                </a:lnTo>
                <a:lnTo>
                  <a:pt x="14971" y="3830"/>
                </a:lnTo>
                <a:lnTo>
                  <a:pt x="14903" y="3838"/>
                </a:lnTo>
                <a:lnTo>
                  <a:pt x="14835" y="3841"/>
                </a:lnTo>
                <a:lnTo>
                  <a:pt x="14794" y="3840"/>
                </a:lnTo>
                <a:lnTo>
                  <a:pt x="14755" y="3837"/>
                </a:lnTo>
                <a:lnTo>
                  <a:pt x="14717" y="3833"/>
                </a:lnTo>
                <a:lnTo>
                  <a:pt x="14679" y="3827"/>
                </a:lnTo>
                <a:lnTo>
                  <a:pt x="14643" y="3820"/>
                </a:lnTo>
                <a:lnTo>
                  <a:pt x="14608" y="3811"/>
                </a:lnTo>
                <a:lnTo>
                  <a:pt x="14542" y="3788"/>
                </a:lnTo>
                <a:lnTo>
                  <a:pt x="14511" y="3776"/>
                </a:lnTo>
                <a:lnTo>
                  <a:pt x="14480" y="3761"/>
                </a:lnTo>
                <a:lnTo>
                  <a:pt x="14423" y="3726"/>
                </a:lnTo>
                <a:lnTo>
                  <a:pt x="14372" y="3686"/>
                </a:lnTo>
                <a:lnTo>
                  <a:pt x="14348" y="3665"/>
                </a:lnTo>
                <a:lnTo>
                  <a:pt x="14326" y="3642"/>
                </a:lnTo>
                <a:lnTo>
                  <a:pt x="14284" y="3592"/>
                </a:lnTo>
                <a:lnTo>
                  <a:pt x="14248" y="3538"/>
                </a:lnTo>
                <a:lnTo>
                  <a:pt x="14231" y="3509"/>
                </a:lnTo>
                <a:lnTo>
                  <a:pt x="14216" y="3479"/>
                </a:lnTo>
                <a:lnTo>
                  <a:pt x="14192" y="3415"/>
                </a:lnTo>
                <a:lnTo>
                  <a:pt x="14172" y="3347"/>
                </a:lnTo>
                <a:lnTo>
                  <a:pt x="14164" y="3311"/>
                </a:lnTo>
                <a:lnTo>
                  <a:pt x="14157" y="3275"/>
                </a:lnTo>
                <a:lnTo>
                  <a:pt x="14152" y="3238"/>
                </a:lnTo>
                <a:lnTo>
                  <a:pt x="14149" y="3200"/>
                </a:lnTo>
                <a:lnTo>
                  <a:pt x="14146" y="3161"/>
                </a:lnTo>
                <a:lnTo>
                  <a:pt x="14145" y="3121"/>
                </a:lnTo>
                <a:lnTo>
                  <a:pt x="14145" y="2355"/>
                </a:lnTo>
                <a:lnTo>
                  <a:pt x="14145" y="1589"/>
                </a:lnTo>
                <a:lnTo>
                  <a:pt x="14145" y="823"/>
                </a:lnTo>
                <a:lnTo>
                  <a:pt x="14145" y="57"/>
                </a:lnTo>
                <a:lnTo>
                  <a:pt x="14592" y="57"/>
                </a:lnTo>
                <a:lnTo>
                  <a:pt x="14592" y="797"/>
                </a:lnTo>
                <a:lnTo>
                  <a:pt x="14592" y="1539"/>
                </a:lnTo>
                <a:lnTo>
                  <a:pt x="14592" y="2281"/>
                </a:lnTo>
                <a:lnTo>
                  <a:pt x="14592" y="3022"/>
                </a:lnTo>
                <a:lnTo>
                  <a:pt x="14593" y="3069"/>
                </a:lnTo>
                <a:lnTo>
                  <a:pt x="14597" y="3112"/>
                </a:lnTo>
                <a:lnTo>
                  <a:pt x="14601" y="3152"/>
                </a:lnTo>
                <a:lnTo>
                  <a:pt x="14609" y="3191"/>
                </a:lnTo>
                <a:lnTo>
                  <a:pt x="14620" y="3226"/>
                </a:lnTo>
                <a:lnTo>
                  <a:pt x="14633" y="3257"/>
                </a:lnTo>
                <a:lnTo>
                  <a:pt x="14648" y="3286"/>
                </a:lnTo>
                <a:lnTo>
                  <a:pt x="14665" y="3311"/>
                </a:lnTo>
                <a:lnTo>
                  <a:pt x="14686" y="3335"/>
                </a:lnTo>
                <a:lnTo>
                  <a:pt x="14708" y="3356"/>
                </a:lnTo>
                <a:lnTo>
                  <a:pt x="14734" y="3372"/>
                </a:lnTo>
                <a:lnTo>
                  <a:pt x="14763" y="3386"/>
                </a:lnTo>
                <a:lnTo>
                  <a:pt x="14778" y="3392"/>
                </a:lnTo>
                <a:lnTo>
                  <a:pt x="14793" y="3397"/>
                </a:lnTo>
                <a:lnTo>
                  <a:pt x="14827" y="3404"/>
                </a:lnTo>
                <a:lnTo>
                  <a:pt x="14863" y="3409"/>
                </a:lnTo>
                <a:lnTo>
                  <a:pt x="14903" y="3411"/>
                </a:lnTo>
                <a:lnTo>
                  <a:pt x="14945" y="3409"/>
                </a:lnTo>
                <a:lnTo>
                  <a:pt x="14983" y="3404"/>
                </a:lnTo>
                <a:lnTo>
                  <a:pt x="15018" y="3397"/>
                </a:lnTo>
                <a:lnTo>
                  <a:pt x="15053" y="3387"/>
                </a:lnTo>
                <a:lnTo>
                  <a:pt x="15084" y="3374"/>
                </a:lnTo>
                <a:lnTo>
                  <a:pt x="15116" y="3359"/>
                </a:lnTo>
                <a:lnTo>
                  <a:pt x="15147" y="3342"/>
                </a:lnTo>
                <a:lnTo>
                  <a:pt x="15178" y="3323"/>
                </a:lnTo>
                <a:close/>
                <a:moveTo>
                  <a:pt x="2942" y="3028"/>
                </a:moveTo>
                <a:lnTo>
                  <a:pt x="3274" y="3308"/>
                </a:lnTo>
                <a:lnTo>
                  <a:pt x="3223" y="3369"/>
                </a:lnTo>
                <a:lnTo>
                  <a:pt x="3170" y="3429"/>
                </a:lnTo>
                <a:lnTo>
                  <a:pt x="3112" y="3483"/>
                </a:lnTo>
                <a:lnTo>
                  <a:pt x="3050" y="3535"/>
                </a:lnTo>
                <a:lnTo>
                  <a:pt x="2986" y="3583"/>
                </a:lnTo>
                <a:lnTo>
                  <a:pt x="2917" y="3626"/>
                </a:lnTo>
                <a:lnTo>
                  <a:pt x="2846" y="3667"/>
                </a:lnTo>
                <a:lnTo>
                  <a:pt x="2773" y="3703"/>
                </a:lnTo>
                <a:lnTo>
                  <a:pt x="2696" y="3734"/>
                </a:lnTo>
                <a:lnTo>
                  <a:pt x="2658" y="3749"/>
                </a:lnTo>
                <a:lnTo>
                  <a:pt x="2617" y="3762"/>
                </a:lnTo>
                <a:lnTo>
                  <a:pt x="2536" y="3786"/>
                </a:lnTo>
                <a:lnTo>
                  <a:pt x="2452" y="3806"/>
                </a:lnTo>
                <a:lnTo>
                  <a:pt x="2366" y="3821"/>
                </a:lnTo>
                <a:lnTo>
                  <a:pt x="2278" y="3831"/>
                </a:lnTo>
                <a:lnTo>
                  <a:pt x="2233" y="3836"/>
                </a:lnTo>
                <a:lnTo>
                  <a:pt x="2188" y="3838"/>
                </a:lnTo>
                <a:lnTo>
                  <a:pt x="2097" y="3841"/>
                </a:lnTo>
                <a:lnTo>
                  <a:pt x="2012" y="3838"/>
                </a:lnTo>
                <a:lnTo>
                  <a:pt x="1930" y="3833"/>
                </a:lnTo>
                <a:lnTo>
                  <a:pt x="1851" y="3823"/>
                </a:lnTo>
                <a:lnTo>
                  <a:pt x="1775" y="3811"/>
                </a:lnTo>
                <a:lnTo>
                  <a:pt x="1700" y="3793"/>
                </a:lnTo>
                <a:lnTo>
                  <a:pt x="1629" y="3773"/>
                </a:lnTo>
                <a:lnTo>
                  <a:pt x="1560" y="3750"/>
                </a:lnTo>
                <a:lnTo>
                  <a:pt x="1494" y="3725"/>
                </a:lnTo>
                <a:lnTo>
                  <a:pt x="1430" y="3694"/>
                </a:lnTo>
                <a:lnTo>
                  <a:pt x="1368" y="3663"/>
                </a:lnTo>
                <a:lnTo>
                  <a:pt x="1339" y="3646"/>
                </a:lnTo>
                <a:lnTo>
                  <a:pt x="1310" y="3628"/>
                </a:lnTo>
                <a:lnTo>
                  <a:pt x="1254" y="3591"/>
                </a:lnTo>
                <a:lnTo>
                  <a:pt x="1201" y="3553"/>
                </a:lnTo>
                <a:lnTo>
                  <a:pt x="1150" y="3511"/>
                </a:lnTo>
                <a:lnTo>
                  <a:pt x="1101" y="3467"/>
                </a:lnTo>
                <a:lnTo>
                  <a:pt x="1054" y="3422"/>
                </a:lnTo>
                <a:lnTo>
                  <a:pt x="1011" y="3374"/>
                </a:lnTo>
                <a:lnTo>
                  <a:pt x="970" y="3324"/>
                </a:lnTo>
                <a:lnTo>
                  <a:pt x="932" y="3274"/>
                </a:lnTo>
                <a:lnTo>
                  <a:pt x="896" y="3222"/>
                </a:lnTo>
                <a:lnTo>
                  <a:pt x="862" y="3169"/>
                </a:lnTo>
                <a:lnTo>
                  <a:pt x="832" y="3114"/>
                </a:lnTo>
                <a:lnTo>
                  <a:pt x="803" y="3058"/>
                </a:lnTo>
                <a:lnTo>
                  <a:pt x="777" y="3002"/>
                </a:lnTo>
                <a:lnTo>
                  <a:pt x="754" y="2945"/>
                </a:lnTo>
                <a:lnTo>
                  <a:pt x="733" y="2888"/>
                </a:lnTo>
                <a:lnTo>
                  <a:pt x="698" y="2771"/>
                </a:lnTo>
                <a:lnTo>
                  <a:pt x="674" y="2653"/>
                </a:lnTo>
                <a:lnTo>
                  <a:pt x="666" y="2594"/>
                </a:lnTo>
                <a:lnTo>
                  <a:pt x="659" y="2536"/>
                </a:lnTo>
                <a:lnTo>
                  <a:pt x="562" y="2493"/>
                </a:lnTo>
                <a:lnTo>
                  <a:pt x="469" y="2448"/>
                </a:lnTo>
                <a:lnTo>
                  <a:pt x="381" y="2400"/>
                </a:lnTo>
                <a:lnTo>
                  <a:pt x="297" y="2353"/>
                </a:lnTo>
                <a:lnTo>
                  <a:pt x="216" y="2305"/>
                </a:lnTo>
                <a:lnTo>
                  <a:pt x="140" y="2256"/>
                </a:lnTo>
                <a:lnTo>
                  <a:pt x="69" y="2208"/>
                </a:lnTo>
                <a:lnTo>
                  <a:pt x="0" y="2159"/>
                </a:lnTo>
                <a:lnTo>
                  <a:pt x="259" y="1816"/>
                </a:lnTo>
                <a:lnTo>
                  <a:pt x="358" y="1886"/>
                </a:lnTo>
                <a:lnTo>
                  <a:pt x="463" y="1955"/>
                </a:lnTo>
                <a:lnTo>
                  <a:pt x="518" y="1987"/>
                </a:lnTo>
                <a:lnTo>
                  <a:pt x="574" y="2020"/>
                </a:lnTo>
                <a:lnTo>
                  <a:pt x="631" y="2051"/>
                </a:lnTo>
                <a:lnTo>
                  <a:pt x="690" y="2081"/>
                </a:lnTo>
                <a:lnTo>
                  <a:pt x="704" y="2025"/>
                </a:lnTo>
                <a:lnTo>
                  <a:pt x="719" y="1971"/>
                </a:lnTo>
                <a:lnTo>
                  <a:pt x="738" y="1916"/>
                </a:lnTo>
                <a:lnTo>
                  <a:pt x="756" y="1863"/>
                </a:lnTo>
                <a:lnTo>
                  <a:pt x="778" y="1811"/>
                </a:lnTo>
                <a:lnTo>
                  <a:pt x="802" y="1758"/>
                </a:lnTo>
                <a:lnTo>
                  <a:pt x="827" y="1707"/>
                </a:lnTo>
                <a:lnTo>
                  <a:pt x="855" y="1657"/>
                </a:lnTo>
                <a:lnTo>
                  <a:pt x="884" y="1608"/>
                </a:lnTo>
                <a:lnTo>
                  <a:pt x="916" y="1560"/>
                </a:lnTo>
                <a:lnTo>
                  <a:pt x="948" y="1514"/>
                </a:lnTo>
                <a:lnTo>
                  <a:pt x="983" y="1468"/>
                </a:lnTo>
                <a:lnTo>
                  <a:pt x="1021" y="1424"/>
                </a:lnTo>
                <a:lnTo>
                  <a:pt x="1059" y="1381"/>
                </a:lnTo>
                <a:lnTo>
                  <a:pt x="1098" y="1339"/>
                </a:lnTo>
                <a:lnTo>
                  <a:pt x="1142" y="1300"/>
                </a:lnTo>
                <a:lnTo>
                  <a:pt x="1185" y="1263"/>
                </a:lnTo>
                <a:lnTo>
                  <a:pt x="1230" y="1227"/>
                </a:lnTo>
                <a:lnTo>
                  <a:pt x="1278" y="1193"/>
                </a:lnTo>
                <a:lnTo>
                  <a:pt x="1327" y="1161"/>
                </a:lnTo>
                <a:lnTo>
                  <a:pt x="1377" y="1131"/>
                </a:lnTo>
                <a:lnTo>
                  <a:pt x="1429" y="1103"/>
                </a:lnTo>
                <a:lnTo>
                  <a:pt x="1484" y="1077"/>
                </a:lnTo>
                <a:lnTo>
                  <a:pt x="1538" y="1054"/>
                </a:lnTo>
                <a:lnTo>
                  <a:pt x="1597" y="1034"/>
                </a:lnTo>
                <a:lnTo>
                  <a:pt x="1655" y="1016"/>
                </a:lnTo>
                <a:lnTo>
                  <a:pt x="1715" y="999"/>
                </a:lnTo>
                <a:lnTo>
                  <a:pt x="1777" y="987"/>
                </a:lnTo>
                <a:lnTo>
                  <a:pt x="1840" y="976"/>
                </a:lnTo>
                <a:lnTo>
                  <a:pt x="1872" y="973"/>
                </a:lnTo>
                <a:lnTo>
                  <a:pt x="1905" y="969"/>
                </a:lnTo>
                <a:lnTo>
                  <a:pt x="1971" y="965"/>
                </a:lnTo>
                <a:lnTo>
                  <a:pt x="2040" y="962"/>
                </a:lnTo>
                <a:lnTo>
                  <a:pt x="2099" y="963"/>
                </a:lnTo>
                <a:lnTo>
                  <a:pt x="2159" y="967"/>
                </a:lnTo>
                <a:lnTo>
                  <a:pt x="2217" y="973"/>
                </a:lnTo>
                <a:lnTo>
                  <a:pt x="2275" y="981"/>
                </a:lnTo>
                <a:lnTo>
                  <a:pt x="2332" y="991"/>
                </a:lnTo>
                <a:lnTo>
                  <a:pt x="2389" y="1003"/>
                </a:lnTo>
                <a:lnTo>
                  <a:pt x="2444" y="1018"/>
                </a:lnTo>
                <a:lnTo>
                  <a:pt x="2498" y="1034"/>
                </a:lnTo>
                <a:lnTo>
                  <a:pt x="2552" y="1053"/>
                </a:lnTo>
                <a:lnTo>
                  <a:pt x="2604" y="1072"/>
                </a:lnTo>
                <a:lnTo>
                  <a:pt x="2654" y="1096"/>
                </a:lnTo>
                <a:lnTo>
                  <a:pt x="2704" y="1119"/>
                </a:lnTo>
                <a:lnTo>
                  <a:pt x="2752" y="1146"/>
                </a:lnTo>
                <a:lnTo>
                  <a:pt x="2799" y="1173"/>
                </a:lnTo>
                <a:lnTo>
                  <a:pt x="2843" y="1204"/>
                </a:lnTo>
                <a:lnTo>
                  <a:pt x="2886" y="1235"/>
                </a:lnTo>
                <a:lnTo>
                  <a:pt x="2927" y="1267"/>
                </a:lnTo>
                <a:lnTo>
                  <a:pt x="2966" y="1302"/>
                </a:lnTo>
                <a:lnTo>
                  <a:pt x="3003" y="1338"/>
                </a:lnTo>
                <a:lnTo>
                  <a:pt x="3037" y="1377"/>
                </a:lnTo>
                <a:lnTo>
                  <a:pt x="3070" y="1416"/>
                </a:lnTo>
                <a:lnTo>
                  <a:pt x="3100" y="1457"/>
                </a:lnTo>
                <a:lnTo>
                  <a:pt x="3128" y="1500"/>
                </a:lnTo>
                <a:lnTo>
                  <a:pt x="3153" y="1544"/>
                </a:lnTo>
                <a:lnTo>
                  <a:pt x="3177" y="1589"/>
                </a:lnTo>
                <a:lnTo>
                  <a:pt x="3197" y="1635"/>
                </a:lnTo>
                <a:lnTo>
                  <a:pt x="3213" y="1683"/>
                </a:lnTo>
                <a:lnTo>
                  <a:pt x="3228" y="1733"/>
                </a:lnTo>
                <a:lnTo>
                  <a:pt x="3238" y="1783"/>
                </a:lnTo>
                <a:lnTo>
                  <a:pt x="3247" y="1835"/>
                </a:lnTo>
                <a:lnTo>
                  <a:pt x="3252" y="1887"/>
                </a:lnTo>
                <a:lnTo>
                  <a:pt x="3254" y="1941"/>
                </a:lnTo>
                <a:lnTo>
                  <a:pt x="3252" y="1984"/>
                </a:lnTo>
                <a:lnTo>
                  <a:pt x="3249" y="2027"/>
                </a:lnTo>
                <a:lnTo>
                  <a:pt x="3244" y="2068"/>
                </a:lnTo>
                <a:lnTo>
                  <a:pt x="3236" y="2110"/>
                </a:lnTo>
                <a:lnTo>
                  <a:pt x="3231" y="2131"/>
                </a:lnTo>
                <a:lnTo>
                  <a:pt x="3226" y="2151"/>
                </a:lnTo>
                <a:lnTo>
                  <a:pt x="3214" y="2191"/>
                </a:lnTo>
                <a:lnTo>
                  <a:pt x="3199" y="2231"/>
                </a:lnTo>
                <a:lnTo>
                  <a:pt x="3181" y="2269"/>
                </a:lnTo>
                <a:lnTo>
                  <a:pt x="3163" y="2307"/>
                </a:lnTo>
                <a:lnTo>
                  <a:pt x="3141" y="2345"/>
                </a:lnTo>
                <a:lnTo>
                  <a:pt x="3115" y="2381"/>
                </a:lnTo>
                <a:lnTo>
                  <a:pt x="3088" y="2415"/>
                </a:lnTo>
                <a:lnTo>
                  <a:pt x="3058" y="2449"/>
                </a:lnTo>
                <a:lnTo>
                  <a:pt x="3025" y="2482"/>
                </a:lnTo>
                <a:lnTo>
                  <a:pt x="2991" y="2513"/>
                </a:lnTo>
                <a:lnTo>
                  <a:pt x="2972" y="2528"/>
                </a:lnTo>
                <a:lnTo>
                  <a:pt x="2952" y="2543"/>
                </a:lnTo>
                <a:lnTo>
                  <a:pt x="2911" y="2572"/>
                </a:lnTo>
                <a:lnTo>
                  <a:pt x="2868" y="2600"/>
                </a:lnTo>
                <a:lnTo>
                  <a:pt x="2822" y="2625"/>
                </a:lnTo>
                <a:lnTo>
                  <a:pt x="2772" y="2650"/>
                </a:lnTo>
                <a:lnTo>
                  <a:pt x="2719" y="2673"/>
                </a:lnTo>
                <a:lnTo>
                  <a:pt x="2665" y="2694"/>
                </a:lnTo>
                <a:lnTo>
                  <a:pt x="2605" y="2714"/>
                </a:lnTo>
                <a:lnTo>
                  <a:pt x="2544" y="2731"/>
                </a:lnTo>
                <a:lnTo>
                  <a:pt x="2480" y="2746"/>
                </a:lnTo>
                <a:lnTo>
                  <a:pt x="2412" y="2760"/>
                </a:lnTo>
                <a:lnTo>
                  <a:pt x="2340" y="2773"/>
                </a:lnTo>
                <a:lnTo>
                  <a:pt x="2267" y="2782"/>
                </a:lnTo>
                <a:lnTo>
                  <a:pt x="2189" y="2790"/>
                </a:lnTo>
                <a:lnTo>
                  <a:pt x="2107" y="2796"/>
                </a:lnTo>
                <a:lnTo>
                  <a:pt x="2024" y="2800"/>
                </a:lnTo>
                <a:lnTo>
                  <a:pt x="1935" y="2801"/>
                </a:lnTo>
                <a:lnTo>
                  <a:pt x="1829" y="2798"/>
                </a:lnTo>
                <a:lnTo>
                  <a:pt x="1726" y="2794"/>
                </a:lnTo>
                <a:lnTo>
                  <a:pt x="1623" y="2786"/>
                </a:lnTo>
                <a:lnTo>
                  <a:pt x="1523" y="2774"/>
                </a:lnTo>
                <a:lnTo>
                  <a:pt x="1424" y="2760"/>
                </a:lnTo>
                <a:lnTo>
                  <a:pt x="1329" y="2744"/>
                </a:lnTo>
                <a:lnTo>
                  <a:pt x="1233" y="2724"/>
                </a:lnTo>
                <a:lnTo>
                  <a:pt x="1142" y="2702"/>
                </a:lnTo>
                <a:lnTo>
                  <a:pt x="1152" y="2738"/>
                </a:lnTo>
                <a:lnTo>
                  <a:pt x="1162" y="2773"/>
                </a:lnTo>
                <a:lnTo>
                  <a:pt x="1189" y="2843"/>
                </a:lnTo>
                <a:lnTo>
                  <a:pt x="1203" y="2876"/>
                </a:lnTo>
                <a:lnTo>
                  <a:pt x="1219" y="2909"/>
                </a:lnTo>
                <a:lnTo>
                  <a:pt x="1257" y="2974"/>
                </a:lnTo>
                <a:lnTo>
                  <a:pt x="1277" y="3005"/>
                </a:lnTo>
                <a:lnTo>
                  <a:pt x="1297" y="3035"/>
                </a:lnTo>
                <a:lnTo>
                  <a:pt x="1344" y="3093"/>
                </a:lnTo>
                <a:lnTo>
                  <a:pt x="1395" y="3148"/>
                </a:lnTo>
                <a:lnTo>
                  <a:pt x="1423" y="3173"/>
                </a:lnTo>
                <a:lnTo>
                  <a:pt x="1452" y="3198"/>
                </a:lnTo>
                <a:lnTo>
                  <a:pt x="1482" y="3221"/>
                </a:lnTo>
                <a:lnTo>
                  <a:pt x="1514" y="3243"/>
                </a:lnTo>
                <a:lnTo>
                  <a:pt x="1580" y="3284"/>
                </a:lnTo>
                <a:lnTo>
                  <a:pt x="1652" y="3320"/>
                </a:lnTo>
                <a:lnTo>
                  <a:pt x="1729" y="3350"/>
                </a:lnTo>
                <a:lnTo>
                  <a:pt x="1769" y="3362"/>
                </a:lnTo>
                <a:lnTo>
                  <a:pt x="1811" y="3374"/>
                </a:lnTo>
                <a:lnTo>
                  <a:pt x="1854" y="3383"/>
                </a:lnTo>
                <a:lnTo>
                  <a:pt x="1898" y="3392"/>
                </a:lnTo>
                <a:lnTo>
                  <a:pt x="1943" y="3397"/>
                </a:lnTo>
                <a:lnTo>
                  <a:pt x="1990" y="3402"/>
                </a:lnTo>
                <a:lnTo>
                  <a:pt x="2086" y="3405"/>
                </a:lnTo>
                <a:lnTo>
                  <a:pt x="2155" y="3404"/>
                </a:lnTo>
                <a:lnTo>
                  <a:pt x="2223" y="3398"/>
                </a:lnTo>
                <a:lnTo>
                  <a:pt x="2288" y="3390"/>
                </a:lnTo>
                <a:lnTo>
                  <a:pt x="2352" y="3379"/>
                </a:lnTo>
                <a:lnTo>
                  <a:pt x="2412" y="3364"/>
                </a:lnTo>
                <a:lnTo>
                  <a:pt x="2472" y="3346"/>
                </a:lnTo>
                <a:lnTo>
                  <a:pt x="2529" y="3325"/>
                </a:lnTo>
                <a:lnTo>
                  <a:pt x="2584" y="3302"/>
                </a:lnTo>
                <a:lnTo>
                  <a:pt x="2637" y="3277"/>
                </a:lnTo>
                <a:lnTo>
                  <a:pt x="2688" y="3248"/>
                </a:lnTo>
                <a:lnTo>
                  <a:pt x="2736" y="3216"/>
                </a:lnTo>
                <a:lnTo>
                  <a:pt x="2782" y="3183"/>
                </a:lnTo>
                <a:lnTo>
                  <a:pt x="2825" y="3148"/>
                </a:lnTo>
                <a:lnTo>
                  <a:pt x="2846" y="3129"/>
                </a:lnTo>
                <a:lnTo>
                  <a:pt x="2867" y="3109"/>
                </a:lnTo>
                <a:lnTo>
                  <a:pt x="2906" y="3070"/>
                </a:lnTo>
                <a:lnTo>
                  <a:pt x="2942" y="3028"/>
                </a:lnTo>
                <a:close/>
                <a:moveTo>
                  <a:pt x="2040" y="1397"/>
                </a:moveTo>
                <a:lnTo>
                  <a:pt x="1992" y="1399"/>
                </a:lnTo>
                <a:lnTo>
                  <a:pt x="1946" y="1402"/>
                </a:lnTo>
                <a:lnTo>
                  <a:pt x="1899" y="1408"/>
                </a:lnTo>
                <a:lnTo>
                  <a:pt x="1855" y="1415"/>
                </a:lnTo>
                <a:lnTo>
                  <a:pt x="1812" y="1424"/>
                </a:lnTo>
                <a:lnTo>
                  <a:pt x="1769" y="1436"/>
                </a:lnTo>
                <a:lnTo>
                  <a:pt x="1749" y="1443"/>
                </a:lnTo>
                <a:lnTo>
                  <a:pt x="1728" y="1450"/>
                </a:lnTo>
                <a:lnTo>
                  <a:pt x="1687" y="1465"/>
                </a:lnTo>
                <a:lnTo>
                  <a:pt x="1649" y="1482"/>
                </a:lnTo>
                <a:lnTo>
                  <a:pt x="1612" y="1501"/>
                </a:lnTo>
                <a:lnTo>
                  <a:pt x="1574" y="1522"/>
                </a:lnTo>
                <a:lnTo>
                  <a:pt x="1539" y="1544"/>
                </a:lnTo>
                <a:lnTo>
                  <a:pt x="1522" y="1555"/>
                </a:lnTo>
                <a:lnTo>
                  <a:pt x="1506" y="1567"/>
                </a:lnTo>
                <a:lnTo>
                  <a:pt x="1472" y="1592"/>
                </a:lnTo>
                <a:lnTo>
                  <a:pt x="1441" y="1619"/>
                </a:lnTo>
                <a:lnTo>
                  <a:pt x="1410" y="1648"/>
                </a:lnTo>
                <a:lnTo>
                  <a:pt x="1382" y="1677"/>
                </a:lnTo>
                <a:lnTo>
                  <a:pt x="1354" y="1709"/>
                </a:lnTo>
                <a:lnTo>
                  <a:pt x="1328" y="1741"/>
                </a:lnTo>
                <a:lnTo>
                  <a:pt x="1303" y="1775"/>
                </a:lnTo>
                <a:lnTo>
                  <a:pt x="1280" y="1810"/>
                </a:lnTo>
                <a:lnTo>
                  <a:pt x="1258" y="1844"/>
                </a:lnTo>
                <a:lnTo>
                  <a:pt x="1237" y="1881"/>
                </a:lnTo>
                <a:lnTo>
                  <a:pt x="1218" y="1920"/>
                </a:lnTo>
                <a:lnTo>
                  <a:pt x="1201" y="1958"/>
                </a:lnTo>
                <a:lnTo>
                  <a:pt x="1185" y="1998"/>
                </a:lnTo>
                <a:lnTo>
                  <a:pt x="1157" y="2080"/>
                </a:lnTo>
                <a:lnTo>
                  <a:pt x="1146" y="2122"/>
                </a:lnTo>
                <a:lnTo>
                  <a:pt x="1136" y="2165"/>
                </a:lnTo>
                <a:lnTo>
                  <a:pt x="1121" y="2252"/>
                </a:lnTo>
                <a:lnTo>
                  <a:pt x="1214" y="2277"/>
                </a:lnTo>
                <a:lnTo>
                  <a:pt x="1310" y="2300"/>
                </a:lnTo>
                <a:lnTo>
                  <a:pt x="1409" y="2321"/>
                </a:lnTo>
                <a:lnTo>
                  <a:pt x="1510" y="2339"/>
                </a:lnTo>
                <a:lnTo>
                  <a:pt x="1616" y="2352"/>
                </a:lnTo>
                <a:lnTo>
                  <a:pt x="1725" y="2362"/>
                </a:lnTo>
                <a:lnTo>
                  <a:pt x="1836" y="2369"/>
                </a:lnTo>
                <a:lnTo>
                  <a:pt x="1951" y="2370"/>
                </a:lnTo>
                <a:lnTo>
                  <a:pt x="2072" y="2368"/>
                </a:lnTo>
                <a:lnTo>
                  <a:pt x="2182" y="2360"/>
                </a:lnTo>
                <a:lnTo>
                  <a:pt x="2232" y="2355"/>
                </a:lnTo>
                <a:lnTo>
                  <a:pt x="2281" y="2348"/>
                </a:lnTo>
                <a:lnTo>
                  <a:pt x="2369" y="2331"/>
                </a:lnTo>
                <a:lnTo>
                  <a:pt x="2410" y="2321"/>
                </a:lnTo>
                <a:lnTo>
                  <a:pt x="2448" y="2311"/>
                </a:lnTo>
                <a:lnTo>
                  <a:pt x="2484" y="2299"/>
                </a:lnTo>
                <a:lnTo>
                  <a:pt x="2518" y="2287"/>
                </a:lnTo>
                <a:lnTo>
                  <a:pt x="2550" y="2273"/>
                </a:lnTo>
                <a:lnTo>
                  <a:pt x="2580" y="2259"/>
                </a:lnTo>
                <a:lnTo>
                  <a:pt x="2632" y="2229"/>
                </a:lnTo>
                <a:lnTo>
                  <a:pt x="2655" y="2213"/>
                </a:lnTo>
                <a:lnTo>
                  <a:pt x="2676" y="2196"/>
                </a:lnTo>
                <a:lnTo>
                  <a:pt x="2715" y="2162"/>
                </a:lnTo>
                <a:lnTo>
                  <a:pt x="2730" y="2144"/>
                </a:lnTo>
                <a:lnTo>
                  <a:pt x="2745" y="2126"/>
                </a:lnTo>
                <a:lnTo>
                  <a:pt x="2758" y="2108"/>
                </a:lnTo>
                <a:lnTo>
                  <a:pt x="2768" y="2089"/>
                </a:lnTo>
                <a:lnTo>
                  <a:pt x="2786" y="2051"/>
                </a:lnTo>
                <a:lnTo>
                  <a:pt x="2793" y="2031"/>
                </a:lnTo>
                <a:lnTo>
                  <a:pt x="2799" y="2013"/>
                </a:lnTo>
                <a:lnTo>
                  <a:pt x="2806" y="1974"/>
                </a:lnTo>
                <a:lnTo>
                  <a:pt x="2808" y="1936"/>
                </a:lnTo>
                <a:lnTo>
                  <a:pt x="2807" y="1907"/>
                </a:lnTo>
                <a:lnTo>
                  <a:pt x="2803" y="1879"/>
                </a:lnTo>
                <a:lnTo>
                  <a:pt x="2797" y="1851"/>
                </a:lnTo>
                <a:lnTo>
                  <a:pt x="2790" y="1823"/>
                </a:lnTo>
                <a:lnTo>
                  <a:pt x="2771" y="1771"/>
                </a:lnTo>
                <a:lnTo>
                  <a:pt x="2758" y="1746"/>
                </a:lnTo>
                <a:lnTo>
                  <a:pt x="2743" y="1720"/>
                </a:lnTo>
                <a:lnTo>
                  <a:pt x="2709" y="1674"/>
                </a:lnTo>
                <a:lnTo>
                  <a:pt x="2689" y="1650"/>
                </a:lnTo>
                <a:lnTo>
                  <a:pt x="2668" y="1628"/>
                </a:lnTo>
                <a:lnTo>
                  <a:pt x="2646" y="1608"/>
                </a:lnTo>
                <a:lnTo>
                  <a:pt x="2623" y="1588"/>
                </a:lnTo>
                <a:lnTo>
                  <a:pt x="2572" y="1551"/>
                </a:lnTo>
                <a:lnTo>
                  <a:pt x="2516" y="1516"/>
                </a:lnTo>
                <a:lnTo>
                  <a:pt x="2455" y="1486"/>
                </a:lnTo>
                <a:lnTo>
                  <a:pt x="2392" y="1460"/>
                </a:lnTo>
                <a:lnTo>
                  <a:pt x="2326" y="1438"/>
                </a:lnTo>
                <a:lnTo>
                  <a:pt x="2291" y="1429"/>
                </a:lnTo>
                <a:lnTo>
                  <a:pt x="2256" y="1421"/>
                </a:lnTo>
                <a:lnTo>
                  <a:pt x="2185" y="1408"/>
                </a:lnTo>
                <a:lnTo>
                  <a:pt x="2113" y="1400"/>
                </a:lnTo>
                <a:lnTo>
                  <a:pt x="2076" y="1399"/>
                </a:lnTo>
                <a:lnTo>
                  <a:pt x="2040" y="1397"/>
                </a:lnTo>
                <a:close/>
                <a:moveTo>
                  <a:pt x="5262" y="962"/>
                </a:moveTo>
                <a:lnTo>
                  <a:pt x="5335" y="965"/>
                </a:lnTo>
                <a:lnTo>
                  <a:pt x="5407" y="970"/>
                </a:lnTo>
                <a:lnTo>
                  <a:pt x="5478" y="980"/>
                </a:lnTo>
                <a:lnTo>
                  <a:pt x="5547" y="992"/>
                </a:lnTo>
                <a:lnTo>
                  <a:pt x="5613" y="1010"/>
                </a:lnTo>
                <a:lnTo>
                  <a:pt x="5680" y="1030"/>
                </a:lnTo>
                <a:lnTo>
                  <a:pt x="5743" y="1053"/>
                </a:lnTo>
                <a:lnTo>
                  <a:pt x="5804" y="1078"/>
                </a:lnTo>
                <a:lnTo>
                  <a:pt x="5864" y="1108"/>
                </a:lnTo>
                <a:lnTo>
                  <a:pt x="5922" y="1140"/>
                </a:lnTo>
                <a:lnTo>
                  <a:pt x="5978" y="1176"/>
                </a:lnTo>
                <a:lnTo>
                  <a:pt x="6004" y="1194"/>
                </a:lnTo>
                <a:lnTo>
                  <a:pt x="6031" y="1213"/>
                </a:lnTo>
                <a:lnTo>
                  <a:pt x="6082" y="1254"/>
                </a:lnTo>
                <a:lnTo>
                  <a:pt x="6108" y="1274"/>
                </a:lnTo>
                <a:lnTo>
                  <a:pt x="6132" y="1296"/>
                </a:lnTo>
                <a:lnTo>
                  <a:pt x="6179" y="1342"/>
                </a:lnTo>
                <a:lnTo>
                  <a:pt x="6224" y="1389"/>
                </a:lnTo>
                <a:lnTo>
                  <a:pt x="6267" y="1439"/>
                </a:lnTo>
                <a:lnTo>
                  <a:pt x="6307" y="1490"/>
                </a:lnTo>
                <a:lnTo>
                  <a:pt x="6345" y="1545"/>
                </a:lnTo>
                <a:lnTo>
                  <a:pt x="6380" y="1599"/>
                </a:lnTo>
                <a:lnTo>
                  <a:pt x="6413" y="1657"/>
                </a:lnTo>
                <a:lnTo>
                  <a:pt x="6444" y="1717"/>
                </a:lnTo>
                <a:lnTo>
                  <a:pt x="6471" y="1777"/>
                </a:lnTo>
                <a:lnTo>
                  <a:pt x="6497" y="1839"/>
                </a:lnTo>
                <a:lnTo>
                  <a:pt x="6519" y="1901"/>
                </a:lnTo>
                <a:lnTo>
                  <a:pt x="6538" y="1966"/>
                </a:lnTo>
                <a:lnTo>
                  <a:pt x="6555" y="2031"/>
                </a:lnTo>
                <a:lnTo>
                  <a:pt x="6569" y="2097"/>
                </a:lnTo>
                <a:lnTo>
                  <a:pt x="6580" y="2165"/>
                </a:lnTo>
                <a:lnTo>
                  <a:pt x="6589" y="2233"/>
                </a:lnTo>
                <a:lnTo>
                  <a:pt x="6593" y="2302"/>
                </a:lnTo>
                <a:lnTo>
                  <a:pt x="6595" y="2370"/>
                </a:lnTo>
                <a:lnTo>
                  <a:pt x="6594" y="2436"/>
                </a:lnTo>
                <a:lnTo>
                  <a:pt x="6590" y="2501"/>
                </a:lnTo>
                <a:lnTo>
                  <a:pt x="6583" y="2567"/>
                </a:lnTo>
                <a:lnTo>
                  <a:pt x="6573" y="2632"/>
                </a:lnTo>
                <a:lnTo>
                  <a:pt x="6562" y="2699"/>
                </a:lnTo>
                <a:lnTo>
                  <a:pt x="6547" y="2764"/>
                </a:lnTo>
                <a:lnTo>
                  <a:pt x="6529" y="2829"/>
                </a:lnTo>
                <a:lnTo>
                  <a:pt x="6509" y="2892"/>
                </a:lnTo>
                <a:lnTo>
                  <a:pt x="6487" y="2955"/>
                </a:lnTo>
                <a:lnTo>
                  <a:pt x="6462" y="3018"/>
                </a:lnTo>
                <a:lnTo>
                  <a:pt x="6434" y="3079"/>
                </a:lnTo>
                <a:lnTo>
                  <a:pt x="6403" y="3138"/>
                </a:lnTo>
                <a:lnTo>
                  <a:pt x="6371" y="3198"/>
                </a:lnTo>
                <a:lnTo>
                  <a:pt x="6335" y="3255"/>
                </a:lnTo>
                <a:lnTo>
                  <a:pt x="6296" y="3310"/>
                </a:lnTo>
                <a:lnTo>
                  <a:pt x="6256" y="3364"/>
                </a:lnTo>
                <a:lnTo>
                  <a:pt x="6213" y="3415"/>
                </a:lnTo>
                <a:lnTo>
                  <a:pt x="6167" y="3463"/>
                </a:lnTo>
                <a:lnTo>
                  <a:pt x="6118" y="3510"/>
                </a:lnTo>
                <a:lnTo>
                  <a:pt x="6068" y="3555"/>
                </a:lnTo>
                <a:lnTo>
                  <a:pt x="6015" y="3597"/>
                </a:lnTo>
                <a:lnTo>
                  <a:pt x="5959" y="3635"/>
                </a:lnTo>
                <a:lnTo>
                  <a:pt x="5901" y="3671"/>
                </a:lnTo>
                <a:lnTo>
                  <a:pt x="5840" y="3704"/>
                </a:lnTo>
                <a:lnTo>
                  <a:pt x="5777" y="3734"/>
                </a:lnTo>
                <a:lnTo>
                  <a:pt x="5711" y="3759"/>
                </a:lnTo>
                <a:lnTo>
                  <a:pt x="5644" y="3783"/>
                </a:lnTo>
                <a:lnTo>
                  <a:pt x="5573" y="3801"/>
                </a:lnTo>
                <a:lnTo>
                  <a:pt x="5501" y="3816"/>
                </a:lnTo>
                <a:lnTo>
                  <a:pt x="5462" y="3822"/>
                </a:lnTo>
                <a:lnTo>
                  <a:pt x="5425" y="3827"/>
                </a:lnTo>
                <a:lnTo>
                  <a:pt x="5347" y="3834"/>
                </a:lnTo>
                <a:lnTo>
                  <a:pt x="5267" y="3835"/>
                </a:lnTo>
                <a:lnTo>
                  <a:pt x="5219" y="3835"/>
                </a:lnTo>
                <a:lnTo>
                  <a:pt x="5172" y="3833"/>
                </a:lnTo>
                <a:lnTo>
                  <a:pt x="5082" y="3823"/>
                </a:lnTo>
                <a:lnTo>
                  <a:pt x="4994" y="3807"/>
                </a:lnTo>
                <a:lnTo>
                  <a:pt x="4911" y="3786"/>
                </a:lnTo>
                <a:lnTo>
                  <a:pt x="4831" y="3759"/>
                </a:lnTo>
                <a:lnTo>
                  <a:pt x="4755" y="3728"/>
                </a:lnTo>
                <a:lnTo>
                  <a:pt x="4680" y="3691"/>
                </a:lnTo>
                <a:lnTo>
                  <a:pt x="4645" y="3670"/>
                </a:lnTo>
                <a:lnTo>
                  <a:pt x="4610" y="3649"/>
                </a:lnTo>
                <a:lnTo>
                  <a:pt x="4544" y="3603"/>
                </a:lnTo>
                <a:lnTo>
                  <a:pt x="4480" y="3552"/>
                </a:lnTo>
                <a:lnTo>
                  <a:pt x="4418" y="3497"/>
                </a:lnTo>
                <a:lnTo>
                  <a:pt x="4389" y="3468"/>
                </a:lnTo>
                <a:lnTo>
                  <a:pt x="4360" y="3438"/>
                </a:lnTo>
                <a:lnTo>
                  <a:pt x="4332" y="3407"/>
                </a:lnTo>
                <a:lnTo>
                  <a:pt x="4305" y="3375"/>
                </a:lnTo>
                <a:lnTo>
                  <a:pt x="4253" y="3309"/>
                </a:lnTo>
                <a:lnTo>
                  <a:pt x="4227" y="3275"/>
                </a:lnTo>
                <a:lnTo>
                  <a:pt x="4203" y="3239"/>
                </a:lnTo>
                <a:lnTo>
                  <a:pt x="4157" y="3167"/>
                </a:lnTo>
                <a:lnTo>
                  <a:pt x="4144" y="3323"/>
                </a:lnTo>
                <a:lnTo>
                  <a:pt x="4136" y="3475"/>
                </a:lnTo>
                <a:lnTo>
                  <a:pt x="4132" y="3622"/>
                </a:lnTo>
                <a:lnTo>
                  <a:pt x="4131" y="3763"/>
                </a:lnTo>
                <a:lnTo>
                  <a:pt x="4131" y="4337"/>
                </a:lnTo>
                <a:lnTo>
                  <a:pt x="4131" y="4912"/>
                </a:lnTo>
                <a:lnTo>
                  <a:pt x="3684" y="4912"/>
                </a:lnTo>
                <a:lnTo>
                  <a:pt x="3684" y="4337"/>
                </a:lnTo>
                <a:lnTo>
                  <a:pt x="3684" y="3763"/>
                </a:lnTo>
                <a:lnTo>
                  <a:pt x="3688" y="3440"/>
                </a:lnTo>
                <a:lnTo>
                  <a:pt x="3693" y="3268"/>
                </a:lnTo>
                <a:lnTo>
                  <a:pt x="3704" y="3093"/>
                </a:lnTo>
                <a:lnTo>
                  <a:pt x="3712" y="3004"/>
                </a:lnTo>
                <a:lnTo>
                  <a:pt x="3720" y="2913"/>
                </a:lnTo>
                <a:lnTo>
                  <a:pt x="3731" y="2824"/>
                </a:lnTo>
                <a:lnTo>
                  <a:pt x="3743" y="2733"/>
                </a:lnTo>
                <a:lnTo>
                  <a:pt x="3757" y="2644"/>
                </a:lnTo>
                <a:lnTo>
                  <a:pt x="3774" y="2553"/>
                </a:lnTo>
                <a:lnTo>
                  <a:pt x="3792" y="2464"/>
                </a:lnTo>
                <a:lnTo>
                  <a:pt x="3814" y="2376"/>
                </a:lnTo>
                <a:lnTo>
                  <a:pt x="3776" y="2201"/>
                </a:lnTo>
                <a:lnTo>
                  <a:pt x="3760" y="2112"/>
                </a:lnTo>
                <a:lnTo>
                  <a:pt x="3746" y="2024"/>
                </a:lnTo>
                <a:lnTo>
                  <a:pt x="3733" y="1935"/>
                </a:lnTo>
                <a:lnTo>
                  <a:pt x="3722" y="1847"/>
                </a:lnTo>
                <a:lnTo>
                  <a:pt x="3714" y="1758"/>
                </a:lnTo>
                <a:lnTo>
                  <a:pt x="3706" y="1670"/>
                </a:lnTo>
                <a:lnTo>
                  <a:pt x="3696" y="1498"/>
                </a:lnTo>
                <a:lnTo>
                  <a:pt x="3689" y="1330"/>
                </a:lnTo>
                <a:lnTo>
                  <a:pt x="3685" y="1170"/>
                </a:lnTo>
                <a:lnTo>
                  <a:pt x="3684" y="1020"/>
                </a:lnTo>
                <a:lnTo>
                  <a:pt x="4131" y="1020"/>
                </a:lnTo>
                <a:lnTo>
                  <a:pt x="4132" y="1160"/>
                </a:lnTo>
                <a:lnTo>
                  <a:pt x="4136" y="1306"/>
                </a:lnTo>
                <a:lnTo>
                  <a:pt x="4144" y="1455"/>
                </a:lnTo>
                <a:lnTo>
                  <a:pt x="4157" y="1604"/>
                </a:lnTo>
                <a:lnTo>
                  <a:pt x="4202" y="1534"/>
                </a:lnTo>
                <a:lnTo>
                  <a:pt x="4225" y="1501"/>
                </a:lnTo>
                <a:lnTo>
                  <a:pt x="4250" y="1467"/>
                </a:lnTo>
                <a:lnTo>
                  <a:pt x="4302" y="1403"/>
                </a:lnTo>
                <a:lnTo>
                  <a:pt x="4357" y="1343"/>
                </a:lnTo>
                <a:lnTo>
                  <a:pt x="4414" y="1286"/>
                </a:lnTo>
                <a:lnTo>
                  <a:pt x="4474" y="1233"/>
                </a:lnTo>
                <a:lnTo>
                  <a:pt x="4507" y="1208"/>
                </a:lnTo>
                <a:lnTo>
                  <a:pt x="4538" y="1184"/>
                </a:lnTo>
                <a:lnTo>
                  <a:pt x="4606" y="1140"/>
                </a:lnTo>
                <a:lnTo>
                  <a:pt x="4641" y="1119"/>
                </a:lnTo>
                <a:lnTo>
                  <a:pt x="4677" y="1100"/>
                </a:lnTo>
                <a:lnTo>
                  <a:pt x="4750" y="1064"/>
                </a:lnTo>
                <a:lnTo>
                  <a:pt x="4827" y="1034"/>
                </a:lnTo>
                <a:lnTo>
                  <a:pt x="4907" y="1009"/>
                </a:lnTo>
                <a:lnTo>
                  <a:pt x="4949" y="998"/>
                </a:lnTo>
                <a:lnTo>
                  <a:pt x="4991" y="989"/>
                </a:lnTo>
                <a:lnTo>
                  <a:pt x="5078" y="975"/>
                </a:lnTo>
                <a:lnTo>
                  <a:pt x="5168" y="966"/>
                </a:lnTo>
                <a:lnTo>
                  <a:pt x="5262" y="962"/>
                </a:lnTo>
                <a:close/>
                <a:moveTo>
                  <a:pt x="5246" y="3395"/>
                </a:moveTo>
                <a:lnTo>
                  <a:pt x="5297" y="3394"/>
                </a:lnTo>
                <a:lnTo>
                  <a:pt x="5347" y="3390"/>
                </a:lnTo>
                <a:lnTo>
                  <a:pt x="5396" y="3383"/>
                </a:lnTo>
                <a:lnTo>
                  <a:pt x="5442" y="3374"/>
                </a:lnTo>
                <a:lnTo>
                  <a:pt x="5489" y="3362"/>
                </a:lnTo>
                <a:lnTo>
                  <a:pt x="5533" y="3349"/>
                </a:lnTo>
                <a:lnTo>
                  <a:pt x="5576" y="3332"/>
                </a:lnTo>
                <a:lnTo>
                  <a:pt x="5618" y="3314"/>
                </a:lnTo>
                <a:lnTo>
                  <a:pt x="5659" y="3293"/>
                </a:lnTo>
                <a:lnTo>
                  <a:pt x="5698" y="3271"/>
                </a:lnTo>
                <a:lnTo>
                  <a:pt x="5736" y="3246"/>
                </a:lnTo>
                <a:lnTo>
                  <a:pt x="5772" y="3219"/>
                </a:lnTo>
                <a:lnTo>
                  <a:pt x="5807" y="3191"/>
                </a:lnTo>
                <a:lnTo>
                  <a:pt x="5840" y="3161"/>
                </a:lnTo>
                <a:lnTo>
                  <a:pt x="5872" y="3128"/>
                </a:lnTo>
                <a:lnTo>
                  <a:pt x="5902" y="3094"/>
                </a:lnTo>
                <a:lnTo>
                  <a:pt x="5916" y="3077"/>
                </a:lnTo>
                <a:lnTo>
                  <a:pt x="5930" y="3058"/>
                </a:lnTo>
                <a:lnTo>
                  <a:pt x="5958" y="3021"/>
                </a:lnTo>
                <a:lnTo>
                  <a:pt x="5982" y="2983"/>
                </a:lnTo>
                <a:lnTo>
                  <a:pt x="6007" y="2943"/>
                </a:lnTo>
                <a:lnTo>
                  <a:pt x="6028" y="2902"/>
                </a:lnTo>
                <a:lnTo>
                  <a:pt x="6049" y="2860"/>
                </a:lnTo>
                <a:lnTo>
                  <a:pt x="6066" y="2816"/>
                </a:lnTo>
                <a:lnTo>
                  <a:pt x="6083" y="2771"/>
                </a:lnTo>
                <a:lnTo>
                  <a:pt x="6097" y="2725"/>
                </a:lnTo>
                <a:lnTo>
                  <a:pt x="6111" y="2679"/>
                </a:lnTo>
                <a:lnTo>
                  <a:pt x="6122" y="2630"/>
                </a:lnTo>
                <a:lnTo>
                  <a:pt x="6131" y="2583"/>
                </a:lnTo>
                <a:lnTo>
                  <a:pt x="6138" y="2533"/>
                </a:lnTo>
                <a:lnTo>
                  <a:pt x="6144" y="2483"/>
                </a:lnTo>
                <a:lnTo>
                  <a:pt x="6147" y="2432"/>
                </a:lnTo>
                <a:lnTo>
                  <a:pt x="6149" y="2381"/>
                </a:lnTo>
                <a:lnTo>
                  <a:pt x="6147" y="2328"/>
                </a:lnTo>
                <a:lnTo>
                  <a:pt x="6145" y="2277"/>
                </a:lnTo>
                <a:lnTo>
                  <a:pt x="6139" y="2226"/>
                </a:lnTo>
                <a:lnTo>
                  <a:pt x="6132" y="2177"/>
                </a:lnTo>
                <a:lnTo>
                  <a:pt x="6122" y="2129"/>
                </a:lnTo>
                <a:lnTo>
                  <a:pt x="6111" y="2081"/>
                </a:lnTo>
                <a:lnTo>
                  <a:pt x="6097" y="2036"/>
                </a:lnTo>
                <a:lnTo>
                  <a:pt x="6082" y="1991"/>
                </a:lnTo>
                <a:lnTo>
                  <a:pt x="6066" y="1948"/>
                </a:lnTo>
                <a:lnTo>
                  <a:pt x="6047" y="1905"/>
                </a:lnTo>
                <a:lnTo>
                  <a:pt x="6037" y="1885"/>
                </a:lnTo>
                <a:lnTo>
                  <a:pt x="6026" y="1864"/>
                </a:lnTo>
                <a:lnTo>
                  <a:pt x="6004" y="1825"/>
                </a:lnTo>
                <a:lnTo>
                  <a:pt x="5981" y="1787"/>
                </a:lnTo>
                <a:lnTo>
                  <a:pt x="5955" y="1750"/>
                </a:lnTo>
                <a:lnTo>
                  <a:pt x="5929" y="1715"/>
                </a:lnTo>
                <a:lnTo>
                  <a:pt x="5901" y="1683"/>
                </a:lnTo>
                <a:lnTo>
                  <a:pt x="5872" y="1652"/>
                </a:lnTo>
                <a:lnTo>
                  <a:pt x="5841" y="1621"/>
                </a:lnTo>
                <a:lnTo>
                  <a:pt x="5809" y="1594"/>
                </a:lnTo>
                <a:lnTo>
                  <a:pt x="5776" y="1567"/>
                </a:lnTo>
                <a:lnTo>
                  <a:pt x="5741" y="1543"/>
                </a:lnTo>
                <a:lnTo>
                  <a:pt x="5706" y="1520"/>
                </a:lnTo>
                <a:lnTo>
                  <a:pt x="5670" y="1500"/>
                </a:lnTo>
                <a:lnTo>
                  <a:pt x="5632" y="1481"/>
                </a:lnTo>
                <a:lnTo>
                  <a:pt x="5594" y="1464"/>
                </a:lnTo>
                <a:lnTo>
                  <a:pt x="5555" y="1450"/>
                </a:lnTo>
                <a:lnTo>
                  <a:pt x="5514" y="1437"/>
                </a:lnTo>
                <a:lnTo>
                  <a:pt x="5474" y="1426"/>
                </a:lnTo>
                <a:lnTo>
                  <a:pt x="5390" y="1413"/>
                </a:lnTo>
                <a:lnTo>
                  <a:pt x="5347" y="1409"/>
                </a:lnTo>
                <a:lnTo>
                  <a:pt x="5303" y="1408"/>
                </a:lnTo>
                <a:lnTo>
                  <a:pt x="5249" y="1409"/>
                </a:lnTo>
                <a:lnTo>
                  <a:pt x="5197" y="1413"/>
                </a:lnTo>
                <a:lnTo>
                  <a:pt x="5146" y="1418"/>
                </a:lnTo>
                <a:lnTo>
                  <a:pt x="5096" y="1428"/>
                </a:lnTo>
                <a:lnTo>
                  <a:pt x="5048" y="1438"/>
                </a:lnTo>
                <a:lnTo>
                  <a:pt x="5001" y="1451"/>
                </a:lnTo>
                <a:lnTo>
                  <a:pt x="4956" y="1466"/>
                </a:lnTo>
                <a:lnTo>
                  <a:pt x="4912" y="1482"/>
                </a:lnTo>
                <a:lnTo>
                  <a:pt x="4870" y="1502"/>
                </a:lnTo>
                <a:lnTo>
                  <a:pt x="4828" y="1523"/>
                </a:lnTo>
                <a:lnTo>
                  <a:pt x="4751" y="1572"/>
                </a:lnTo>
                <a:lnTo>
                  <a:pt x="4714" y="1598"/>
                </a:lnTo>
                <a:lnTo>
                  <a:pt x="4678" y="1626"/>
                </a:lnTo>
                <a:lnTo>
                  <a:pt x="4644" y="1656"/>
                </a:lnTo>
                <a:lnTo>
                  <a:pt x="4611" y="1689"/>
                </a:lnTo>
                <a:lnTo>
                  <a:pt x="4550" y="1757"/>
                </a:lnTo>
                <a:lnTo>
                  <a:pt x="4493" y="1832"/>
                </a:lnTo>
                <a:lnTo>
                  <a:pt x="4466" y="1871"/>
                </a:lnTo>
                <a:lnTo>
                  <a:pt x="4440" y="1912"/>
                </a:lnTo>
                <a:lnTo>
                  <a:pt x="4393" y="1998"/>
                </a:lnTo>
                <a:lnTo>
                  <a:pt x="4351" y="2087"/>
                </a:lnTo>
                <a:lnTo>
                  <a:pt x="4331" y="2134"/>
                </a:lnTo>
                <a:lnTo>
                  <a:pt x="4312" y="2182"/>
                </a:lnTo>
                <a:lnTo>
                  <a:pt x="4279" y="2280"/>
                </a:lnTo>
                <a:lnTo>
                  <a:pt x="4250" y="2381"/>
                </a:lnTo>
                <a:lnTo>
                  <a:pt x="4279" y="2486"/>
                </a:lnTo>
                <a:lnTo>
                  <a:pt x="4312" y="2588"/>
                </a:lnTo>
                <a:lnTo>
                  <a:pt x="4351" y="2686"/>
                </a:lnTo>
                <a:lnTo>
                  <a:pt x="4371" y="2733"/>
                </a:lnTo>
                <a:lnTo>
                  <a:pt x="4393" y="2780"/>
                </a:lnTo>
                <a:lnTo>
                  <a:pt x="4439" y="2868"/>
                </a:lnTo>
                <a:lnTo>
                  <a:pt x="4464" y="2911"/>
                </a:lnTo>
                <a:lnTo>
                  <a:pt x="4489" y="2952"/>
                </a:lnTo>
                <a:lnTo>
                  <a:pt x="4544" y="3031"/>
                </a:lnTo>
                <a:lnTo>
                  <a:pt x="4574" y="3067"/>
                </a:lnTo>
                <a:lnTo>
                  <a:pt x="4605" y="3101"/>
                </a:lnTo>
                <a:lnTo>
                  <a:pt x="4636" y="3135"/>
                </a:lnTo>
                <a:lnTo>
                  <a:pt x="4669" y="3166"/>
                </a:lnTo>
                <a:lnTo>
                  <a:pt x="4702" y="3197"/>
                </a:lnTo>
                <a:lnTo>
                  <a:pt x="4737" y="3224"/>
                </a:lnTo>
                <a:lnTo>
                  <a:pt x="4773" y="3251"/>
                </a:lnTo>
                <a:lnTo>
                  <a:pt x="4809" y="3274"/>
                </a:lnTo>
                <a:lnTo>
                  <a:pt x="4848" y="3297"/>
                </a:lnTo>
                <a:lnTo>
                  <a:pt x="4887" y="3317"/>
                </a:lnTo>
                <a:lnTo>
                  <a:pt x="4928" y="3335"/>
                </a:lnTo>
                <a:lnTo>
                  <a:pt x="4970" y="3351"/>
                </a:lnTo>
                <a:lnTo>
                  <a:pt x="5013" y="3364"/>
                </a:lnTo>
                <a:lnTo>
                  <a:pt x="5057" y="3375"/>
                </a:lnTo>
                <a:lnTo>
                  <a:pt x="5103" y="3385"/>
                </a:lnTo>
                <a:lnTo>
                  <a:pt x="5149" y="3390"/>
                </a:lnTo>
                <a:lnTo>
                  <a:pt x="5197" y="3394"/>
                </a:lnTo>
                <a:lnTo>
                  <a:pt x="5246" y="3395"/>
                </a:lnTo>
                <a:close/>
                <a:moveTo>
                  <a:pt x="7021" y="1020"/>
                </a:moveTo>
                <a:lnTo>
                  <a:pt x="7467" y="1020"/>
                </a:lnTo>
                <a:lnTo>
                  <a:pt x="7467" y="1710"/>
                </a:lnTo>
                <a:lnTo>
                  <a:pt x="7467" y="2399"/>
                </a:lnTo>
                <a:lnTo>
                  <a:pt x="7467" y="3089"/>
                </a:lnTo>
                <a:lnTo>
                  <a:pt x="7467" y="3778"/>
                </a:lnTo>
                <a:lnTo>
                  <a:pt x="7021" y="3778"/>
                </a:lnTo>
                <a:lnTo>
                  <a:pt x="7021" y="3089"/>
                </a:lnTo>
                <a:lnTo>
                  <a:pt x="7021" y="2399"/>
                </a:lnTo>
                <a:lnTo>
                  <a:pt x="7021" y="1710"/>
                </a:lnTo>
                <a:lnTo>
                  <a:pt x="7021" y="1020"/>
                </a:lnTo>
                <a:close/>
                <a:moveTo>
                  <a:pt x="7239" y="0"/>
                </a:moveTo>
                <a:lnTo>
                  <a:pt x="7272" y="1"/>
                </a:lnTo>
                <a:lnTo>
                  <a:pt x="7303" y="7"/>
                </a:lnTo>
                <a:lnTo>
                  <a:pt x="7334" y="15"/>
                </a:lnTo>
                <a:lnTo>
                  <a:pt x="7365" y="26"/>
                </a:lnTo>
                <a:lnTo>
                  <a:pt x="7379" y="31"/>
                </a:lnTo>
                <a:lnTo>
                  <a:pt x="7393" y="39"/>
                </a:lnTo>
                <a:lnTo>
                  <a:pt x="7419" y="55"/>
                </a:lnTo>
                <a:lnTo>
                  <a:pt x="7445" y="73"/>
                </a:lnTo>
                <a:lnTo>
                  <a:pt x="7468" y="94"/>
                </a:lnTo>
                <a:lnTo>
                  <a:pt x="7489" y="117"/>
                </a:lnTo>
                <a:lnTo>
                  <a:pt x="7509" y="142"/>
                </a:lnTo>
                <a:lnTo>
                  <a:pt x="7525" y="168"/>
                </a:lnTo>
                <a:lnTo>
                  <a:pt x="7539" y="196"/>
                </a:lnTo>
                <a:lnTo>
                  <a:pt x="7551" y="226"/>
                </a:lnTo>
                <a:lnTo>
                  <a:pt x="7559" y="257"/>
                </a:lnTo>
                <a:lnTo>
                  <a:pt x="7564" y="288"/>
                </a:lnTo>
                <a:lnTo>
                  <a:pt x="7566" y="320"/>
                </a:lnTo>
                <a:lnTo>
                  <a:pt x="7564" y="354"/>
                </a:lnTo>
                <a:lnTo>
                  <a:pt x="7559" y="385"/>
                </a:lnTo>
                <a:lnTo>
                  <a:pt x="7551" y="416"/>
                </a:lnTo>
                <a:lnTo>
                  <a:pt x="7539" y="446"/>
                </a:lnTo>
                <a:lnTo>
                  <a:pt x="7525" y="474"/>
                </a:lnTo>
                <a:lnTo>
                  <a:pt x="7509" y="500"/>
                </a:lnTo>
                <a:lnTo>
                  <a:pt x="7489" y="525"/>
                </a:lnTo>
                <a:lnTo>
                  <a:pt x="7468" y="548"/>
                </a:lnTo>
                <a:lnTo>
                  <a:pt x="7445" y="568"/>
                </a:lnTo>
                <a:lnTo>
                  <a:pt x="7419" y="586"/>
                </a:lnTo>
                <a:lnTo>
                  <a:pt x="7393" y="602"/>
                </a:lnTo>
                <a:lnTo>
                  <a:pt x="7365" y="616"/>
                </a:lnTo>
                <a:lnTo>
                  <a:pt x="7350" y="622"/>
                </a:lnTo>
                <a:lnTo>
                  <a:pt x="7334" y="627"/>
                </a:lnTo>
                <a:lnTo>
                  <a:pt x="7303" y="635"/>
                </a:lnTo>
                <a:lnTo>
                  <a:pt x="7272" y="641"/>
                </a:lnTo>
                <a:lnTo>
                  <a:pt x="7239" y="642"/>
                </a:lnTo>
                <a:lnTo>
                  <a:pt x="7206" y="641"/>
                </a:lnTo>
                <a:lnTo>
                  <a:pt x="7175" y="635"/>
                </a:lnTo>
                <a:lnTo>
                  <a:pt x="7144" y="627"/>
                </a:lnTo>
                <a:lnTo>
                  <a:pt x="7114" y="616"/>
                </a:lnTo>
                <a:lnTo>
                  <a:pt x="7088" y="602"/>
                </a:lnTo>
                <a:lnTo>
                  <a:pt x="7061" y="586"/>
                </a:lnTo>
                <a:lnTo>
                  <a:pt x="7037" y="568"/>
                </a:lnTo>
                <a:lnTo>
                  <a:pt x="7014" y="548"/>
                </a:lnTo>
                <a:lnTo>
                  <a:pt x="6993" y="525"/>
                </a:lnTo>
                <a:lnTo>
                  <a:pt x="6976" y="500"/>
                </a:lnTo>
                <a:lnTo>
                  <a:pt x="6960" y="474"/>
                </a:lnTo>
                <a:lnTo>
                  <a:pt x="6947" y="446"/>
                </a:lnTo>
                <a:lnTo>
                  <a:pt x="6936" y="416"/>
                </a:lnTo>
                <a:lnTo>
                  <a:pt x="6928" y="385"/>
                </a:lnTo>
                <a:lnTo>
                  <a:pt x="6924" y="354"/>
                </a:lnTo>
                <a:lnTo>
                  <a:pt x="6922" y="320"/>
                </a:lnTo>
                <a:lnTo>
                  <a:pt x="6924" y="288"/>
                </a:lnTo>
                <a:lnTo>
                  <a:pt x="6928" y="257"/>
                </a:lnTo>
                <a:lnTo>
                  <a:pt x="6936" y="226"/>
                </a:lnTo>
                <a:lnTo>
                  <a:pt x="6947" y="196"/>
                </a:lnTo>
                <a:lnTo>
                  <a:pt x="6960" y="168"/>
                </a:lnTo>
                <a:lnTo>
                  <a:pt x="6976" y="142"/>
                </a:lnTo>
                <a:lnTo>
                  <a:pt x="6993" y="117"/>
                </a:lnTo>
                <a:lnTo>
                  <a:pt x="7014" y="94"/>
                </a:lnTo>
                <a:lnTo>
                  <a:pt x="7037" y="73"/>
                </a:lnTo>
                <a:lnTo>
                  <a:pt x="7061" y="55"/>
                </a:lnTo>
                <a:lnTo>
                  <a:pt x="7088" y="39"/>
                </a:lnTo>
                <a:lnTo>
                  <a:pt x="7114" y="26"/>
                </a:lnTo>
                <a:lnTo>
                  <a:pt x="7144" y="15"/>
                </a:lnTo>
                <a:lnTo>
                  <a:pt x="7175" y="7"/>
                </a:lnTo>
                <a:lnTo>
                  <a:pt x="7206" y="1"/>
                </a:lnTo>
                <a:lnTo>
                  <a:pt x="7239" y="0"/>
                </a:lnTo>
                <a:close/>
                <a:moveTo>
                  <a:pt x="10134" y="2738"/>
                </a:moveTo>
                <a:lnTo>
                  <a:pt x="10575" y="2858"/>
                </a:lnTo>
                <a:lnTo>
                  <a:pt x="10558" y="2918"/>
                </a:lnTo>
                <a:lnTo>
                  <a:pt x="10538" y="2977"/>
                </a:lnTo>
                <a:lnTo>
                  <a:pt x="10516" y="3034"/>
                </a:lnTo>
                <a:lnTo>
                  <a:pt x="10493" y="3089"/>
                </a:lnTo>
                <a:lnTo>
                  <a:pt x="10466" y="3142"/>
                </a:lnTo>
                <a:lnTo>
                  <a:pt x="10438" y="3194"/>
                </a:lnTo>
                <a:lnTo>
                  <a:pt x="10409" y="3243"/>
                </a:lnTo>
                <a:lnTo>
                  <a:pt x="10377" y="3291"/>
                </a:lnTo>
                <a:lnTo>
                  <a:pt x="10344" y="3337"/>
                </a:lnTo>
                <a:lnTo>
                  <a:pt x="10309" y="3381"/>
                </a:lnTo>
                <a:lnTo>
                  <a:pt x="10271" y="3423"/>
                </a:lnTo>
                <a:lnTo>
                  <a:pt x="10233" y="3462"/>
                </a:lnTo>
                <a:lnTo>
                  <a:pt x="10193" y="3501"/>
                </a:lnTo>
                <a:lnTo>
                  <a:pt x="10153" y="3537"/>
                </a:lnTo>
                <a:lnTo>
                  <a:pt x="10110" y="3571"/>
                </a:lnTo>
                <a:lnTo>
                  <a:pt x="10065" y="3603"/>
                </a:lnTo>
                <a:lnTo>
                  <a:pt x="10020" y="3633"/>
                </a:lnTo>
                <a:lnTo>
                  <a:pt x="9974" y="3662"/>
                </a:lnTo>
                <a:lnTo>
                  <a:pt x="9926" y="3687"/>
                </a:lnTo>
                <a:lnTo>
                  <a:pt x="9877" y="3712"/>
                </a:lnTo>
                <a:lnTo>
                  <a:pt x="9827" y="3734"/>
                </a:lnTo>
                <a:lnTo>
                  <a:pt x="9776" y="3754"/>
                </a:lnTo>
                <a:lnTo>
                  <a:pt x="9723" y="3772"/>
                </a:lnTo>
                <a:lnTo>
                  <a:pt x="9671" y="3788"/>
                </a:lnTo>
                <a:lnTo>
                  <a:pt x="9616" y="3802"/>
                </a:lnTo>
                <a:lnTo>
                  <a:pt x="9562" y="3814"/>
                </a:lnTo>
                <a:lnTo>
                  <a:pt x="9507" y="3823"/>
                </a:lnTo>
                <a:lnTo>
                  <a:pt x="9451" y="3831"/>
                </a:lnTo>
                <a:lnTo>
                  <a:pt x="9394" y="3837"/>
                </a:lnTo>
                <a:lnTo>
                  <a:pt x="9337" y="3841"/>
                </a:lnTo>
                <a:lnTo>
                  <a:pt x="9221" y="3841"/>
                </a:lnTo>
                <a:lnTo>
                  <a:pt x="9143" y="3835"/>
                </a:lnTo>
                <a:lnTo>
                  <a:pt x="9067" y="3827"/>
                </a:lnTo>
                <a:lnTo>
                  <a:pt x="8993" y="3814"/>
                </a:lnTo>
                <a:lnTo>
                  <a:pt x="8922" y="3799"/>
                </a:lnTo>
                <a:lnTo>
                  <a:pt x="8852" y="3780"/>
                </a:lnTo>
                <a:lnTo>
                  <a:pt x="8785" y="3758"/>
                </a:lnTo>
                <a:lnTo>
                  <a:pt x="8720" y="3734"/>
                </a:lnTo>
                <a:lnTo>
                  <a:pt x="8659" y="3706"/>
                </a:lnTo>
                <a:lnTo>
                  <a:pt x="8598" y="3675"/>
                </a:lnTo>
                <a:lnTo>
                  <a:pt x="8541" y="3642"/>
                </a:lnTo>
                <a:lnTo>
                  <a:pt x="8485" y="3606"/>
                </a:lnTo>
                <a:lnTo>
                  <a:pt x="8432" y="3568"/>
                </a:lnTo>
                <a:lnTo>
                  <a:pt x="8382" y="3527"/>
                </a:lnTo>
                <a:lnTo>
                  <a:pt x="8334" y="3484"/>
                </a:lnTo>
                <a:lnTo>
                  <a:pt x="8289" y="3439"/>
                </a:lnTo>
                <a:lnTo>
                  <a:pt x="8244" y="3392"/>
                </a:lnTo>
                <a:lnTo>
                  <a:pt x="8204" y="3343"/>
                </a:lnTo>
                <a:lnTo>
                  <a:pt x="8166" y="3292"/>
                </a:lnTo>
                <a:lnTo>
                  <a:pt x="8130" y="3238"/>
                </a:lnTo>
                <a:lnTo>
                  <a:pt x="8097" y="3184"/>
                </a:lnTo>
                <a:lnTo>
                  <a:pt x="8066" y="3128"/>
                </a:lnTo>
                <a:lnTo>
                  <a:pt x="8038" y="3070"/>
                </a:lnTo>
                <a:lnTo>
                  <a:pt x="8013" y="3011"/>
                </a:lnTo>
                <a:lnTo>
                  <a:pt x="7990" y="2952"/>
                </a:lnTo>
                <a:lnTo>
                  <a:pt x="7970" y="2890"/>
                </a:lnTo>
                <a:lnTo>
                  <a:pt x="7952" y="2827"/>
                </a:lnTo>
                <a:lnTo>
                  <a:pt x="7937" y="2765"/>
                </a:lnTo>
                <a:lnTo>
                  <a:pt x="7924" y="2700"/>
                </a:lnTo>
                <a:lnTo>
                  <a:pt x="7915" y="2636"/>
                </a:lnTo>
                <a:lnTo>
                  <a:pt x="7908" y="2570"/>
                </a:lnTo>
                <a:lnTo>
                  <a:pt x="7905" y="2505"/>
                </a:lnTo>
                <a:lnTo>
                  <a:pt x="7903" y="2437"/>
                </a:lnTo>
                <a:lnTo>
                  <a:pt x="7905" y="2371"/>
                </a:lnTo>
                <a:lnTo>
                  <a:pt x="7908" y="2304"/>
                </a:lnTo>
                <a:lnTo>
                  <a:pt x="7915" y="2238"/>
                </a:lnTo>
                <a:lnTo>
                  <a:pt x="7924" y="2172"/>
                </a:lnTo>
                <a:lnTo>
                  <a:pt x="7937" y="2104"/>
                </a:lnTo>
                <a:lnTo>
                  <a:pt x="7952" y="2039"/>
                </a:lnTo>
                <a:lnTo>
                  <a:pt x="7970" y="1973"/>
                </a:lnTo>
                <a:lnTo>
                  <a:pt x="7991" y="1909"/>
                </a:lnTo>
                <a:lnTo>
                  <a:pt x="8013" y="1845"/>
                </a:lnTo>
                <a:lnTo>
                  <a:pt x="8040" y="1783"/>
                </a:lnTo>
                <a:lnTo>
                  <a:pt x="8067" y="1721"/>
                </a:lnTo>
                <a:lnTo>
                  <a:pt x="8099" y="1661"/>
                </a:lnTo>
                <a:lnTo>
                  <a:pt x="8133" y="1603"/>
                </a:lnTo>
                <a:lnTo>
                  <a:pt x="8170" y="1546"/>
                </a:lnTo>
                <a:lnTo>
                  <a:pt x="8208" y="1490"/>
                </a:lnTo>
                <a:lnTo>
                  <a:pt x="8250" y="1437"/>
                </a:lnTo>
                <a:lnTo>
                  <a:pt x="8296" y="1386"/>
                </a:lnTo>
                <a:lnTo>
                  <a:pt x="8342" y="1337"/>
                </a:lnTo>
                <a:lnTo>
                  <a:pt x="8392" y="1291"/>
                </a:lnTo>
                <a:lnTo>
                  <a:pt x="8446" y="1247"/>
                </a:lnTo>
                <a:lnTo>
                  <a:pt x="8500" y="1205"/>
                </a:lnTo>
                <a:lnTo>
                  <a:pt x="8559" y="1166"/>
                </a:lnTo>
                <a:lnTo>
                  <a:pt x="8619" y="1131"/>
                </a:lnTo>
                <a:lnTo>
                  <a:pt x="8682" y="1098"/>
                </a:lnTo>
                <a:lnTo>
                  <a:pt x="8748" y="1069"/>
                </a:lnTo>
                <a:lnTo>
                  <a:pt x="8817" y="1042"/>
                </a:lnTo>
                <a:lnTo>
                  <a:pt x="8888" y="1020"/>
                </a:lnTo>
                <a:lnTo>
                  <a:pt x="8962" y="1002"/>
                </a:lnTo>
                <a:lnTo>
                  <a:pt x="9038" y="988"/>
                </a:lnTo>
                <a:lnTo>
                  <a:pt x="9078" y="982"/>
                </a:lnTo>
                <a:lnTo>
                  <a:pt x="9117" y="976"/>
                </a:lnTo>
                <a:lnTo>
                  <a:pt x="9199" y="970"/>
                </a:lnTo>
                <a:lnTo>
                  <a:pt x="9283" y="968"/>
                </a:lnTo>
                <a:lnTo>
                  <a:pt x="9384" y="971"/>
                </a:lnTo>
                <a:lnTo>
                  <a:pt x="9482" y="982"/>
                </a:lnTo>
                <a:lnTo>
                  <a:pt x="9530" y="990"/>
                </a:lnTo>
                <a:lnTo>
                  <a:pt x="9579" y="1001"/>
                </a:lnTo>
                <a:lnTo>
                  <a:pt x="9672" y="1025"/>
                </a:lnTo>
                <a:lnTo>
                  <a:pt x="9719" y="1040"/>
                </a:lnTo>
                <a:lnTo>
                  <a:pt x="9764" y="1056"/>
                </a:lnTo>
                <a:lnTo>
                  <a:pt x="9853" y="1093"/>
                </a:lnTo>
                <a:lnTo>
                  <a:pt x="9896" y="1114"/>
                </a:lnTo>
                <a:lnTo>
                  <a:pt x="9937" y="1137"/>
                </a:lnTo>
                <a:lnTo>
                  <a:pt x="9979" y="1161"/>
                </a:lnTo>
                <a:lnTo>
                  <a:pt x="10020" y="1186"/>
                </a:lnTo>
                <a:lnTo>
                  <a:pt x="10058" y="1214"/>
                </a:lnTo>
                <a:lnTo>
                  <a:pt x="10098" y="1242"/>
                </a:lnTo>
                <a:lnTo>
                  <a:pt x="10171" y="1302"/>
                </a:lnTo>
                <a:lnTo>
                  <a:pt x="10207" y="1335"/>
                </a:lnTo>
                <a:lnTo>
                  <a:pt x="10241" y="1368"/>
                </a:lnTo>
                <a:lnTo>
                  <a:pt x="10307" y="1439"/>
                </a:lnTo>
                <a:lnTo>
                  <a:pt x="10368" y="1516"/>
                </a:lnTo>
                <a:lnTo>
                  <a:pt x="10396" y="1555"/>
                </a:lnTo>
                <a:lnTo>
                  <a:pt x="10424" y="1596"/>
                </a:lnTo>
                <a:lnTo>
                  <a:pt x="10449" y="1638"/>
                </a:lnTo>
                <a:lnTo>
                  <a:pt x="10474" y="1681"/>
                </a:lnTo>
                <a:lnTo>
                  <a:pt x="10497" y="1725"/>
                </a:lnTo>
                <a:lnTo>
                  <a:pt x="10518" y="1770"/>
                </a:lnTo>
                <a:lnTo>
                  <a:pt x="10109" y="1957"/>
                </a:lnTo>
                <a:lnTo>
                  <a:pt x="10079" y="1895"/>
                </a:lnTo>
                <a:lnTo>
                  <a:pt x="10046" y="1836"/>
                </a:lnTo>
                <a:lnTo>
                  <a:pt x="10010" y="1780"/>
                </a:lnTo>
                <a:lnTo>
                  <a:pt x="9990" y="1754"/>
                </a:lnTo>
                <a:lnTo>
                  <a:pt x="9969" y="1728"/>
                </a:lnTo>
                <a:lnTo>
                  <a:pt x="9948" y="1703"/>
                </a:lnTo>
                <a:lnTo>
                  <a:pt x="9926" y="1680"/>
                </a:lnTo>
                <a:lnTo>
                  <a:pt x="9903" y="1656"/>
                </a:lnTo>
                <a:lnTo>
                  <a:pt x="9879" y="1633"/>
                </a:lnTo>
                <a:lnTo>
                  <a:pt x="9855" y="1612"/>
                </a:lnTo>
                <a:lnTo>
                  <a:pt x="9829" y="1591"/>
                </a:lnTo>
                <a:lnTo>
                  <a:pt x="9777" y="1553"/>
                </a:lnTo>
                <a:lnTo>
                  <a:pt x="9722" y="1519"/>
                </a:lnTo>
                <a:lnTo>
                  <a:pt x="9664" y="1489"/>
                </a:lnTo>
                <a:lnTo>
                  <a:pt x="9605" y="1464"/>
                </a:lnTo>
                <a:lnTo>
                  <a:pt x="9574" y="1452"/>
                </a:lnTo>
                <a:lnTo>
                  <a:pt x="9543" y="1442"/>
                </a:lnTo>
                <a:lnTo>
                  <a:pt x="9479" y="1425"/>
                </a:lnTo>
                <a:lnTo>
                  <a:pt x="9414" y="1413"/>
                </a:lnTo>
                <a:lnTo>
                  <a:pt x="9380" y="1408"/>
                </a:lnTo>
                <a:lnTo>
                  <a:pt x="9346" y="1406"/>
                </a:lnTo>
                <a:lnTo>
                  <a:pt x="9278" y="1403"/>
                </a:lnTo>
                <a:lnTo>
                  <a:pt x="9224" y="1404"/>
                </a:lnTo>
                <a:lnTo>
                  <a:pt x="9171" y="1408"/>
                </a:lnTo>
                <a:lnTo>
                  <a:pt x="9119" y="1415"/>
                </a:lnTo>
                <a:lnTo>
                  <a:pt x="9071" y="1424"/>
                </a:lnTo>
                <a:lnTo>
                  <a:pt x="9022" y="1436"/>
                </a:lnTo>
                <a:lnTo>
                  <a:pt x="8975" y="1451"/>
                </a:lnTo>
                <a:lnTo>
                  <a:pt x="8930" y="1467"/>
                </a:lnTo>
                <a:lnTo>
                  <a:pt x="8887" y="1486"/>
                </a:lnTo>
                <a:lnTo>
                  <a:pt x="8845" y="1507"/>
                </a:lnTo>
                <a:lnTo>
                  <a:pt x="8804" y="1530"/>
                </a:lnTo>
                <a:lnTo>
                  <a:pt x="8766" y="1555"/>
                </a:lnTo>
                <a:lnTo>
                  <a:pt x="8747" y="1569"/>
                </a:lnTo>
                <a:lnTo>
                  <a:pt x="8728" y="1583"/>
                </a:lnTo>
                <a:lnTo>
                  <a:pt x="8692" y="1612"/>
                </a:lnTo>
                <a:lnTo>
                  <a:pt x="8659" y="1644"/>
                </a:lnTo>
                <a:lnTo>
                  <a:pt x="8627" y="1676"/>
                </a:lnTo>
                <a:lnTo>
                  <a:pt x="8597" y="1711"/>
                </a:lnTo>
                <a:lnTo>
                  <a:pt x="8568" y="1747"/>
                </a:lnTo>
                <a:lnTo>
                  <a:pt x="8554" y="1765"/>
                </a:lnTo>
                <a:lnTo>
                  <a:pt x="8541" y="1785"/>
                </a:lnTo>
                <a:lnTo>
                  <a:pt x="8515" y="1823"/>
                </a:lnTo>
                <a:lnTo>
                  <a:pt x="8492" y="1865"/>
                </a:lnTo>
                <a:lnTo>
                  <a:pt x="8470" y="1907"/>
                </a:lnTo>
                <a:lnTo>
                  <a:pt x="8450" y="1950"/>
                </a:lnTo>
                <a:lnTo>
                  <a:pt x="8433" y="1994"/>
                </a:lnTo>
                <a:lnTo>
                  <a:pt x="8417" y="2040"/>
                </a:lnTo>
                <a:lnTo>
                  <a:pt x="8401" y="2087"/>
                </a:lnTo>
                <a:lnTo>
                  <a:pt x="8390" y="2134"/>
                </a:lnTo>
                <a:lnTo>
                  <a:pt x="8379" y="2183"/>
                </a:lnTo>
                <a:lnTo>
                  <a:pt x="8370" y="2233"/>
                </a:lnTo>
                <a:lnTo>
                  <a:pt x="8363" y="2283"/>
                </a:lnTo>
                <a:lnTo>
                  <a:pt x="8358" y="2334"/>
                </a:lnTo>
                <a:lnTo>
                  <a:pt x="8355" y="2385"/>
                </a:lnTo>
                <a:lnTo>
                  <a:pt x="8355" y="2437"/>
                </a:lnTo>
                <a:lnTo>
                  <a:pt x="8358" y="2534"/>
                </a:lnTo>
                <a:lnTo>
                  <a:pt x="8363" y="2580"/>
                </a:lnTo>
                <a:lnTo>
                  <a:pt x="8369" y="2627"/>
                </a:lnTo>
                <a:lnTo>
                  <a:pt x="8377" y="2673"/>
                </a:lnTo>
                <a:lnTo>
                  <a:pt x="8382" y="2695"/>
                </a:lnTo>
                <a:lnTo>
                  <a:pt x="8387" y="2717"/>
                </a:lnTo>
                <a:lnTo>
                  <a:pt x="8399" y="2761"/>
                </a:lnTo>
                <a:lnTo>
                  <a:pt x="8413" y="2804"/>
                </a:lnTo>
                <a:lnTo>
                  <a:pt x="8428" y="2846"/>
                </a:lnTo>
                <a:lnTo>
                  <a:pt x="8445" y="2887"/>
                </a:lnTo>
                <a:lnTo>
                  <a:pt x="8463" y="2926"/>
                </a:lnTo>
                <a:lnTo>
                  <a:pt x="8484" y="2964"/>
                </a:lnTo>
                <a:lnTo>
                  <a:pt x="8506" y="3002"/>
                </a:lnTo>
                <a:lnTo>
                  <a:pt x="8531" y="3039"/>
                </a:lnTo>
                <a:lnTo>
                  <a:pt x="8555" y="3072"/>
                </a:lnTo>
                <a:lnTo>
                  <a:pt x="8583" y="3106"/>
                </a:lnTo>
                <a:lnTo>
                  <a:pt x="8597" y="3122"/>
                </a:lnTo>
                <a:lnTo>
                  <a:pt x="8612" y="3138"/>
                </a:lnTo>
                <a:lnTo>
                  <a:pt x="8642" y="3169"/>
                </a:lnTo>
                <a:lnTo>
                  <a:pt x="8674" y="3198"/>
                </a:lnTo>
                <a:lnTo>
                  <a:pt x="8707" y="3224"/>
                </a:lnTo>
                <a:lnTo>
                  <a:pt x="8780" y="3274"/>
                </a:lnTo>
                <a:lnTo>
                  <a:pt x="8818" y="3296"/>
                </a:lnTo>
                <a:lnTo>
                  <a:pt x="8858" y="3316"/>
                </a:lnTo>
                <a:lnTo>
                  <a:pt x="8899" y="3335"/>
                </a:lnTo>
                <a:lnTo>
                  <a:pt x="8943" y="3351"/>
                </a:lnTo>
                <a:lnTo>
                  <a:pt x="8987" y="3366"/>
                </a:lnTo>
                <a:lnTo>
                  <a:pt x="9033" y="3378"/>
                </a:lnTo>
                <a:lnTo>
                  <a:pt x="9080" y="3388"/>
                </a:lnTo>
                <a:lnTo>
                  <a:pt x="9129" y="3396"/>
                </a:lnTo>
                <a:lnTo>
                  <a:pt x="9180" y="3402"/>
                </a:lnTo>
                <a:lnTo>
                  <a:pt x="9231" y="3405"/>
                </a:lnTo>
                <a:lnTo>
                  <a:pt x="9313" y="3405"/>
                </a:lnTo>
                <a:lnTo>
                  <a:pt x="9391" y="3400"/>
                </a:lnTo>
                <a:lnTo>
                  <a:pt x="9467" y="3388"/>
                </a:lnTo>
                <a:lnTo>
                  <a:pt x="9505" y="3380"/>
                </a:lnTo>
                <a:lnTo>
                  <a:pt x="9541" y="3369"/>
                </a:lnTo>
                <a:lnTo>
                  <a:pt x="9612" y="3346"/>
                </a:lnTo>
                <a:lnTo>
                  <a:pt x="9680" y="3317"/>
                </a:lnTo>
                <a:lnTo>
                  <a:pt x="9713" y="3301"/>
                </a:lnTo>
                <a:lnTo>
                  <a:pt x="9744" y="3282"/>
                </a:lnTo>
                <a:lnTo>
                  <a:pt x="9806" y="3243"/>
                </a:lnTo>
                <a:lnTo>
                  <a:pt x="9835" y="3221"/>
                </a:lnTo>
                <a:lnTo>
                  <a:pt x="9863" y="3198"/>
                </a:lnTo>
                <a:lnTo>
                  <a:pt x="9890" y="3173"/>
                </a:lnTo>
                <a:lnTo>
                  <a:pt x="9915" y="3147"/>
                </a:lnTo>
                <a:lnTo>
                  <a:pt x="9941" y="3120"/>
                </a:lnTo>
                <a:lnTo>
                  <a:pt x="9964" y="3091"/>
                </a:lnTo>
                <a:lnTo>
                  <a:pt x="10008" y="3031"/>
                </a:lnTo>
                <a:lnTo>
                  <a:pt x="10048" y="2964"/>
                </a:lnTo>
                <a:lnTo>
                  <a:pt x="10065" y="2930"/>
                </a:lnTo>
                <a:lnTo>
                  <a:pt x="10082" y="2894"/>
                </a:lnTo>
                <a:lnTo>
                  <a:pt x="10111" y="2818"/>
                </a:lnTo>
                <a:lnTo>
                  <a:pt x="10134" y="2738"/>
                </a:lnTo>
                <a:close/>
                <a:moveTo>
                  <a:pt x="13647" y="1020"/>
                </a:moveTo>
                <a:lnTo>
                  <a:pt x="13645" y="1220"/>
                </a:lnTo>
                <a:lnTo>
                  <a:pt x="13639" y="1413"/>
                </a:lnTo>
                <a:lnTo>
                  <a:pt x="13634" y="1507"/>
                </a:lnTo>
                <a:lnTo>
                  <a:pt x="13630" y="1598"/>
                </a:lnTo>
                <a:lnTo>
                  <a:pt x="13615" y="1776"/>
                </a:lnTo>
                <a:lnTo>
                  <a:pt x="13596" y="1945"/>
                </a:lnTo>
                <a:lnTo>
                  <a:pt x="13573" y="2107"/>
                </a:lnTo>
                <a:lnTo>
                  <a:pt x="13560" y="2186"/>
                </a:lnTo>
                <a:lnTo>
                  <a:pt x="13545" y="2261"/>
                </a:lnTo>
                <a:lnTo>
                  <a:pt x="13512" y="2407"/>
                </a:lnTo>
                <a:lnTo>
                  <a:pt x="13551" y="2585"/>
                </a:lnTo>
                <a:lnTo>
                  <a:pt x="13567" y="2674"/>
                </a:lnTo>
                <a:lnTo>
                  <a:pt x="13582" y="2765"/>
                </a:lnTo>
                <a:lnTo>
                  <a:pt x="13595" y="2854"/>
                </a:lnTo>
                <a:lnTo>
                  <a:pt x="13605" y="2945"/>
                </a:lnTo>
                <a:lnTo>
                  <a:pt x="13623" y="3122"/>
                </a:lnTo>
                <a:lnTo>
                  <a:pt x="13630" y="3209"/>
                </a:lnTo>
                <a:lnTo>
                  <a:pt x="13634" y="3296"/>
                </a:lnTo>
                <a:lnTo>
                  <a:pt x="13642" y="3465"/>
                </a:lnTo>
                <a:lnTo>
                  <a:pt x="13646" y="3626"/>
                </a:lnTo>
                <a:lnTo>
                  <a:pt x="13647" y="3778"/>
                </a:lnTo>
                <a:lnTo>
                  <a:pt x="13196" y="3778"/>
                </a:lnTo>
                <a:lnTo>
                  <a:pt x="13196" y="3147"/>
                </a:lnTo>
                <a:lnTo>
                  <a:pt x="13135" y="3234"/>
                </a:lnTo>
                <a:lnTo>
                  <a:pt x="13105" y="3274"/>
                </a:lnTo>
                <a:lnTo>
                  <a:pt x="13073" y="3314"/>
                </a:lnTo>
                <a:lnTo>
                  <a:pt x="13011" y="3387"/>
                </a:lnTo>
                <a:lnTo>
                  <a:pt x="12945" y="3455"/>
                </a:lnTo>
                <a:lnTo>
                  <a:pt x="12879" y="3518"/>
                </a:lnTo>
                <a:lnTo>
                  <a:pt x="12810" y="3574"/>
                </a:lnTo>
                <a:lnTo>
                  <a:pt x="12742" y="3625"/>
                </a:lnTo>
                <a:lnTo>
                  <a:pt x="12706" y="3648"/>
                </a:lnTo>
                <a:lnTo>
                  <a:pt x="12671" y="3670"/>
                </a:lnTo>
                <a:lnTo>
                  <a:pt x="12599" y="3710"/>
                </a:lnTo>
                <a:lnTo>
                  <a:pt x="12561" y="3727"/>
                </a:lnTo>
                <a:lnTo>
                  <a:pt x="12525" y="3743"/>
                </a:lnTo>
                <a:lnTo>
                  <a:pt x="12450" y="3772"/>
                </a:lnTo>
                <a:lnTo>
                  <a:pt x="12374" y="3794"/>
                </a:lnTo>
                <a:lnTo>
                  <a:pt x="12297" y="3813"/>
                </a:lnTo>
                <a:lnTo>
                  <a:pt x="12219" y="3826"/>
                </a:lnTo>
                <a:lnTo>
                  <a:pt x="12140" y="3833"/>
                </a:lnTo>
                <a:lnTo>
                  <a:pt x="12060" y="3835"/>
                </a:lnTo>
                <a:lnTo>
                  <a:pt x="11987" y="3834"/>
                </a:lnTo>
                <a:lnTo>
                  <a:pt x="11916" y="3828"/>
                </a:lnTo>
                <a:lnTo>
                  <a:pt x="11846" y="3819"/>
                </a:lnTo>
                <a:lnTo>
                  <a:pt x="11778" y="3807"/>
                </a:lnTo>
                <a:lnTo>
                  <a:pt x="11712" y="3791"/>
                </a:lnTo>
                <a:lnTo>
                  <a:pt x="11647" y="3771"/>
                </a:lnTo>
                <a:lnTo>
                  <a:pt x="11585" y="3749"/>
                </a:lnTo>
                <a:lnTo>
                  <a:pt x="11523" y="3723"/>
                </a:lnTo>
                <a:lnTo>
                  <a:pt x="11465" y="3694"/>
                </a:lnTo>
                <a:lnTo>
                  <a:pt x="11408" y="3663"/>
                </a:lnTo>
                <a:lnTo>
                  <a:pt x="11380" y="3647"/>
                </a:lnTo>
                <a:lnTo>
                  <a:pt x="11352" y="3629"/>
                </a:lnTo>
                <a:lnTo>
                  <a:pt x="11300" y="3592"/>
                </a:lnTo>
                <a:lnTo>
                  <a:pt x="11249" y="3552"/>
                </a:lnTo>
                <a:lnTo>
                  <a:pt x="11200" y="3510"/>
                </a:lnTo>
                <a:lnTo>
                  <a:pt x="11153" y="3465"/>
                </a:lnTo>
                <a:lnTo>
                  <a:pt x="11109" y="3417"/>
                </a:lnTo>
                <a:lnTo>
                  <a:pt x="11067" y="3368"/>
                </a:lnTo>
                <a:lnTo>
                  <a:pt x="11028" y="3316"/>
                </a:lnTo>
                <a:lnTo>
                  <a:pt x="10991" y="3262"/>
                </a:lnTo>
                <a:lnTo>
                  <a:pt x="10956" y="3206"/>
                </a:lnTo>
                <a:lnTo>
                  <a:pt x="10923" y="3148"/>
                </a:lnTo>
                <a:lnTo>
                  <a:pt x="10893" y="3087"/>
                </a:lnTo>
                <a:lnTo>
                  <a:pt x="10866" y="3026"/>
                </a:lnTo>
                <a:lnTo>
                  <a:pt x="10842" y="2962"/>
                </a:lnTo>
                <a:lnTo>
                  <a:pt x="10819" y="2897"/>
                </a:lnTo>
                <a:lnTo>
                  <a:pt x="10801" y="2830"/>
                </a:lnTo>
                <a:lnTo>
                  <a:pt x="10785" y="2761"/>
                </a:lnTo>
                <a:lnTo>
                  <a:pt x="10771" y="2692"/>
                </a:lnTo>
                <a:lnTo>
                  <a:pt x="10760" y="2621"/>
                </a:lnTo>
                <a:lnTo>
                  <a:pt x="10753" y="2549"/>
                </a:lnTo>
                <a:lnTo>
                  <a:pt x="10749" y="2476"/>
                </a:lnTo>
                <a:lnTo>
                  <a:pt x="10746" y="2401"/>
                </a:lnTo>
                <a:lnTo>
                  <a:pt x="10749" y="2336"/>
                </a:lnTo>
                <a:lnTo>
                  <a:pt x="10752" y="2270"/>
                </a:lnTo>
                <a:lnTo>
                  <a:pt x="10759" y="2204"/>
                </a:lnTo>
                <a:lnTo>
                  <a:pt x="10768" y="2139"/>
                </a:lnTo>
                <a:lnTo>
                  <a:pt x="10781" y="2074"/>
                </a:lnTo>
                <a:lnTo>
                  <a:pt x="10796" y="2009"/>
                </a:lnTo>
                <a:lnTo>
                  <a:pt x="10814" y="1945"/>
                </a:lnTo>
                <a:lnTo>
                  <a:pt x="10833" y="1881"/>
                </a:lnTo>
                <a:lnTo>
                  <a:pt x="10857" y="1820"/>
                </a:lnTo>
                <a:lnTo>
                  <a:pt x="10882" y="1758"/>
                </a:lnTo>
                <a:lnTo>
                  <a:pt x="10910" y="1698"/>
                </a:lnTo>
                <a:lnTo>
                  <a:pt x="10942" y="1639"/>
                </a:lnTo>
                <a:lnTo>
                  <a:pt x="10974" y="1582"/>
                </a:lnTo>
                <a:lnTo>
                  <a:pt x="11010" y="1526"/>
                </a:lnTo>
                <a:lnTo>
                  <a:pt x="11049" y="1472"/>
                </a:lnTo>
                <a:lnTo>
                  <a:pt x="11089" y="1421"/>
                </a:lnTo>
                <a:lnTo>
                  <a:pt x="11134" y="1370"/>
                </a:lnTo>
                <a:lnTo>
                  <a:pt x="11179" y="1322"/>
                </a:lnTo>
                <a:lnTo>
                  <a:pt x="11228" y="1277"/>
                </a:lnTo>
                <a:lnTo>
                  <a:pt x="11278" y="1234"/>
                </a:lnTo>
                <a:lnTo>
                  <a:pt x="11331" y="1193"/>
                </a:lnTo>
                <a:lnTo>
                  <a:pt x="11387" y="1156"/>
                </a:lnTo>
                <a:lnTo>
                  <a:pt x="11446" y="1121"/>
                </a:lnTo>
                <a:lnTo>
                  <a:pt x="11476" y="1105"/>
                </a:lnTo>
                <a:lnTo>
                  <a:pt x="11506" y="1089"/>
                </a:lnTo>
                <a:lnTo>
                  <a:pt x="11569" y="1061"/>
                </a:lnTo>
                <a:lnTo>
                  <a:pt x="11634" y="1035"/>
                </a:lnTo>
                <a:lnTo>
                  <a:pt x="11703" y="1014"/>
                </a:lnTo>
                <a:lnTo>
                  <a:pt x="11773" y="996"/>
                </a:lnTo>
                <a:lnTo>
                  <a:pt x="11807" y="988"/>
                </a:lnTo>
                <a:lnTo>
                  <a:pt x="11845" y="982"/>
                </a:lnTo>
                <a:lnTo>
                  <a:pt x="11882" y="976"/>
                </a:lnTo>
                <a:lnTo>
                  <a:pt x="11919" y="971"/>
                </a:lnTo>
                <a:lnTo>
                  <a:pt x="11996" y="965"/>
                </a:lnTo>
                <a:lnTo>
                  <a:pt x="12075" y="962"/>
                </a:lnTo>
                <a:lnTo>
                  <a:pt x="12172" y="966"/>
                </a:lnTo>
                <a:lnTo>
                  <a:pt x="12218" y="970"/>
                </a:lnTo>
                <a:lnTo>
                  <a:pt x="12264" y="976"/>
                </a:lnTo>
                <a:lnTo>
                  <a:pt x="12351" y="992"/>
                </a:lnTo>
                <a:lnTo>
                  <a:pt x="12436" y="1016"/>
                </a:lnTo>
                <a:lnTo>
                  <a:pt x="12477" y="1028"/>
                </a:lnTo>
                <a:lnTo>
                  <a:pt x="12516" y="1043"/>
                </a:lnTo>
                <a:lnTo>
                  <a:pt x="12593" y="1077"/>
                </a:lnTo>
                <a:lnTo>
                  <a:pt x="12666" y="1117"/>
                </a:lnTo>
                <a:lnTo>
                  <a:pt x="12737" y="1161"/>
                </a:lnTo>
                <a:lnTo>
                  <a:pt x="12771" y="1185"/>
                </a:lnTo>
                <a:lnTo>
                  <a:pt x="12803" y="1209"/>
                </a:lnTo>
                <a:lnTo>
                  <a:pt x="12867" y="1263"/>
                </a:lnTo>
                <a:lnTo>
                  <a:pt x="12929" y="1321"/>
                </a:lnTo>
                <a:lnTo>
                  <a:pt x="12987" y="1382"/>
                </a:lnTo>
                <a:lnTo>
                  <a:pt x="13043" y="1447"/>
                </a:lnTo>
                <a:lnTo>
                  <a:pt x="13097" y="1516"/>
                </a:lnTo>
                <a:lnTo>
                  <a:pt x="13147" y="1587"/>
                </a:lnTo>
                <a:lnTo>
                  <a:pt x="13196" y="1661"/>
                </a:lnTo>
                <a:lnTo>
                  <a:pt x="13196" y="1020"/>
                </a:lnTo>
                <a:lnTo>
                  <a:pt x="13647" y="1020"/>
                </a:lnTo>
                <a:close/>
                <a:moveTo>
                  <a:pt x="12060" y="3395"/>
                </a:moveTo>
                <a:lnTo>
                  <a:pt x="12123" y="3393"/>
                </a:lnTo>
                <a:lnTo>
                  <a:pt x="12188" y="3385"/>
                </a:lnTo>
                <a:lnTo>
                  <a:pt x="12255" y="3371"/>
                </a:lnTo>
                <a:lnTo>
                  <a:pt x="12325" y="3350"/>
                </a:lnTo>
                <a:lnTo>
                  <a:pt x="12395" y="3322"/>
                </a:lnTo>
                <a:lnTo>
                  <a:pt x="12467" y="3287"/>
                </a:lnTo>
                <a:lnTo>
                  <a:pt x="12538" y="3244"/>
                </a:lnTo>
                <a:lnTo>
                  <a:pt x="12608" y="3192"/>
                </a:lnTo>
                <a:lnTo>
                  <a:pt x="12643" y="3162"/>
                </a:lnTo>
                <a:lnTo>
                  <a:pt x="12678" y="3130"/>
                </a:lnTo>
                <a:lnTo>
                  <a:pt x="12712" y="3097"/>
                </a:lnTo>
                <a:lnTo>
                  <a:pt x="12745" y="3060"/>
                </a:lnTo>
                <a:lnTo>
                  <a:pt x="12779" y="3020"/>
                </a:lnTo>
                <a:lnTo>
                  <a:pt x="12810" y="2978"/>
                </a:lnTo>
                <a:lnTo>
                  <a:pt x="12873" y="2887"/>
                </a:lnTo>
                <a:lnTo>
                  <a:pt x="12904" y="2837"/>
                </a:lnTo>
                <a:lnTo>
                  <a:pt x="12934" y="2783"/>
                </a:lnTo>
                <a:lnTo>
                  <a:pt x="12962" y="2728"/>
                </a:lnTo>
                <a:lnTo>
                  <a:pt x="12990" y="2668"/>
                </a:lnTo>
                <a:lnTo>
                  <a:pt x="13015" y="2607"/>
                </a:lnTo>
                <a:lnTo>
                  <a:pt x="13041" y="2542"/>
                </a:lnTo>
                <a:lnTo>
                  <a:pt x="13064" y="2473"/>
                </a:lnTo>
                <a:lnTo>
                  <a:pt x="13087" y="2401"/>
                </a:lnTo>
                <a:lnTo>
                  <a:pt x="13050" y="2288"/>
                </a:lnTo>
                <a:lnTo>
                  <a:pt x="13011" y="2181"/>
                </a:lnTo>
                <a:lnTo>
                  <a:pt x="12965" y="2079"/>
                </a:lnTo>
                <a:lnTo>
                  <a:pt x="12942" y="2031"/>
                </a:lnTo>
                <a:lnTo>
                  <a:pt x="12918" y="1985"/>
                </a:lnTo>
                <a:lnTo>
                  <a:pt x="12891" y="1939"/>
                </a:lnTo>
                <a:lnTo>
                  <a:pt x="12864" y="1895"/>
                </a:lnTo>
                <a:lnTo>
                  <a:pt x="12808" y="1814"/>
                </a:lnTo>
                <a:lnTo>
                  <a:pt x="12779" y="1776"/>
                </a:lnTo>
                <a:lnTo>
                  <a:pt x="12748" y="1740"/>
                </a:lnTo>
                <a:lnTo>
                  <a:pt x="12717" y="1705"/>
                </a:lnTo>
                <a:lnTo>
                  <a:pt x="12685" y="1671"/>
                </a:lnTo>
                <a:lnTo>
                  <a:pt x="12617" y="1611"/>
                </a:lnTo>
                <a:lnTo>
                  <a:pt x="12547" y="1559"/>
                </a:lnTo>
                <a:lnTo>
                  <a:pt x="12474" y="1514"/>
                </a:lnTo>
                <a:lnTo>
                  <a:pt x="12437" y="1494"/>
                </a:lnTo>
                <a:lnTo>
                  <a:pt x="12399" y="1475"/>
                </a:lnTo>
                <a:lnTo>
                  <a:pt x="12359" y="1460"/>
                </a:lnTo>
                <a:lnTo>
                  <a:pt x="12318" y="1446"/>
                </a:lnTo>
                <a:lnTo>
                  <a:pt x="12278" y="1435"/>
                </a:lnTo>
                <a:lnTo>
                  <a:pt x="12237" y="1425"/>
                </a:lnTo>
                <a:lnTo>
                  <a:pt x="12195" y="1417"/>
                </a:lnTo>
                <a:lnTo>
                  <a:pt x="12152" y="1413"/>
                </a:lnTo>
                <a:lnTo>
                  <a:pt x="12109" y="1409"/>
                </a:lnTo>
                <a:lnTo>
                  <a:pt x="12065" y="1408"/>
                </a:lnTo>
                <a:lnTo>
                  <a:pt x="12017" y="1409"/>
                </a:lnTo>
                <a:lnTo>
                  <a:pt x="11969" y="1413"/>
                </a:lnTo>
                <a:lnTo>
                  <a:pt x="11923" y="1420"/>
                </a:lnTo>
                <a:lnTo>
                  <a:pt x="11878" y="1428"/>
                </a:lnTo>
                <a:lnTo>
                  <a:pt x="11834" y="1439"/>
                </a:lnTo>
                <a:lnTo>
                  <a:pt x="11791" y="1452"/>
                </a:lnTo>
                <a:lnTo>
                  <a:pt x="11749" y="1467"/>
                </a:lnTo>
                <a:lnTo>
                  <a:pt x="11709" y="1486"/>
                </a:lnTo>
                <a:lnTo>
                  <a:pt x="11669" y="1505"/>
                </a:lnTo>
                <a:lnTo>
                  <a:pt x="11632" y="1527"/>
                </a:lnTo>
                <a:lnTo>
                  <a:pt x="11594" y="1552"/>
                </a:lnTo>
                <a:lnTo>
                  <a:pt x="11560" y="1577"/>
                </a:lnTo>
                <a:lnTo>
                  <a:pt x="11525" y="1605"/>
                </a:lnTo>
                <a:lnTo>
                  <a:pt x="11492" y="1635"/>
                </a:lnTo>
                <a:lnTo>
                  <a:pt x="11462" y="1667"/>
                </a:lnTo>
                <a:lnTo>
                  <a:pt x="11432" y="1700"/>
                </a:lnTo>
                <a:lnTo>
                  <a:pt x="11404" y="1736"/>
                </a:lnTo>
                <a:lnTo>
                  <a:pt x="11377" y="1774"/>
                </a:lnTo>
                <a:lnTo>
                  <a:pt x="11351" y="1813"/>
                </a:lnTo>
                <a:lnTo>
                  <a:pt x="11328" y="1852"/>
                </a:lnTo>
                <a:lnTo>
                  <a:pt x="11307" y="1895"/>
                </a:lnTo>
                <a:lnTo>
                  <a:pt x="11286" y="1938"/>
                </a:lnTo>
                <a:lnTo>
                  <a:pt x="11269" y="1984"/>
                </a:lnTo>
                <a:lnTo>
                  <a:pt x="11251" y="2030"/>
                </a:lnTo>
                <a:lnTo>
                  <a:pt x="11237" y="2078"/>
                </a:lnTo>
                <a:lnTo>
                  <a:pt x="11224" y="2128"/>
                </a:lnTo>
                <a:lnTo>
                  <a:pt x="11213" y="2177"/>
                </a:lnTo>
                <a:lnTo>
                  <a:pt x="11205" y="2230"/>
                </a:lnTo>
                <a:lnTo>
                  <a:pt x="11197" y="2283"/>
                </a:lnTo>
                <a:lnTo>
                  <a:pt x="11192" y="2336"/>
                </a:lnTo>
                <a:lnTo>
                  <a:pt x="11188" y="2392"/>
                </a:lnTo>
                <a:lnTo>
                  <a:pt x="11187" y="2448"/>
                </a:lnTo>
                <a:lnTo>
                  <a:pt x="11192" y="2545"/>
                </a:lnTo>
                <a:lnTo>
                  <a:pt x="11197" y="2594"/>
                </a:lnTo>
                <a:lnTo>
                  <a:pt x="11203" y="2641"/>
                </a:lnTo>
                <a:lnTo>
                  <a:pt x="11213" y="2687"/>
                </a:lnTo>
                <a:lnTo>
                  <a:pt x="11223" y="2732"/>
                </a:lnTo>
                <a:lnTo>
                  <a:pt x="11236" y="2776"/>
                </a:lnTo>
                <a:lnTo>
                  <a:pt x="11250" y="2819"/>
                </a:lnTo>
                <a:lnTo>
                  <a:pt x="11284" y="2902"/>
                </a:lnTo>
                <a:lnTo>
                  <a:pt x="11326" y="2979"/>
                </a:lnTo>
                <a:lnTo>
                  <a:pt x="11348" y="3017"/>
                </a:lnTo>
                <a:lnTo>
                  <a:pt x="11373" y="3053"/>
                </a:lnTo>
                <a:lnTo>
                  <a:pt x="11427" y="3120"/>
                </a:lnTo>
                <a:lnTo>
                  <a:pt x="11456" y="3151"/>
                </a:lnTo>
                <a:lnTo>
                  <a:pt x="11487" y="3180"/>
                </a:lnTo>
                <a:lnTo>
                  <a:pt x="11520" y="3208"/>
                </a:lnTo>
                <a:lnTo>
                  <a:pt x="11554" y="3235"/>
                </a:lnTo>
                <a:lnTo>
                  <a:pt x="11589" y="3259"/>
                </a:lnTo>
                <a:lnTo>
                  <a:pt x="11625" y="3282"/>
                </a:lnTo>
                <a:lnTo>
                  <a:pt x="11663" y="3303"/>
                </a:lnTo>
                <a:lnTo>
                  <a:pt x="11703" y="3322"/>
                </a:lnTo>
                <a:lnTo>
                  <a:pt x="11742" y="3338"/>
                </a:lnTo>
                <a:lnTo>
                  <a:pt x="11784" y="3353"/>
                </a:lnTo>
                <a:lnTo>
                  <a:pt x="11827" y="3366"/>
                </a:lnTo>
                <a:lnTo>
                  <a:pt x="11871" y="3376"/>
                </a:lnTo>
                <a:lnTo>
                  <a:pt x="11917" y="3385"/>
                </a:lnTo>
                <a:lnTo>
                  <a:pt x="11963" y="3390"/>
                </a:lnTo>
                <a:lnTo>
                  <a:pt x="12011" y="3394"/>
                </a:lnTo>
                <a:lnTo>
                  <a:pt x="12060" y="33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9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2" r:id="rId2"/>
    <p:sldLayoutId id="2147483679" r:id="rId3"/>
    <p:sldLayoutId id="2147483669" r:id="rId4"/>
    <p:sldLayoutId id="2147483670" r:id="rId5"/>
    <p:sldLayoutId id="2147483711" r:id="rId6"/>
    <p:sldLayoutId id="2147483660" r:id="rId7"/>
    <p:sldLayoutId id="2147483680" r:id="rId8"/>
    <p:sldLayoutId id="2147483661" r:id="rId9"/>
    <p:sldLayoutId id="2147483651" r:id="rId10"/>
    <p:sldLayoutId id="2147483683" r:id="rId11"/>
    <p:sldLayoutId id="2147483684" r:id="rId12"/>
    <p:sldLayoutId id="2147483685" r:id="rId13"/>
    <p:sldLayoutId id="2147483688" r:id="rId14"/>
    <p:sldLayoutId id="2147483689" r:id="rId15"/>
    <p:sldLayoutId id="2147483690" r:id="rId16"/>
    <p:sldLayoutId id="2147483691" r:id="rId17"/>
    <p:sldLayoutId id="2147483698" r:id="rId18"/>
    <p:sldLayoutId id="2147483699" r:id="rId19"/>
    <p:sldLayoutId id="2147483693" r:id="rId20"/>
    <p:sldLayoutId id="2147483694" r:id="rId21"/>
    <p:sldLayoutId id="2147483695" r:id="rId22"/>
    <p:sldLayoutId id="2147483696" r:id="rId23"/>
    <p:sldLayoutId id="2147483650" r:id="rId24"/>
    <p:sldLayoutId id="2147483652" r:id="rId25"/>
    <p:sldLayoutId id="2147483653" r:id="rId26"/>
    <p:sldLayoutId id="2147483662" r:id="rId27"/>
    <p:sldLayoutId id="2147483665" r:id="rId28"/>
    <p:sldLayoutId id="2147483702" r:id="rId29"/>
    <p:sldLayoutId id="2147483663" r:id="rId30"/>
    <p:sldLayoutId id="2147483664" r:id="rId31"/>
    <p:sldLayoutId id="2147483667" r:id="rId32"/>
    <p:sldLayoutId id="2147483668" r:id="rId33"/>
    <p:sldLayoutId id="2147483703" r:id="rId34"/>
    <p:sldLayoutId id="2147483672" r:id="rId35"/>
    <p:sldLayoutId id="2147483706" r:id="rId36"/>
    <p:sldLayoutId id="2147483673" r:id="rId37"/>
    <p:sldLayoutId id="2147483707" r:id="rId38"/>
    <p:sldLayoutId id="2147483654" r:id="rId39"/>
    <p:sldLayoutId id="2147483655" r:id="rId40"/>
    <p:sldLayoutId id="2147483674" r:id="rId41"/>
    <p:sldLayoutId id="2147483676" r:id="rId42"/>
    <p:sldLayoutId id="2147483675" r:id="rId43"/>
    <p:sldLayoutId id="2147483677" r:id="rId44"/>
    <p:sldLayoutId id="2147483678" r:id="rId4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4767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1596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98425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252538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520825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1789113" indent="-179388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2057400" indent="-179388" algn="l" defTabSz="914400" rtl="0" eaLnBrk="1" latinLnBrk="0" hangingPunct="1">
        <a:lnSpc>
          <a:spcPct val="100000"/>
        </a:lnSpc>
        <a:spcBef>
          <a:spcPts val="600"/>
        </a:spcBef>
        <a:buFont typeface="Calibri" panose="020F0502020204030204" pitchFamily="34" charset="0"/>
        <a:buChar char="–"/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2335213" indent="-1778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57" userDrawn="1">
          <p15:clr>
            <a:srgbClr val="F26B43"/>
          </p15:clr>
        </p15:guide>
        <p15:guide id="4" pos="7423" userDrawn="1">
          <p15:clr>
            <a:srgbClr val="F26B43"/>
          </p15:clr>
        </p15:guide>
        <p15:guide id="6" orient="horz" pos="845" userDrawn="1">
          <p15:clr>
            <a:srgbClr val="F26B43"/>
          </p15:clr>
        </p15:guide>
        <p15:guide id="7" orient="horz" pos="1071" userDrawn="1">
          <p15:clr>
            <a:srgbClr val="F26B43"/>
          </p15:clr>
        </p15:guide>
        <p15:guide id="8" orient="horz" pos="3702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  <p15:guide id="11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258CA42-CC6B-A1C7-1CD2-192E151F8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31919-8F56-4FFD-B50F-1AB40C643CAF}" type="datetime1">
              <a:rPr lang="en-GB" smtClean="0"/>
              <a:pPr/>
              <a:t>13/01/2026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5AD05-BA43-A21C-EE75-FD6D59D5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3A117-4530-4DEB-BF3B-895291C57C1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07607-E5E6-3F32-9558-9CC4DED3960B}"/>
              </a:ext>
            </a:extLst>
          </p:cNvPr>
          <p:cNvSpPr txBox="1"/>
          <p:nvPr/>
        </p:nvSpPr>
        <p:spPr>
          <a:xfrm>
            <a:off x="1824037" y="496049"/>
            <a:ext cx="830421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Initiative name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AI-Driven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Optimization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Track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Delivery innovation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Problem statement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Data and integration delivery is slowed by manual work, late issue detection, rising costs, and missing documentation, creating operational and support risk.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Who benefits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Delivery teams, support teams, business users, security, and management.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Proposed approach (high level)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Apply AI within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to assist testing, monitoring, security, cost control, documentation, and analytics.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What changes in practice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Earlier testing, faster issue resolution, clearer documentation, lower costs, and reduced dependency on individuals.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Dependencies (data, systems, people, approvals)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Existing data platforms,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team involvement, and security approval.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Risks / open questions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Building trust in AI outputs and defining clear ownership.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What success looks like (measurable)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>
                <a:effectLst/>
                <a:latin typeface="Calibri" panose="020F0502020204030204" pitchFamily="34" charset="0"/>
              </a:rPr>
              <a:t>Faster delivery, fewer incidents, lower costs, faster onboarding, higher data trust.</a:t>
            </a:r>
          </a:p>
          <a:p>
            <a:pPr marL="0" marR="0" rtl="0">
              <a:buNone/>
            </a:pPr>
            <a:r>
              <a:rPr lang="en-US" sz="2000" b="1" dirty="0">
                <a:effectLst/>
                <a:latin typeface="Calibri" panose="020F0502020204030204" pitchFamily="34" charset="0"/>
              </a:rPr>
              <a:t>Resources needed (time, tools, external help)</a:t>
            </a:r>
            <a:r>
              <a:rPr lang="en-US" sz="2000" b="1" dirty="0">
                <a:latin typeface="Calibri" panose="020F0502020204030204" pitchFamily="34" charset="0"/>
              </a:rPr>
              <a:t>: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DataOps</a:t>
            </a:r>
            <a:r>
              <a:rPr lang="en-US" sz="1800" dirty="0">
                <a:effectLst/>
                <a:latin typeface="Calibri" panose="020F0502020204030204" pitchFamily="34" charset="0"/>
              </a:rPr>
              <a:t> capacity, AI tooling, setup time, limited specialist support.</a:t>
            </a:r>
          </a:p>
        </p:txBody>
      </p:sp>
    </p:spTree>
    <p:extLst>
      <p:ext uri="{BB962C8B-B14F-4D97-AF65-F5344CB8AC3E}">
        <p14:creationId xmlns:p14="http://schemas.microsoft.com/office/powerpoint/2010/main" val="1021078608"/>
      </p:ext>
    </p:extLst>
  </p:cSld>
  <p:clrMapOvr>
    <a:masterClrMapping/>
  </p:clrMapOvr>
</p:sld>
</file>

<file path=ppt/theme/theme1.xml><?xml version="1.0" encoding="utf-8"?>
<a:theme xmlns:a="http://schemas.openxmlformats.org/drawingml/2006/main" name="epical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pical best practices presentation and images 1.1" id="{5686ED7E-F8C2-4079-9008-1B91AC041A87}" vid="{49345F14-1628-472E-9A04-1EF20ED19FF3}"/>
    </a:ext>
  </a:extLst>
</a:theme>
</file>

<file path=ppt/theme/theme2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pical">
      <a:dk1>
        <a:sysClr val="windowText" lastClr="000000"/>
      </a:dk1>
      <a:lt1>
        <a:sysClr val="window" lastClr="FFFFFF"/>
      </a:lt1>
      <a:dk2>
        <a:srgbClr val="7B7B7D"/>
      </a:dk2>
      <a:lt2>
        <a:srgbClr val="E1E7FF"/>
      </a:lt2>
      <a:accent1>
        <a:srgbClr val="F04800"/>
      </a:accent1>
      <a:accent2>
        <a:srgbClr val="240041"/>
      </a:accent2>
      <a:accent3>
        <a:srgbClr val="FFDED7"/>
      </a:accent3>
      <a:accent4>
        <a:srgbClr val="587BFF"/>
      </a:accent4>
      <a:accent5>
        <a:srgbClr val="01A962"/>
      </a:accent5>
      <a:accent6>
        <a:srgbClr val="FFE976"/>
      </a:accent6>
      <a:hlink>
        <a:srgbClr val="240041"/>
      </a:hlink>
      <a:folHlink>
        <a:srgbClr val="24004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04F069A4D8664D9060C0E901D8213E" ma:contentTypeVersion="4" ma:contentTypeDescription="Create a new document." ma:contentTypeScope="" ma:versionID="8bf90dea8148d61865c1026b2f6b2209">
  <xsd:schema xmlns:xsd="http://www.w3.org/2001/XMLSchema" xmlns:xs="http://www.w3.org/2001/XMLSchema" xmlns:p="http://schemas.microsoft.com/office/2006/metadata/properties" xmlns:ns2="b9c904bf-749d-4dba-83b8-bf93df779fe3" targetNamespace="http://schemas.microsoft.com/office/2006/metadata/properties" ma:root="true" ma:fieldsID="2b5e10f55f837ba32214e29645f60027" ns2:_="">
    <xsd:import namespace="b9c904bf-749d-4dba-83b8-bf93df779f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904bf-749d-4dba-83b8-bf93df779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9164232-8BA7-4C6C-9D97-774AE6E3C5C7}">
  <ds:schemaRefs>
    <ds:schemaRef ds:uri="22987714-cfc0-42f5-8388-afb3aa58a06d"/>
    <ds:schemaRef ds:uri="65d38a2a-2489-4fe1-99a0-8dfc6868a3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51ea5e2-4134-4a54-bcfd-728ff02e3f5e"/>
    <ds:schemaRef ds:uri="de1b6b9d-99ed-4fb3-8268-9cb1ce621f51"/>
  </ds:schemaRefs>
</ds:datastoreItem>
</file>

<file path=customXml/itemProps2.xml><?xml version="1.0" encoding="utf-8"?>
<ds:datastoreItem xmlns:ds="http://schemas.openxmlformats.org/officeDocument/2006/customXml" ds:itemID="{AED90406-E4C2-47A7-BB3F-6A84053A49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68E0F2-F378-46BD-8DDE-FF5939550D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c904bf-749d-4dba-83b8-bf93df779f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0f294b8-404d-442a-aa32-15f390295a6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Epical best practices presentation and images 1.1</Template>
  <TotalTime>10</TotalTime>
  <Words>273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epical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Thaer Saidi</dc:creator>
  <cp:lastModifiedBy>Thaer Saidi</cp:lastModifiedBy>
  <cp:revision>2</cp:revision>
  <dcterms:created xsi:type="dcterms:W3CDTF">2026-01-13T12:34:48Z</dcterms:created>
  <dcterms:modified xsi:type="dcterms:W3CDTF">2026-01-13T12:45:30Z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0x010100C804F069A4D8664D9060C0E901D8213E</vt:lpwstr>
  </property>
  <property fmtid="{D5CDD505-2E9C-101B-9397-08002B2CF9AE}" pid="3" name="MediaServiceImageTags">
    <vt:lpwstr/>
  </property>
</Properties>
</file>