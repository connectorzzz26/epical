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5"/>
    <p:sldId id="279" r:id="rId6"/>
    <p:sldId id="276" r:id="rId7"/>
    <p:sldId id="259" r:id="rId8"/>
    <p:sldId id="263" r:id="rId9"/>
    <p:sldId id="260" r:id="rId10"/>
    <p:sldId id="261" r:id="rId11"/>
    <p:sldId id="274" r:id="rId12"/>
    <p:sldId id="277" r:id="rId13"/>
    <p:sldId id="280" r:id="rId14"/>
    <p:sldId id="282" r:id="rId15"/>
    <p:sldId id="281" r:id="rId16"/>
    <p:sldId id="283" r:id="rId17"/>
    <p:sldId id="284" r:id="rId18"/>
    <p:sldId id="26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6AAE49"/>
    <a:srgbClr val="6E348D"/>
    <a:srgbClr val="EC8C2B"/>
    <a:srgbClr val="60AF49"/>
    <a:srgbClr val="0D60AB"/>
    <a:srgbClr val="0078D4"/>
    <a:srgbClr val="FFA73F"/>
    <a:srgbClr val="107C10"/>
    <a:srgbClr val="773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4A009D-1CC0-4229-9697-662862B79E76}" v="25" dt="2025-10-17T15:09:17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3"/>
  </p:normalViewPr>
  <p:slideViewPr>
    <p:cSldViewPr snapToGrid="0">
      <p:cViewPr varScale="1">
        <p:scale>
          <a:sx n="136" d="100"/>
          <a:sy n="136" d="100"/>
        </p:scale>
        <p:origin x="21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ncconline.sharepoint.com/sites/HRCoreintegration/Shared%20Documents/General/Project%20Management/Weekly%20letter/E2E%20test%20progress%20for%20weekl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ncconline.sharepoint.com/sites/HRCoreintegration/Shared%20Documents/General/Project%20Management/Weekly%20letter/E2E%20test%20progress%20for%20weekl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ncconline.sharepoint.com/sites/HRCoreintegration/Shared%20Documents/General/Project%20Management/Weekly%20letter/E2E%20test%20progress%20for%20weekl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ncconline.sharepoint.com/sites/HRCoreintegration/Shared%20Documents/General/Project%20Management/Weekly%20letter/E2E%20test%20progress%20for%20weekly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ncconline.sharepoint.com/sites/HRCoreintegration/Shared%20Documents/General/Project%20Management/Weekly%20letter/E2E%20test%20progress%20for%20weekly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ncconline.sharepoint.com/sites/HRCoreintegration/Shared%20Documents/General/Project%20Management/Weekly%20letter/E2E%20test%20progress%20for%20weekly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sv-SE" b="1"/>
              <a:t>ProMark</a:t>
            </a:r>
            <a:r>
              <a:rPr lang="sv-SE" b="1" baseline="0"/>
              <a:t> NO</a:t>
            </a:r>
            <a:endParaRPr lang="sv-SE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'ProMark NO'!$A$2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Lbl>
              <c:idx val="8"/>
              <c:layout>
                <c:manualLayout>
                  <c:x val="-1.451529289787454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AFD-42F8-99B7-4FB4157F9E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'ProMark NO'!$B$1:$J$1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'ProMark NO'!$B$2:$J$2</c:f>
              <c:numCache>
                <c:formatCode>General</c:formatCode>
                <c:ptCount val="9"/>
                <c:pt idx="0">
                  <c:v>60</c:v>
                </c:pt>
                <c:pt idx="1">
                  <c:v>78</c:v>
                </c:pt>
                <c:pt idx="2">
                  <c:v>88</c:v>
                </c:pt>
                <c:pt idx="3">
                  <c:v>90</c:v>
                </c:pt>
                <c:pt idx="4">
                  <c:v>100</c:v>
                </c:pt>
                <c:pt idx="5">
                  <c:v>82</c:v>
                </c:pt>
                <c:pt idx="6">
                  <c:v>82</c:v>
                </c:pt>
                <c:pt idx="7">
                  <c:v>97</c:v>
                </c:pt>
                <c:pt idx="8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FD-42F8-99B7-4FB4157F9EC6}"/>
            </c:ext>
          </c:extLst>
        </c:ser>
        <c:ser>
          <c:idx val="1"/>
          <c:order val="1"/>
          <c:tx>
            <c:strRef>
              <c:f>'ProMark NO'!$A$3</c:f>
              <c:strCache>
                <c:ptCount val="1"/>
                <c:pt idx="0">
                  <c:v>Blocked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dLbls>
            <c:delete val="1"/>
          </c:dLbls>
          <c:cat>
            <c:strRef>
              <c:f>'ProMark NO'!$B$1:$J$1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'ProMark NO'!$B$3:$J$3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FD-42F8-99B7-4FB4157F9EC6}"/>
            </c:ext>
          </c:extLst>
        </c:ser>
        <c:ser>
          <c:idx val="2"/>
          <c:order val="2"/>
          <c:tx>
            <c:strRef>
              <c:f>'ProMark NO'!$A$4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'ProMark NO'!$B$1:$J$1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'ProMark NO'!$B$4:$J$4</c:f>
              <c:numCache>
                <c:formatCode>General</c:formatCode>
                <c:ptCount val="9"/>
                <c:pt idx="0">
                  <c:v>30</c:v>
                </c:pt>
                <c:pt idx="1">
                  <c:v>30</c:v>
                </c:pt>
                <c:pt idx="2">
                  <c:v>31</c:v>
                </c:pt>
                <c:pt idx="3">
                  <c:v>31</c:v>
                </c:pt>
                <c:pt idx="4">
                  <c:v>30</c:v>
                </c:pt>
                <c:pt idx="5">
                  <c:v>31</c:v>
                </c:pt>
                <c:pt idx="6">
                  <c:v>29</c:v>
                </c:pt>
                <c:pt idx="7">
                  <c:v>40</c:v>
                </c:pt>
                <c:pt idx="8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AFD-42F8-99B7-4FB4157F9EC6}"/>
            </c:ext>
          </c:extLst>
        </c:ser>
        <c:ser>
          <c:idx val="3"/>
          <c:order val="3"/>
          <c:tx>
            <c:strRef>
              <c:f>'ProMark NO'!$A$5</c:f>
              <c:strCache>
                <c:ptCount val="1"/>
                <c:pt idx="0">
                  <c:v>Not Run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'ProMark NO'!$B$1:$J$1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'ProMark NO'!$B$5:$J$5</c:f>
              <c:numCache>
                <c:formatCode>General</c:formatCode>
                <c:ptCount val="9"/>
                <c:pt idx="0">
                  <c:v>44</c:v>
                </c:pt>
                <c:pt idx="1">
                  <c:v>44</c:v>
                </c:pt>
                <c:pt idx="2">
                  <c:v>42</c:v>
                </c:pt>
                <c:pt idx="3">
                  <c:v>40</c:v>
                </c:pt>
                <c:pt idx="4">
                  <c:v>31</c:v>
                </c:pt>
                <c:pt idx="5">
                  <c:v>23</c:v>
                </c:pt>
                <c:pt idx="6">
                  <c:v>29</c:v>
                </c:pt>
                <c:pt idx="7">
                  <c:v>26</c:v>
                </c:pt>
                <c:pt idx="8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FD-42F8-99B7-4FB4157F9EC6}"/>
            </c:ext>
          </c:extLst>
        </c:ser>
        <c:ser>
          <c:idx val="4"/>
          <c:order val="4"/>
          <c:tx>
            <c:strRef>
              <c:f>'ProMark NO'!$A$6</c:f>
              <c:strCache>
                <c:ptCount val="1"/>
                <c:pt idx="0">
                  <c:v>N/A</c:v>
                </c:pt>
              </c:strCache>
            </c:strRef>
          </c:tx>
          <c:spPr>
            <a:solidFill>
              <a:schemeClr val="accent5"/>
            </a:solidFill>
            <a:ln w="25400"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'ProMark NO'!$B$1:$J$1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'ProMark NO'!$B$6:$J$6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54</c:v>
                </c:pt>
                <c:pt idx="6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AFD-42F8-99B7-4FB4157F9E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915032904"/>
        <c:axId val="915035784"/>
      </c:areaChart>
      <c:catAx>
        <c:axId val="9150329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915035784"/>
        <c:crosses val="autoZero"/>
        <c:auto val="1"/>
        <c:lblAlgn val="ctr"/>
        <c:lblOffset val="100"/>
        <c:noMultiLvlLbl val="0"/>
      </c:catAx>
      <c:valAx>
        <c:axId val="915035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91503290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sv-SE" b="1"/>
              <a:t>Unit4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Unit4!$A$2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Lbl>
              <c:idx val="8"/>
              <c:layout>
                <c:manualLayout>
                  <c:x val="-2.15488215488215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4A2-4626-B889-1D320969C9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Unit4!$B$1:$J$1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Unit4!$B$2:$J$2</c:f>
              <c:numCache>
                <c:formatCode>General</c:formatCode>
                <c:ptCount val="9"/>
                <c:pt idx="0">
                  <c:v>28</c:v>
                </c:pt>
                <c:pt idx="1">
                  <c:v>43</c:v>
                </c:pt>
                <c:pt idx="2">
                  <c:v>62</c:v>
                </c:pt>
                <c:pt idx="3">
                  <c:v>67</c:v>
                </c:pt>
                <c:pt idx="4">
                  <c:v>76</c:v>
                </c:pt>
                <c:pt idx="5">
                  <c:v>165</c:v>
                </c:pt>
                <c:pt idx="6">
                  <c:v>166</c:v>
                </c:pt>
                <c:pt idx="7">
                  <c:v>183</c:v>
                </c:pt>
                <c:pt idx="8">
                  <c:v>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A2-4626-B889-1D320969C94F}"/>
            </c:ext>
          </c:extLst>
        </c:ser>
        <c:ser>
          <c:idx val="1"/>
          <c:order val="1"/>
          <c:tx>
            <c:strRef>
              <c:f>Unit4!$A$3</c:f>
              <c:strCache>
                <c:ptCount val="1"/>
                <c:pt idx="0">
                  <c:v>Blocked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dLbls>
            <c:delete val="1"/>
          </c:dLbls>
          <c:cat>
            <c:strRef>
              <c:f>Unit4!$B$1:$J$1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Unit4!$B$3:$J$3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A2-4626-B889-1D320969C94F}"/>
            </c:ext>
          </c:extLst>
        </c:ser>
        <c:ser>
          <c:idx val="2"/>
          <c:order val="2"/>
          <c:tx>
            <c:strRef>
              <c:f>Unit4!$A$4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Unit4!$B$1:$J$1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Unit4!$B$4:$J$4</c:f>
              <c:numCache>
                <c:formatCode>General</c:formatCode>
                <c:ptCount val="9"/>
                <c:pt idx="0">
                  <c:v>28</c:v>
                </c:pt>
                <c:pt idx="1">
                  <c:v>33</c:v>
                </c:pt>
                <c:pt idx="2">
                  <c:v>36</c:v>
                </c:pt>
                <c:pt idx="3">
                  <c:v>45</c:v>
                </c:pt>
                <c:pt idx="4">
                  <c:v>44</c:v>
                </c:pt>
                <c:pt idx="5">
                  <c:v>13</c:v>
                </c:pt>
                <c:pt idx="6">
                  <c:v>13</c:v>
                </c:pt>
                <c:pt idx="7">
                  <c:v>21</c:v>
                </c:pt>
                <c:pt idx="8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A2-4626-B889-1D320969C94F}"/>
            </c:ext>
          </c:extLst>
        </c:ser>
        <c:ser>
          <c:idx val="3"/>
          <c:order val="3"/>
          <c:tx>
            <c:strRef>
              <c:f>Unit4!$A$5</c:f>
              <c:strCache>
                <c:ptCount val="1"/>
                <c:pt idx="0">
                  <c:v>Not Run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Unit4!$B$1:$J$1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Unit4!$B$5:$J$5</c:f>
              <c:numCache>
                <c:formatCode>General</c:formatCode>
                <c:ptCount val="9"/>
                <c:pt idx="0">
                  <c:v>42</c:v>
                </c:pt>
                <c:pt idx="1">
                  <c:v>38</c:v>
                </c:pt>
                <c:pt idx="2">
                  <c:v>30</c:v>
                </c:pt>
                <c:pt idx="3">
                  <c:v>23</c:v>
                </c:pt>
                <c:pt idx="4">
                  <c:v>23</c:v>
                </c:pt>
                <c:pt idx="5">
                  <c:v>11</c:v>
                </c:pt>
                <c:pt idx="6">
                  <c:v>14</c:v>
                </c:pt>
                <c:pt idx="7">
                  <c:v>14</c:v>
                </c:pt>
                <c:pt idx="8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A2-4626-B889-1D320969C94F}"/>
            </c:ext>
          </c:extLst>
        </c:ser>
        <c:ser>
          <c:idx val="4"/>
          <c:order val="4"/>
          <c:tx>
            <c:strRef>
              <c:f>Unit4!$A$6</c:f>
              <c:strCache>
                <c:ptCount val="1"/>
                <c:pt idx="0">
                  <c:v>N/A</c:v>
                </c:pt>
              </c:strCache>
            </c:strRef>
          </c:tx>
          <c:spPr>
            <a:solidFill>
              <a:schemeClr val="accent5"/>
            </a:solidFill>
            <a:ln w="25400"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Unit4!$B$1:$J$1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Unit4!$B$6:$J$6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4A2-4626-B889-1D320969C9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105683888"/>
        <c:axId val="1105680648"/>
      </c:areaChart>
      <c:catAx>
        <c:axId val="110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1105680648"/>
        <c:crosses val="autoZero"/>
        <c:auto val="1"/>
        <c:lblAlgn val="ctr"/>
        <c:lblOffset val="100"/>
        <c:noMultiLvlLbl val="0"/>
      </c:catAx>
      <c:valAx>
        <c:axId val="1105680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11056838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sv-SE" b="1"/>
              <a:t>HRM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HRM!$A$2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Lbl>
              <c:idx val="8"/>
              <c:layout>
                <c:manualLayout>
                  <c:x val="-2.15488215488215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CD-4FD0-93F8-8B0D97317E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HRM!$B$1:$J$1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HRM!$B$2:$J$2</c:f>
              <c:numCache>
                <c:formatCode>General</c:formatCode>
                <c:ptCount val="9"/>
                <c:pt idx="0">
                  <c:v>0</c:v>
                </c:pt>
                <c:pt idx="1">
                  <c:v>8</c:v>
                </c:pt>
                <c:pt idx="2">
                  <c:v>34</c:v>
                </c:pt>
                <c:pt idx="3">
                  <c:v>37</c:v>
                </c:pt>
                <c:pt idx="4">
                  <c:v>63</c:v>
                </c:pt>
                <c:pt idx="5">
                  <c:v>92</c:v>
                </c:pt>
                <c:pt idx="6">
                  <c:v>105</c:v>
                </c:pt>
                <c:pt idx="7">
                  <c:v>147</c:v>
                </c:pt>
                <c:pt idx="8">
                  <c:v>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CD-4FD0-93F8-8B0D97317E5F}"/>
            </c:ext>
          </c:extLst>
        </c:ser>
        <c:ser>
          <c:idx val="1"/>
          <c:order val="1"/>
          <c:tx>
            <c:strRef>
              <c:f>HRM!$A$3</c:f>
              <c:strCache>
                <c:ptCount val="1"/>
                <c:pt idx="0">
                  <c:v>Blocked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HRM!$B$1:$J$1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HRM!$B$3:$J$3</c:f>
              <c:numCache>
                <c:formatCode>General</c:formatCode>
                <c:ptCount val="9"/>
                <c:pt idx="0">
                  <c:v>0</c:v>
                </c:pt>
                <c:pt idx="1">
                  <c:v>21</c:v>
                </c:pt>
                <c:pt idx="2">
                  <c:v>21</c:v>
                </c:pt>
                <c:pt idx="3">
                  <c:v>26</c:v>
                </c:pt>
                <c:pt idx="4">
                  <c:v>0</c:v>
                </c:pt>
                <c:pt idx="5">
                  <c:v>3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CD-4FD0-93F8-8B0D97317E5F}"/>
            </c:ext>
          </c:extLst>
        </c:ser>
        <c:ser>
          <c:idx val="2"/>
          <c:order val="2"/>
          <c:tx>
            <c:strRef>
              <c:f>HRM!$A$4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dLbls>
            <c:dLbl>
              <c:idx val="4"/>
              <c:layout>
                <c:manualLayout>
                  <c:x val="-5.3872053872053875E-3"/>
                  <c:y val="-1.925391095066185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FCD-4FD0-93F8-8B0D97317E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HRM!$B$1:$J$1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HRM!$B$4:$J$4</c:f>
              <c:numCache>
                <c:formatCode>General</c:formatCode>
                <c:ptCount val="9"/>
                <c:pt idx="0">
                  <c:v>0</c:v>
                </c:pt>
                <c:pt idx="1">
                  <c:v>39</c:v>
                </c:pt>
                <c:pt idx="2">
                  <c:v>39</c:v>
                </c:pt>
                <c:pt idx="3">
                  <c:v>19</c:v>
                </c:pt>
                <c:pt idx="4">
                  <c:v>7</c:v>
                </c:pt>
                <c:pt idx="5">
                  <c:v>26</c:v>
                </c:pt>
                <c:pt idx="6">
                  <c:v>42</c:v>
                </c:pt>
                <c:pt idx="7">
                  <c:v>49</c:v>
                </c:pt>
                <c:pt idx="8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CD-4FD0-93F8-8B0D97317E5F}"/>
            </c:ext>
          </c:extLst>
        </c:ser>
        <c:ser>
          <c:idx val="3"/>
          <c:order val="3"/>
          <c:tx>
            <c:strRef>
              <c:f>HRM!$A$5</c:f>
              <c:strCache>
                <c:ptCount val="1"/>
                <c:pt idx="0">
                  <c:v>Not Run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HRM!$B$1:$J$1</c:f>
              <c:strCache>
                <c:ptCount val="9"/>
                <c:pt idx="0">
                  <c:v>w. 34</c:v>
                </c:pt>
                <c:pt idx="1">
                  <c:v>w. 35</c:v>
                </c:pt>
                <c:pt idx="2">
                  <c:v>w. 36</c:v>
                </c:pt>
                <c:pt idx="3">
                  <c:v>w. 37</c:v>
                </c:pt>
                <c:pt idx="4">
                  <c:v>w. 38</c:v>
                </c:pt>
                <c:pt idx="5">
                  <c:v>w. 39</c:v>
                </c:pt>
                <c:pt idx="6">
                  <c:v>w. 40</c:v>
                </c:pt>
                <c:pt idx="7">
                  <c:v>w. 41</c:v>
                </c:pt>
                <c:pt idx="8">
                  <c:v>end of w. 41</c:v>
                </c:pt>
              </c:strCache>
            </c:strRef>
          </c:cat>
          <c:val>
            <c:numRef>
              <c:f>HRM!$B$5:$J$5</c:f>
              <c:numCache>
                <c:formatCode>General</c:formatCode>
                <c:ptCount val="9"/>
                <c:pt idx="0">
                  <c:v>0</c:v>
                </c:pt>
                <c:pt idx="1">
                  <c:v>131</c:v>
                </c:pt>
                <c:pt idx="2">
                  <c:v>142</c:v>
                </c:pt>
                <c:pt idx="3">
                  <c:v>143</c:v>
                </c:pt>
                <c:pt idx="4">
                  <c:v>129</c:v>
                </c:pt>
                <c:pt idx="5">
                  <c:v>81</c:v>
                </c:pt>
                <c:pt idx="6">
                  <c:v>53</c:v>
                </c:pt>
                <c:pt idx="7">
                  <c:v>5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CD-4FD0-93F8-8B0D97317E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076170096"/>
        <c:axId val="1076175856"/>
      </c:areaChart>
      <c:catAx>
        <c:axId val="1076170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1076175856"/>
        <c:crosses val="autoZero"/>
        <c:auto val="1"/>
        <c:lblAlgn val="ctr"/>
        <c:lblOffset val="100"/>
        <c:noMultiLvlLbl val="0"/>
      </c:catAx>
      <c:valAx>
        <c:axId val="1076175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107617009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sv-SE" b="1"/>
              <a:t>ProMark DK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'DK Middleman'!$G$3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Lbl>
              <c:idx val="4"/>
              <c:layout>
                <c:manualLayout>
                  <c:x val="-1.368602814580182E-2"/>
                  <c:y val="-1.4236157260332672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3BC-4E80-B8E0-4FC7BE3DECF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'DK Middleman'!$H$2:$L$2</c:f>
              <c:strCache>
                <c:ptCount val="5"/>
                <c:pt idx="0">
                  <c:v>W. 38</c:v>
                </c:pt>
                <c:pt idx="1">
                  <c:v>w. 39</c:v>
                </c:pt>
                <c:pt idx="2">
                  <c:v>w. 40</c:v>
                </c:pt>
                <c:pt idx="3">
                  <c:v>w. 41</c:v>
                </c:pt>
                <c:pt idx="4">
                  <c:v>end of w. 41</c:v>
                </c:pt>
              </c:strCache>
            </c:strRef>
          </c:cat>
          <c:val>
            <c:numRef>
              <c:f>'DK Middleman'!$H$3:$L$3</c:f>
              <c:numCache>
                <c:formatCode>General</c:formatCode>
                <c:ptCount val="5"/>
                <c:pt idx="0">
                  <c:v>0</c:v>
                </c:pt>
                <c:pt idx="1">
                  <c:v>7</c:v>
                </c:pt>
                <c:pt idx="2">
                  <c:v>27</c:v>
                </c:pt>
                <c:pt idx="3">
                  <c:v>42</c:v>
                </c:pt>
                <c:pt idx="4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BC-4E80-B8E0-4FC7BE3DECF2}"/>
            </c:ext>
          </c:extLst>
        </c:ser>
        <c:ser>
          <c:idx val="1"/>
          <c:order val="1"/>
          <c:tx>
            <c:strRef>
              <c:f>'DK Middleman'!$G$4</c:f>
              <c:strCache>
                <c:ptCount val="1"/>
                <c:pt idx="0">
                  <c:v>Blocked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dLbls>
            <c:delete val="1"/>
          </c:dLbls>
          <c:cat>
            <c:strRef>
              <c:f>'DK Middleman'!$H$2:$L$2</c:f>
              <c:strCache>
                <c:ptCount val="5"/>
                <c:pt idx="0">
                  <c:v>W. 38</c:v>
                </c:pt>
                <c:pt idx="1">
                  <c:v>w. 39</c:v>
                </c:pt>
                <c:pt idx="2">
                  <c:v>w. 40</c:v>
                </c:pt>
                <c:pt idx="3">
                  <c:v>w. 41</c:v>
                </c:pt>
                <c:pt idx="4">
                  <c:v>end of w. 41</c:v>
                </c:pt>
              </c:strCache>
            </c:strRef>
          </c:cat>
          <c:val>
            <c:numRef>
              <c:f>'DK Middleman'!$H$4:$L$4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BC-4E80-B8E0-4FC7BE3DECF2}"/>
            </c:ext>
          </c:extLst>
        </c:ser>
        <c:ser>
          <c:idx val="2"/>
          <c:order val="2"/>
          <c:tx>
            <c:strRef>
              <c:f>'DK Middleman'!$G$5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chemeClr val="accent3"/>
            </a:solidFill>
            <a:ln w="25400"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'DK Middleman'!$H$2:$L$2</c:f>
              <c:strCache>
                <c:ptCount val="5"/>
                <c:pt idx="0">
                  <c:v>W. 38</c:v>
                </c:pt>
                <c:pt idx="1">
                  <c:v>w. 39</c:v>
                </c:pt>
                <c:pt idx="2">
                  <c:v>w. 40</c:v>
                </c:pt>
                <c:pt idx="3">
                  <c:v>w. 41</c:v>
                </c:pt>
                <c:pt idx="4">
                  <c:v>end of w. 41</c:v>
                </c:pt>
              </c:strCache>
            </c:strRef>
          </c:cat>
          <c:val>
            <c:numRef>
              <c:f>'DK Middleman'!$H$5:$L$5</c:f>
              <c:numCache>
                <c:formatCode>General</c:formatCode>
                <c:ptCount val="5"/>
                <c:pt idx="0">
                  <c:v>0</c:v>
                </c:pt>
                <c:pt idx="1">
                  <c:v>8</c:v>
                </c:pt>
                <c:pt idx="2">
                  <c:v>8</c:v>
                </c:pt>
                <c:pt idx="3">
                  <c:v>12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BC-4E80-B8E0-4FC7BE3DECF2}"/>
            </c:ext>
          </c:extLst>
        </c:ser>
        <c:ser>
          <c:idx val="3"/>
          <c:order val="3"/>
          <c:tx>
            <c:strRef>
              <c:f>'DK Middleman'!$G$6</c:f>
              <c:strCache>
                <c:ptCount val="1"/>
                <c:pt idx="0">
                  <c:v>Not run</c:v>
                </c:pt>
              </c:strCache>
            </c:strRef>
          </c:tx>
          <c:spPr>
            <a:solidFill>
              <a:schemeClr val="accent4"/>
            </a:solidFill>
            <a:ln w="25400"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'DK Middleman'!$H$2:$L$2</c:f>
              <c:strCache>
                <c:ptCount val="5"/>
                <c:pt idx="0">
                  <c:v>W. 38</c:v>
                </c:pt>
                <c:pt idx="1">
                  <c:v>w. 39</c:v>
                </c:pt>
                <c:pt idx="2">
                  <c:v>w. 40</c:v>
                </c:pt>
                <c:pt idx="3">
                  <c:v>w. 41</c:v>
                </c:pt>
                <c:pt idx="4">
                  <c:v>end of w. 41</c:v>
                </c:pt>
              </c:strCache>
            </c:strRef>
          </c:cat>
          <c:val>
            <c:numRef>
              <c:f>'DK Middleman'!$H$6:$L$6</c:f>
              <c:numCache>
                <c:formatCode>General</c:formatCode>
                <c:ptCount val="5"/>
                <c:pt idx="0">
                  <c:v>0</c:v>
                </c:pt>
                <c:pt idx="1">
                  <c:v>54</c:v>
                </c:pt>
                <c:pt idx="2">
                  <c:v>47</c:v>
                </c:pt>
                <c:pt idx="3">
                  <c:v>47</c:v>
                </c:pt>
                <c:pt idx="4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3BC-4E80-B8E0-4FC7BE3DEC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420634287"/>
        <c:axId val="420657687"/>
      </c:areaChart>
      <c:catAx>
        <c:axId val="420634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420657687"/>
        <c:crosses val="autoZero"/>
        <c:auto val="1"/>
        <c:lblAlgn val="ctr"/>
        <c:lblOffset val="100"/>
        <c:noMultiLvlLbl val="0"/>
      </c:catAx>
      <c:valAx>
        <c:axId val="420657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4206342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sv-SE" b="1"/>
              <a:t>EPOS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'DK Middleman'!$G$10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Lbl>
              <c:idx val="4"/>
              <c:layout>
                <c:manualLayout>
                  <c:x val="-1.1761430767866017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FC5-4849-9573-59417A4BCB7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'DK Middleman'!$H$9:$L$9</c:f>
              <c:strCache>
                <c:ptCount val="5"/>
                <c:pt idx="0">
                  <c:v>W. 38</c:v>
                </c:pt>
                <c:pt idx="1">
                  <c:v>w. 39</c:v>
                </c:pt>
                <c:pt idx="2">
                  <c:v>w. 40</c:v>
                </c:pt>
                <c:pt idx="3">
                  <c:v>w.41</c:v>
                </c:pt>
                <c:pt idx="4">
                  <c:v>end of w. 41</c:v>
                </c:pt>
              </c:strCache>
            </c:strRef>
          </c:cat>
          <c:val>
            <c:numRef>
              <c:f>'DK Middleman'!$H$10:$L$10</c:f>
              <c:numCache>
                <c:formatCode>General</c:formatCode>
                <c:ptCount val="5"/>
                <c:pt idx="0">
                  <c:v>0</c:v>
                </c:pt>
                <c:pt idx="1">
                  <c:v>21</c:v>
                </c:pt>
                <c:pt idx="2">
                  <c:v>33</c:v>
                </c:pt>
                <c:pt idx="3">
                  <c:v>57</c:v>
                </c:pt>
                <c:pt idx="4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C5-4849-9573-59417A4BCB7F}"/>
            </c:ext>
          </c:extLst>
        </c:ser>
        <c:ser>
          <c:idx val="1"/>
          <c:order val="1"/>
          <c:tx>
            <c:strRef>
              <c:f>'DK Middleman'!$G$11</c:f>
              <c:strCache>
                <c:ptCount val="1"/>
                <c:pt idx="0">
                  <c:v>Blocked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dLbls>
            <c:delete val="1"/>
          </c:dLbls>
          <c:cat>
            <c:strRef>
              <c:f>'DK Middleman'!$H$9:$L$9</c:f>
              <c:strCache>
                <c:ptCount val="5"/>
                <c:pt idx="0">
                  <c:v>W. 38</c:v>
                </c:pt>
                <c:pt idx="1">
                  <c:v>w. 39</c:v>
                </c:pt>
                <c:pt idx="2">
                  <c:v>w. 40</c:v>
                </c:pt>
                <c:pt idx="3">
                  <c:v>w.41</c:v>
                </c:pt>
                <c:pt idx="4">
                  <c:v>end of w. 41</c:v>
                </c:pt>
              </c:strCache>
            </c:strRef>
          </c:cat>
          <c:val>
            <c:numRef>
              <c:f>'DK Middleman'!$H$11:$L$11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C5-4849-9573-59417A4BCB7F}"/>
            </c:ext>
          </c:extLst>
        </c:ser>
        <c:ser>
          <c:idx val="2"/>
          <c:order val="2"/>
          <c:tx>
            <c:strRef>
              <c:f>'DK Middleman'!$G$12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chemeClr val="accent3"/>
            </a:solidFill>
            <a:ln w="25400"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'DK Middleman'!$H$9:$L$9</c:f>
              <c:strCache>
                <c:ptCount val="5"/>
                <c:pt idx="0">
                  <c:v>W. 38</c:v>
                </c:pt>
                <c:pt idx="1">
                  <c:v>w. 39</c:v>
                </c:pt>
                <c:pt idx="2">
                  <c:v>w. 40</c:v>
                </c:pt>
                <c:pt idx="3">
                  <c:v>w.41</c:v>
                </c:pt>
                <c:pt idx="4">
                  <c:v>end of w. 41</c:v>
                </c:pt>
              </c:strCache>
            </c:strRef>
          </c:cat>
          <c:val>
            <c:numRef>
              <c:f>'DK Middleman'!$H$12:$L$12</c:f>
              <c:numCache>
                <c:formatCode>General</c:formatCode>
                <c:ptCount val="5"/>
                <c:pt idx="0">
                  <c:v>0</c:v>
                </c:pt>
                <c:pt idx="1">
                  <c:v>8</c:v>
                </c:pt>
                <c:pt idx="2">
                  <c:v>12</c:v>
                </c:pt>
                <c:pt idx="3">
                  <c:v>21</c:v>
                </c:pt>
                <c:pt idx="4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C5-4849-9573-59417A4BCB7F}"/>
            </c:ext>
          </c:extLst>
        </c:ser>
        <c:ser>
          <c:idx val="3"/>
          <c:order val="3"/>
          <c:tx>
            <c:strRef>
              <c:f>'DK Middleman'!$G$13</c:f>
              <c:strCache>
                <c:ptCount val="1"/>
                <c:pt idx="0">
                  <c:v>Not run</c:v>
                </c:pt>
              </c:strCache>
            </c:strRef>
          </c:tx>
          <c:spPr>
            <a:solidFill>
              <a:schemeClr val="accent4"/>
            </a:solidFill>
            <a:ln w="25400"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'DK Middleman'!$H$9:$L$9</c:f>
              <c:strCache>
                <c:ptCount val="5"/>
                <c:pt idx="0">
                  <c:v>W. 38</c:v>
                </c:pt>
                <c:pt idx="1">
                  <c:v>w. 39</c:v>
                </c:pt>
                <c:pt idx="2">
                  <c:v>w. 40</c:v>
                </c:pt>
                <c:pt idx="3">
                  <c:v>w.41</c:v>
                </c:pt>
                <c:pt idx="4">
                  <c:v>end of w. 41</c:v>
                </c:pt>
              </c:strCache>
            </c:strRef>
          </c:cat>
          <c:val>
            <c:numRef>
              <c:f>'DK Middleman'!$H$13:$L$13</c:f>
              <c:numCache>
                <c:formatCode>General</c:formatCode>
                <c:ptCount val="5"/>
                <c:pt idx="0">
                  <c:v>0</c:v>
                </c:pt>
                <c:pt idx="1">
                  <c:v>40</c:v>
                </c:pt>
                <c:pt idx="2">
                  <c:v>45</c:v>
                </c:pt>
                <c:pt idx="3">
                  <c:v>23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FC5-4849-9573-59417A4BCB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412008687"/>
        <c:axId val="412018767"/>
      </c:areaChart>
      <c:catAx>
        <c:axId val="4120086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412018767"/>
        <c:crosses val="autoZero"/>
        <c:auto val="1"/>
        <c:lblAlgn val="ctr"/>
        <c:lblOffset val="100"/>
        <c:noMultiLvlLbl val="0"/>
      </c:catAx>
      <c:valAx>
        <c:axId val="41201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4120086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sv-SE" b="1"/>
              <a:t>Mepco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Mepco!$A$2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Lbl>
              <c:idx val="5"/>
              <c:layout>
                <c:manualLayout>
                  <c:x val="-1.0774410774410775E-2"/>
                  <c:y val="-1.85185185185186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F53-4977-AB91-C18C4360CC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Mepco!$B$1:$G$1</c:f>
              <c:strCache>
                <c:ptCount val="6"/>
                <c:pt idx="0">
                  <c:v>w. 37</c:v>
                </c:pt>
                <c:pt idx="1">
                  <c:v>w. 38</c:v>
                </c:pt>
                <c:pt idx="2">
                  <c:v>w. 39</c:v>
                </c:pt>
                <c:pt idx="3">
                  <c:v>w. 40</c:v>
                </c:pt>
                <c:pt idx="4">
                  <c:v>w.41</c:v>
                </c:pt>
                <c:pt idx="5">
                  <c:v>end of w. 41</c:v>
                </c:pt>
              </c:strCache>
            </c:strRef>
          </c:cat>
          <c:val>
            <c:numRef>
              <c:f>Mepco!$B$2:$G$2</c:f>
              <c:numCache>
                <c:formatCode>General</c:formatCode>
                <c:ptCount val="6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53-4977-AB91-C18C4360CCB4}"/>
            </c:ext>
          </c:extLst>
        </c:ser>
        <c:ser>
          <c:idx val="1"/>
          <c:order val="1"/>
          <c:tx>
            <c:strRef>
              <c:f>Mepco!$A$3</c:f>
              <c:strCache>
                <c:ptCount val="1"/>
                <c:pt idx="0">
                  <c:v>Blocked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dLbls>
            <c:dLbl>
              <c:idx val="5"/>
              <c:layout>
                <c:manualLayout>
                  <c:x val="-1.0774410774410775E-2"/>
                  <c:y val="-1.38888888888889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F53-4977-AB91-C18C4360CC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Mepco!$B$1:$G$1</c:f>
              <c:strCache>
                <c:ptCount val="6"/>
                <c:pt idx="0">
                  <c:v>w. 37</c:v>
                </c:pt>
                <c:pt idx="1">
                  <c:v>w. 38</c:v>
                </c:pt>
                <c:pt idx="2">
                  <c:v>w. 39</c:v>
                </c:pt>
                <c:pt idx="3">
                  <c:v>w. 40</c:v>
                </c:pt>
                <c:pt idx="4">
                  <c:v>w.41</c:v>
                </c:pt>
                <c:pt idx="5">
                  <c:v>end of w. 41</c:v>
                </c:pt>
              </c:strCache>
            </c:strRef>
          </c:cat>
          <c:val>
            <c:numRef>
              <c:f>Mepco!$B$3:$G$3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</c:v>
                </c:pt>
                <c:pt idx="4">
                  <c:v>11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53-4977-AB91-C18C4360CCB4}"/>
            </c:ext>
          </c:extLst>
        </c:ser>
        <c:ser>
          <c:idx val="2"/>
          <c:order val="2"/>
          <c:tx>
            <c:strRef>
              <c:f>Mepco!$A$4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chemeClr val="accent3"/>
            </a:solidFill>
            <a:ln w="25400">
              <a:noFill/>
            </a:ln>
            <a:effectLst/>
          </c:spPr>
          <c:dLbls>
            <c:dLbl>
              <c:idx val="1"/>
              <c:layout>
                <c:manualLayout>
                  <c:x val="-2.6936026936026937E-3"/>
                  <c:y val="-1.85185185185185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F53-4977-AB91-C18C4360CC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Mepco!$B$1:$G$1</c:f>
              <c:strCache>
                <c:ptCount val="6"/>
                <c:pt idx="0">
                  <c:v>w. 37</c:v>
                </c:pt>
                <c:pt idx="1">
                  <c:v>w. 38</c:v>
                </c:pt>
                <c:pt idx="2">
                  <c:v>w. 39</c:v>
                </c:pt>
                <c:pt idx="3">
                  <c:v>w. 40</c:v>
                </c:pt>
                <c:pt idx="4">
                  <c:v>w.41</c:v>
                </c:pt>
                <c:pt idx="5">
                  <c:v>end of w. 41</c:v>
                </c:pt>
              </c:strCache>
            </c:strRef>
          </c:cat>
          <c:val>
            <c:numRef>
              <c:f>Mepco!$B$4:$G$4</c:f>
              <c:numCache>
                <c:formatCode>General</c:formatCode>
                <c:ptCount val="6"/>
                <c:pt idx="0">
                  <c:v>0</c:v>
                </c:pt>
                <c:pt idx="1">
                  <c:v>3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53-4977-AB91-C18C4360CCB4}"/>
            </c:ext>
          </c:extLst>
        </c:ser>
        <c:ser>
          <c:idx val="3"/>
          <c:order val="3"/>
          <c:tx>
            <c:strRef>
              <c:f>Mepco!$A$5</c:f>
              <c:strCache>
                <c:ptCount val="1"/>
                <c:pt idx="0">
                  <c:v>Not run</c:v>
                </c:pt>
              </c:strCache>
            </c:strRef>
          </c:tx>
          <c:spPr>
            <a:solidFill>
              <a:schemeClr val="accent4"/>
            </a:solidFill>
            <a:ln w="25400"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v-S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Mepco!$B$1:$G$1</c:f>
              <c:strCache>
                <c:ptCount val="6"/>
                <c:pt idx="0">
                  <c:v>w. 37</c:v>
                </c:pt>
                <c:pt idx="1">
                  <c:v>w. 38</c:v>
                </c:pt>
                <c:pt idx="2">
                  <c:v>w. 39</c:v>
                </c:pt>
                <c:pt idx="3">
                  <c:v>w. 40</c:v>
                </c:pt>
                <c:pt idx="4">
                  <c:v>w.41</c:v>
                </c:pt>
                <c:pt idx="5">
                  <c:v>end of w. 41</c:v>
                </c:pt>
              </c:strCache>
            </c:strRef>
          </c:cat>
          <c:val>
            <c:numRef>
              <c:f>Mepco!$B$5:$G$5</c:f>
              <c:numCache>
                <c:formatCode>General</c:formatCode>
                <c:ptCount val="6"/>
                <c:pt idx="0">
                  <c:v>0</c:v>
                </c:pt>
                <c:pt idx="1">
                  <c:v>35</c:v>
                </c:pt>
                <c:pt idx="2">
                  <c:v>68</c:v>
                </c:pt>
                <c:pt idx="3">
                  <c:v>49</c:v>
                </c:pt>
                <c:pt idx="4">
                  <c:v>49</c:v>
                </c:pt>
                <c:pt idx="5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F53-4977-AB91-C18C4360CC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250272240"/>
        <c:axId val="1250275480"/>
      </c:areaChart>
      <c:catAx>
        <c:axId val="1250272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1250275480"/>
        <c:crosses val="autoZero"/>
        <c:auto val="1"/>
        <c:lblAlgn val="ctr"/>
        <c:lblOffset val="100"/>
        <c:noMultiLvlLbl val="0"/>
      </c:catAx>
      <c:valAx>
        <c:axId val="1250275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12502722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11:14:11.8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11:14:08.1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37 24575,'1'6'0,"1"1"0,-1-1 0,1 0 0,1 0 0,-1 0 0,1 0 0,0 0 0,1 0 0,-1-1 0,5 6 0,3 6 0,32 47 0,1-2 0,71 73 0,117 100 0,-199-204 0,0-2 0,50 34 0,-82-62 0,0-1 0,1 1 0,0 0 0,-1-1 0,1 1 0,-1-1 0,1 1 0,0-1 0,-1 0 0,1 0 0,0 0 0,-1 0 0,1 0 0,0 0 0,-1 0 0,1 0 0,0-1 0,-1 1 0,1-1 0,-1 1 0,1-1 0,-1 1 0,1-1 0,-1 0 0,1 0 0,-1 0 0,1 0 0,-1 0 0,0 0 0,0 0 0,0-1 0,1 1 0,0-2 0,6-7 0,-1 0 0,-1 0 0,10-19 0,-9 16 0,83-185 0,-59 125 0,47-84 0,62-57-1365,-129 196-5461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47291E-DD88-4597-B4E7-0EAE012C9C46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3F635-6289-481D-A271-1BE7008843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63026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BC88-76C2-D9A1-9C19-EE89FD938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DF586AA4-F29F-DCEC-10CF-3C596474A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1988C6F3-3786-3D8C-9404-AF09800B4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485C3D6-BE21-055E-DF69-BBC54FBCB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3F635-6289-481D-A271-1BE70088435B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9404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C06D7-E636-F3CC-E5D4-F11178FA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B39CE127-ECE1-9D17-8C5A-31073CF6D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358D88E1-D4D3-7564-9704-CBB55F9EE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788333C-5166-88D0-88D5-C561C357F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3F635-6289-481D-A271-1BE70088435B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08006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3F635-6289-481D-A271-1BE70088435B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7570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1C3AE-E2AB-C626-C012-F24B5EB6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3F74F11C-D89C-20A7-A09B-F6BEBFCB6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C15C6FD5-5927-28AF-A2F2-EB1601C89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7D603C8F-CEF6-37CD-2DF8-95685968B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3F635-6289-481D-A271-1BE70088435B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8698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B0F5E-60E3-5B15-85E7-AB1A5EF9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17FC3F4B-EF35-A784-7E2E-70969B92D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65CA5117-89BF-8C86-36E7-E45C70741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23B7957-0CD8-D59F-414C-CAB490E85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3F635-6289-481D-A271-1BE70088435B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6755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1491-9D20-E0E6-7F73-9B48EF40D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2F331E21-4D38-3E0B-D11F-E2212A090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46C3C63B-38D6-CD75-B360-27622C03C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EDC3D4A-0BE2-9D57-1B64-498AA29F3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3F635-6289-481D-A271-1BE70088435B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4295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8A0E-4410-D18B-C13D-2EF176D6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C4E0CE90-217B-FB7C-4085-E5F5AB080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7E0CBB88-ED84-BA4A-8F40-6051FF956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1FBCEC3-E9E3-5052-0B9F-2A9B6DE5B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3F635-6289-481D-A271-1BE70088435B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4990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7126-B163-C84D-99B9-F978F3E2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6C744428-1BF7-5DBD-C895-D29A9E8F8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19551E05-9941-1621-EC2D-8FA338884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6984E3E-366D-C806-C5EE-6AB6FD3DD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3F635-6289-481D-A271-1BE70088435B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50329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CC Company Confidential ">
    <p:bg>
      <p:bgPr>
        <a:solidFill>
          <a:srgbClr val="181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grpSp>
        <p:nvGrpSpPr>
          <p:cNvPr id="11" name="Bild 5">
            <a:extLst>
              <a:ext uri="{FF2B5EF4-FFF2-40B4-BE49-F238E27FC236}">
                <a16:creationId xmlns:a16="http://schemas.microsoft.com/office/drawing/2014/main" id="{45A1B596-5944-4B46-93BC-3E32309C9011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bg1"/>
          </a:solidFill>
        </p:grpSpPr>
        <p:sp>
          <p:nvSpPr>
            <p:cNvPr id="12" name="Frihandsfigur 64">
              <a:extLst>
                <a:ext uri="{FF2B5EF4-FFF2-40B4-BE49-F238E27FC236}">
                  <a16:creationId xmlns:a16="http://schemas.microsoft.com/office/drawing/2014/main" id="{9218A892-DF8D-404A-A264-95948ECC8553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3" name="Frihandsfigur 65">
              <a:extLst>
                <a:ext uri="{FF2B5EF4-FFF2-40B4-BE49-F238E27FC236}">
                  <a16:creationId xmlns:a16="http://schemas.microsoft.com/office/drawing/2014/main" id="{A92C86FA-44FF-4A48-9703-25CC54EBC088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ihandsfigur 66">
              <a:extLst>
                <a:ext uri="{FF2B5EF4-FFF2-40B4-BE49-F238E27FC236}">
                  <a16:creationId xmlns:a16="http://schemas.microsoft.com/office/drawing/2014/main" id="{D1003704-00F2-ED40-882C-18F3F88E58B7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5" name="Bild 5">
              <a:extLst>
                <a:ext uri="{FF2B5EF4-FFF2-40B4-BE49-F238E27FC236}">
                  <a16:creationId xmlns:a16="http://schemas.microsoft.com/office/drawing/2014/main" id="{EBE45F7C-3672-6D4A-A09C-6688D041A801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16" name="Frihandsfigur 68">
                <a:extLst>
                  <a:ext uri="{FF2B5EF4-FFF2-40B4-BE49-F238E27FC236}">
                    <a16:creationId xmlns:a16="http://schemas.microsoft.com/office/drawing/2014/main" id="{0B107994-FA82-B344-8514-8F4E29651A1A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ihandsfigur 69">
                <a:extLst>
                  <a:ext uri="{FF2B5EF4-FFF2-40B4-BE49-F238E27FC236}">
                    <a16:creationId xmlns:a16="http://schemas.microsoft.com/office/drawing/2014/main" id="{5A75F633-4FAB-FC45-A4FF-91CF256B13C8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3" name="Frihandsfigur 70">
                <a:extLst>
                  <a:ext uri="{FF2B5EF4-FFF2-40B4-BE49-F238E27FC236}">
                    <a16:creationId xmlns:a16="http://schemas.microsoft.com/office/drawing/2014/main" id="{D202DE5E-F9F2-9A40-9741-C87A9D40C9AB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E4E919-582C-FD47-9823-4F5873969158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28" name="textruta 12">
              <a:extLst>
                <a:ext uri="{FF2B5EF4-FFF2-40B4-BE49-F238E27FC236}">
                  <a16:creationId xmlns:a16="http://schemas.microsoft.com/office/drawing/2014/main" id="{27964555-0332-944C-A6F4-A9A40F34002F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the presenter 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9" name="Picture 9">
              <a:extLst>
                <a:ext uri="{FF2B5EF4-FFF2-40B4-BE49-F238E27FC236}">
                  <a16:creationId xmlns:a16="http://schemas.microsoft.com/office/drawing/2014/main" id="{BBD16301-A35A-C84B-AF91-0A7E6CCF99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30" name="Oval 4">
              <a:extLst>
                <a:ext uri="{FF2B5EF4-FFF2-40B4-BE49-F238E27FC236}">
                  <a16:creationId xmlns:a16="http://schemas.microsoft.com/office/drawing/2014/main" id="{839D891F-1166-CF4B-8739-65E9E3153662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31" name="Connector: Elbow 131">
              <a:extLst>
                <a:ext uri="{FF2B5EF4-FFF2-40B4-BE49-F238E27FC236}">
                  <a16:creationId xmlns:a16="http://schemas.microsoft.com/office/drawing/2014/main" id="{00B4D6D3-CD37-644E-B14F-8C2087B19F0C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C1461C2-B1E8-62F8-FBE6-A6D03EEA796E}"/>
              </a:ext>
            </a:extLst>
          </p:cNvPr>
          <p:cNvSpPr txBox="1"/>
          <p:nvPr/>
        </p:nvSpPr>
        <p:spPr>
          <a:xfrm>
            <a:off x="482401" y="518400"/>
            <a:ext cx="423094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000" spc="40">
                <a:solidFill>
                  <a:schemeClr val="bg1"/>
                </a:solidFill>
              </a:rPr>
              <a:t>NCC Company Confidential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C7A3D78-D5E5-5475-18A5-38C36A65CD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1285360"/>
            <a:ext cx="5502474" cy="300724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bg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A9F3F95-495C-5ADB-7D69-90BD0D676A91}"/>
              </a:ext>
            </a:extLst>
          </p:cNvPr>
          <p:cNvSpPr/>
          <p:nvPr/>
        </p:nvSpPr>
        <p:spPr>
          <a:xfrm>
            <a:off x="0" y="4829175"/>
            <a:ext cx="1521106" cy="1520087"/>
          </a:xfrm>
          <a:custGeom>
            <a:avLst/>
            <a:gdLst>
              <a:gd name="connsiteX0" fmla="*/ 2074 w 1521106"/>
              <a:gd name="connsiteY0" fmla="*/ 0 h 1520087"/>
              <a:gd name="connsiteX1" fmla="*/ 1521106 w 1521106"/>
              <a:gd name="connsiteY1" fmla="*/ 0 h 1520087"/>
              <a:gd name="connsiteX2" fmla="*/ 147648 w 1521106"/>
              <a:gd name="connsiteY2" fmla="*/ 1520087 h 1520087"/>
              <a:gd name="connsiteX3" fmla="*/ 0 w 1521106"/>
              <a:gd name="connsiteY3" fmla="*/ 1520087 h 1520087"/>
              <a:gd name="connsiteX4" fmla="*/ 0 w 1521106"/>
              <a:gd name="connsiteY4" fmla="*/ 2295 h 152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1106" h="1520087">
                <a:moveTo>
                  <a:pt x="2074" y="0"/>
                </a:moveTo>
                <a:lnTo>
                  <a:pt x="1521106" y="0"/>
                </a:lnTo>
                <a:lnTo>
                  <a:pt x="147648" y="1520087"/>
                </a:lnTo>
                <a:lnTo>
                  <a:pt x="0" y="1520087"/>
                </a:lnTo>
                <a:lnTo>
                  <a:pt x="0" y="2295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solidFill>
                <a:schemeClr val="accent1"/>
              </a:solidFill>
            </a:endParaRPr>
          </a:p>
        </p:txBody>
      </p:sp>
      <p:sp>
        <p:nvSpPr>
          <p:cNvPr id="8" name="Frihandsfigur 104">
            <a:extLst>
              <a:ext uri="{FF2B5EF4-FFF2-40B4-BE49-F238E27FC236}">
                <a16:creationId xmlns:a16="http://schemas.microsoft.com/office/drawing/2014/main" id="{7F01027F-2D74-91EE-B601-63D8D955E85E}"/>
              </a:ext>
            </a:extLst>
          </p:cNvPr>
          <p:cNvSpPr/>
          <p:nvPr/>
        </p:nvSpPr>
        <p:spPr>
          <a:xfrm>
            <a:off x="1593528" y="4829175"/>
            <a:ext cx="2893545" cy="1520087"/>
          </a:xfrm>
          <a:custGeom>
            <a:avLst/>
            <a:gdLst>
              <a:gd name="connsiteX0" fmla="*/ 1741805 w 1741805"/>
              <a:gd name="connsiteY0" fmla="*/ 0 h 915035"/>
              <a:gd name="connsiteX1" fmla="*/ 827405 w 1741805"/>
              <a:gd name="connsiteY1" fmla="*/ 0 h 915035"/>
              <a:gd name="connsiteX2" fmla="*/ 0 w 1741805"/>
              <a:gd name="connsiteY2" fmla="*/ 915035 h 915035"/>
              <a:gd name="connsiteX3" fmla="*/ 915035 w 1741805"/>
              <a:gd name="connsiteY3" fmla="*/ 915035 h 9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1805" h="915035">
                <a:moveTo>
                  <a:pt x="1741805" y="0"/>
                </a:moveTo>
                <a:lnTo>
                  <a:pt x="827405" y="0"/>
                </a:lnTo>
                <a:lnTo>
                  <a:pt x="0" y="915035"/>
                </a:lnTo>
                <a:lnTo>
                  <a:pt x="915035" y="915035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1"/>
              </a:solidFill>
            </a:endParaRPr>
          </a:p>
        </p:txBody>
      </p:sp>
      <p:sp>
        <p:nvSpPr>
          <p:cNvPr id="9" name="Frihandsfigur 105">
            <a:extLst>
              <a:ext uri="{FF2B5EF4-FFF2-40B4-BE49-F238E27FC236}">
                <a16:creationId xmlns:a16="http://schemas.microsoft.com/office/drawing/2014/main" id="{FE197D91-28B7-409D-2B9D-849438C00638}"/>
              </a:ext>
            </a:extLst>
          </p:cNvPr>
          <p:cNvSpPr/>
          <p:nvPr/>
        </p:nvSpPr>
        <p:spPr>
          <a:xfrm>
            <a:off x="4512389" y="4826235"/>
            <a:ext cx="2893545" cy="1520087"/>
          </a:xfrm>
          <a:custGeom>
            <a:avLst/>
            <a:gdLst>
              <a:gd name="connsiteX0" fmla="*/ 1741805 w 1741805"/>
              <a:gd name="connsiteY0" fmla="*/ 0 h 915035"/>
              <a:gd name="connsiteX1" fmla="*/ 827405 w 1741805"/>
              <a:gd name="connsiteY1" fmla="*/ 0 h 915035"/>
              <a:gd name="connsiteX2" fmla="*/ 0 w 1741805"/>
              <a:gd name="connsiteY2" fmla="*/ 915035 h 915035"/>
              <a:gd name="connsiteX3" fmla="*/ 915036 w 1741805"/>
              <a:gd name="connsiteY3" fmla="*/ 915035 h 9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1805" h="915035">
                <a:moveTo>
                  <a:pt x="1741805" y="0"/>
                </a:moveTo>
                <a:lnTo>
                  <a:pt x="827405" y="0"/>
                </a:lnTo>
                <a:lnTo>
                  <a:pt x="0" y="915035"/>
                </a:lnTo>
                <a:lnTo>
                  <a:pt x="915036" y="915035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6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CC Strictly Company Confidential">
    <p:bg>
      <p:bgPr>
        <a:solidFill>
          <a:srgbClr val="181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E4E919-582C-FD47-9823-4F5873969158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28" name="textruta 12">
              <a:extLst>
                <a:ext uri="{FF2B5EF4-FFF2-40B4-BE49-F238E27FC236}">
                  <a16:creationId xmlns:a16="http://schemas.microsoft.com/office/drawing/2014/main" id="{27964555-0332-944C-A6F4-A9A40F34002F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the presenter 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9" name="Picture 9">
              <a:extLst>
                <a:ext uri="{FF2B5EF4-FFF2-40B4-BE49-F238E27FC236}">
                  <a16:creationId xmlns:a16="http://schemas.microsoft.com/office/drawing/2014/main" id="{BBD16301-A35A-C84B-AF91-0A7E6CCF99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30" name="Oval 4">
              <a:extLst>
                <a:ext uri="{FF2B5EF4-FFF2-40B4-BE49-F238E27FC236}">
                  <a16:creationId xmlns:a16="http://schemas.microsoft.com/office/drawing/2014/main" id="{839D891F-1166-CF4B-8739-65E9E3153662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31" name="Connector: Elbow 131">
              <a:extLst>
                <a:ext uri="{FF2B5EF4-FFF2-40B4-BE49-F238E27FC236}">
                  <a16:creationId xmlns:a16="http://schemas.microsoft.com/office/drawing/2014/main" id="{00B4D6D3-CD37-644E-B14F-8C2087B19F0C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CBA90ED-6F42-24F2-ABD3-102B6F94AA4D}"/>
              </a:ext>
            </a:extLst>
          </p:cNvPr>
          <p:cNvSpPr txBox="1"/>
          <p:nvPr/>
        </p:nvSpPr>
        <p:spPr>
          <a:xfrm>
            <a:off x="482401" y="518400"/>
            <a:ext cx="423094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000" spc="40">
                <a:solidFill>
                  <a:schemeClr val="bg1"/>
                </a:solidFill>
              </a:rPr>
              <a:t>NCC Strictly Company Confidential</a:t>
            </a:r>
          </a:p>
        </p:txBody>
      </p:sp>
      <p:grpSp>
        <p:nvGrpSpPr>
          <p:cNvPr id="24" name="Bild 5">
            <a:extLst>
              <a:ext uri="{FF2B5EF4-FFF2-40B4-BE49-F238E27FC236}">
                <a16:creationId xmlns:a16="http://schemas.microsoft.com/office/drawing/2014/main" id="{1745DB18-781B-724B-9A64-1A49F012F085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bg1"/>
          </a:solidFill>
        </p:grpSpPr>
        <p:sp>
          <p:nvSpPr>
            <p:cNvPr id="25" name="Frihandsfigur 64">
              <a:extLst>
                <a:ext uri="{FF2B5EF4-FFF2-40B4-BE49-F238E27FC236}">
                  <a16:creationId xmlns:a16="http://schemas.microsoft.com/office/drawing/2014/main" id="{AB09FDAA-511F-9F9A-E970-EDD1B5C5CEFB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ihandsfigur 65">
              <a:extLst>
                <a:ext uri="{FF2B5EF4-FFF2-40B4-BE49-F238E27FC236}">
                  <a16:creationId xmlns:a16="http://schemas.microsoft.com/office/drawing/2014/main" id="{C39D12FF-D4BB-F2C0-A9C2-7CA7D082922D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ihandsfigur 66">
              <a:extLst>
                <a:ext uri="{FF2B5EF4-FFF2-40B4-BE49-F238E27FC236}">
                  <a16:creationId xmlns:a16="http://schemas.microsoft.com/office/drawing/2014/main" id="{F4104833-4571-C08C-2886-3B028169F95D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33" name="Bild 5">
              <a:extLst>
                <a:ext uri="{FF2B5EF4-FFF2-40B4-BE49-F238E27FC236}">
                  <a16:creationId xmlns:a16="http://schemas.microsoft.com/office/drawing/2014/main" id="{7795EEAB-83C3-DEAD-FAE3-A04886AD7469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34" name="Frihandsfigur 68">
                <a:extLst>
                  <a:ext uri="{FF2B5EF4-FFF2-40B4-BE49-F238E27FC236}">
                    <a16:creationId xmlns:a16="http://schemas.microsoft.com/office/drawing/2014/main" id="{17EB98D2-256C-C5F5-A932-D2582289EDAB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5" name="Frihandsfigur 69">
                <a:extLst>
                  <a:ext uri="{FF2B5EF4-FFF2-40B4-BE49-F238E27FC236}">
                    <a16:creationId xmlns:a16="http://schemas.microsoft.com/office/drawing/2014/main" id="{B2B6F587-2F1A-35F1-D28F-21F198A0C0B0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6" name="Frihandsfigur 70">
                <a:extLst>
                  <a:ext uri="{FF2B5EF4-FFF2-40B4-BE49-F238E27FC236}">
                    <a16:creationId xmlns:a16="http://schemas.microsoft.com/office/drawing/2014/main" id="{ED1D9036-182A-7638-35BF-0273E6FE3CF1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3C0F610-AFE7-00F8-5B11-D7BD9A099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1285360"/>
            <a:ext cx="5502474" cy="300724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bg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D5F5C17-23A7-8C5E-5088-6A1CA23573DC}"/>
              </a:ext>
            </a:extLst>
          </p:cNvPr>
          <p:cNvSpPr/>
          <p:nvPr/>
        </p:nvSpPr>
        <p:spPr>
          <a:xfrm>
            <a:off x="0" y="4829175"/>
            <a:ext cx="1521106" cy="1520087"/>
          </a:xfrm>
          <a:custGeom>
            <a:avLst/>
            <a:gdLst>
              <a:gd name="connsiteX0" fmla="*/ 2074 w 1521106"/>
              <a:gd name="connsiteY0" fmla="*/ 0 h 1520087"/>
              <a:gd name="connsiteX1" fmla="*/ 1521106 w 1521106"/>
              <a:gd name="connsiteY1" fmla="*/ 0 h 1520087"/>
              <a:gd name="connsiteX2" fmla="*/ 147648 w 1521106"/>
              <a:gd name="connsiteY2" fmla="*/ 1520087 h 1520087"/>
              <a:gd name="connsiteX3" fmla="*/ 0 w 1521106"/>
              <a:gd name="connsiteY3" fmla="*/ 1520087 h 1520087"/>
              <a:gd name="connsiteX4" fmla="*/ 0 w 1521106"/>
              <a:gd name="connsiteY4" fmla="*/ 2295 h 152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1106" h="1520087">
                <a:moveTo>
                  <a:pt x="2074" y="0"/>
                </a:moveTo>
                <a:lnTo>
                  <a:pt x="1521106" y="0"/>
                </a:lnTo>
                <a:lnTo>
                  <a:pt x="147648" y="1520087"/>
                </a:lnTo>
                <a:lnTo>
                  <a:pt x="0" y="1520087"/>
                </a:lnTo>
                <a:lnTo>
                  <a:pt x="0" y="2295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solidFill>
                <a:schemeClr val="accent1"/>
              </a:solidFill>
            </a:endParaRPr>
          </a:p>
        </p:txBody>
      </p:sp>
      <p:sp>
        <p:nvSpPr>
          <p:cNvPr id="7" name="Frihandsfigur 104">
            <a:extLst>
              <a:ext uri="{FF2B5EF4-FFF2-40B4-BE49-F238E27FC236}">
                <a16:creationId xmlns:a16="http://schemas.microsoft.com/office/drawing/2014/main" id="{67FFF86E-4F9B-08C2-0440-1281FEE9A7B8}"/>
              </a:ext>
            </a:extLst>
          </p:cNvPr>
          <p:cNvSpPr/>
          <p:nvPr/>
        </p:nvSpPr>
        <p:spPr>
          <a:xfrm>
            <a:off x="1593528" y="4829175"/>
            <a:ext cx="2893545" cy="1520087"/>
          </a:xfrm>
          <a:custGeom>
            <a:avLst/>
            <a:gdLst>
              <a:gd name="connsiteX0" fmla="*/ 1741805 w 1741805"/>
              <a:gd name="connsiteY0" fmla="*/ 0 h 915035"/>
              <a:gd name="connsiteX1" fmla="*/ 827405 w 1741805"/>
              <a:gd name="connsiteY1" fmla="*/ 0 h 915035"/>
              <a:gd name="connsiteX2" fmla="*/ 0 w 1741805"/>
              <a:gd name="connsiteY2" fmla="*/ 915035 h 915035"/>
              <a:gd name="connsiteX3" fmla="*/ 915035 w 1741805"/>
              <a:gd name="connsiteY3" fmla="*/ 915035 h 9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1805" h="915035">
                <a:moveTo>
                  <a:pt x="1741805" y="0"/>
                </a:moveTo>
                <a:lnTo>
                  <a:pt x="827405" y="0"/>
                </a:lnTo>
                <a:lnTo>
                  <a:pt x="0" y="915035"/>
                </a:lnTo>
                <a:lnTo>
                  <a:pt x="915035" y="915035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1"/>
              </a:solidFill>
            </a:endParaRPr>
          </a:p>
        </p:txBody>
      </p:sp>
      <p:sp>
        <p:nvSpPr>
          <p:cNvPr id="9" name="Frihandsfigur 105">
            <a:extLst>
              <a:ext uri="{FF2B5EF4-FFF2-40B4-BE49-F238E27FC236}">
                <a16:creationId xmlns:a16="http://schemas.microsoft.com/office/drawing/2014/main" id="{86F334D7-000A-6564-DB31-D2C2A0F9C794}"/>
              </a:ext>
            </a:extLst>
          </p:cNvPr>
          <p:cNvSpPr/>
          <p:nvPr/>
        </p:nvSpPr>
        <p:spPr>
          <a:xfrm>
            <a:off x="4512389" y="4826235"/>
            <a:ext cx="2893545" cy="1520087"/>
          </a:xfrm>
          <a:custGeom>
            <a:avLst/>
            <a:gdLst>
              <a:gd name="connsiteX0" fmla="*/ 1741805 w 1741805"/>
              <a:gd name="connsiteY0" fmla="*/ 0 h 915035"/>
              <a:gd name="connsiteX1" fmla="*/ 827405 w 1741805"/>
              <a:gd name="connsiteY1" fmla="*/ 0 h 915035"/>
              <a:gd name="connsiteX2" fmla="*/ 0 w 1741805"/>
              <a:gd name="connsiteY2" fmla="*/ 915035 h 915035"/>
              <a:gd name="connsiteX3" fmla="*/ 915036 w 1741805"/>
              <a:gd name="connsiteY3" fmla="*/ 915035 h 9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1805" h="915035">
                <a:moveTo>
                  <a:pt x="1741805" y="0"/>
                </a:moveTo>
                <a:lnTo>
                  <a:pt x="827405" y="0"/>
                </a:lnTo>
                <a:lnTo>
                  <a:pt x="0" y="915035"/>
                </a:lnTo>
                <a:lnTo>
                  <a:pt x="915036" y="915035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6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image 1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latshållare för bild 6">
            <a:extLst>
              <a:ext uri="{FF2B5EF4-FFF2-40B4-BE49-F238E27FC236}">
                <a16:creationId xmlns:a16="http://schemas.microsoft.com/office/drawing/2014/main" id="{FB0E5C65-E64C-C745-FCFC-D35A9912D75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2"/>
            <a:ext cx="12193199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E24335-A0E6-B24B-A892-6C7FB5F32514}"/>
              </a:ext>
            </a:extLst>
          </p:cNvPr>
          <p:cNvSpPr txBox="1"/>
          <p:nvPr/>
        </p:nvSpPr>
        <p:spPr>
          <a:xfrm>
            <a:off x="7622698" y="6489812"/>
            <a:ext cx="4078386" cy="202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700" spc="40" noProof="0">
                <a:solidFill>
                  <a:schemeClr val="bg1"/>
                </a:solidFill>
              </a:rPr>
              <a:t>Papirøen, Copenhagen, Denmark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bg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31" name="Bild 5">
            <a:extLst>
              <a:ext uri="{FF2B5EF4-FFF2-40B4-BE49-F238E27FC236}">
                <a16:creationId xmlns:a16="http://schemas.microsoft.com/office/drawing/2014/main" id="{753D6251-5BE4-2E4E-B760-EED0ACAE40F7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bg1"/>
          </a:solidFill>
        </p:grpSpPr>
        <p:sp>
          <p:nvSpPr>
            <p:cNvPr id="32" name="Frihandsfigur 64">
              <a:extLst>
                <a:ext uri="{FF2B5EF4-FFF2-40B4-BE49-F238E27FC236}">
                  <a16:creationId xmlns:a16="http://schemas.microsoft.com/office/drawing/2014/main" id="{C30B5A9C-3E39-C64B-B157-108E6AB0C971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3" name="Frihandsfigur 65">
              <a:extLst>
                <a:ext uri="{FF2B5EF4-FFF2-40B4-BE49-F238E27FC236}">
                  <a16:creationId xmlns:a16="http://schemas.microsoft.com/office/drawing/2014/main" id="{1D0742F1-8162-FC49-956A-0B75D1835301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4" name="Frihandsfigur 66">
              <a:extLst>
                <a:ext uri="{FF2B5EF4-FFF2-40B4-BE49-F238E27FC236}">
                  <a16:creationId xmlns:a16="http://schemas.microsoft.com/office/drawing/2014/main" id="{C8D6B55F-00CF-6C4F-81B7-ED7A842614C6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grpSp>
          <p:nvGrpSpPr>
            <p:cNvPr id="35" name="Bild 5">
              <a:extLst>
                <a:ext uri="{FF2B5EF4-FFF2-40B4-BE49-F238E27FC236}">
                  <a16:creationId xmlns:a16="http://schemas.microsoft.com/office/drawing/2014/main" id="{925D294F-1317-7643-8F2B-8CC2860C379F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36" name="Frihandsfigur 68">
                <a:extLst>
                  <a:ext uri="{FF2B5EF4-FFF2-40B4-BE49-F238E27FC236}">
                    <a16:creationId xmlns:a16="http://schemas.microsoft.com/office/drawing/2014/main" id="{F2884FFE-3C6F-3C47-BEA2-92773DB08E01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Frihandsfigur 69">
                <a:extLst>
                  <a:ext uri="{FF2B5EF4-FFF2-40B4-BE49-F238E27FC236}">
                    <a16:creationId xmlns:a16="http://schemas.microsoft.com/office/drawing/2014/main" id="{9A835202-9D0E-9947-97F9-ADE28A9AEA62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Frihandsfigur 70">
                <a:extLst>
                  <a:ext uri="{FF2B5EF4-FFF2-40B4-BE49-F238E27FC236}">
                    <a16:creationId xmlns:a16="http://schemas.microsoft.com/office/drawing/2014/main" id="{5B26AA8F-9FFB-E14F-8D16-AEAEFB6CDFF4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4" name="Group 42">
            <a:extLst>
              <a:ext uri="{FF2B5EF4-FFF2-40B4-BE49-F238E27FC236}">
                <a16:creationId xmlns:a16="http://schemas.microsoft.com/office/drawing/2014/main" id="{15898D50-1053-7844-93FE-5DB4AF55C60F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45" name="textruta 12">
              <a:extLst>
                <a:ext uri="{FF2B5EF4-FFF2-40B4-BE49-F238E27FC236}">
                  <a16:creationId xmlns:a16="http://schemas.microsoft.com/office/drawing/2014/main" id="{556B7F0A-60FC-B149-950B-4ABFF9A47849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</a:t>
              </a:r>
              <a:b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the presenter,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46" name="Picture 9">
              <a:extLst>
                <a:ext uri="{FF2B5EF4-FFF2-40B4-BE49-F238E27FC236}">
                  <a16:creationId xmlns:a16="http://schemas.microsoft.com/office/drawing/2014/main" id="{AAAE469A-808E-5945-883F-69615D30B6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47" name="Oval 4">
              <a:extLst>
                <a:ext uri="{FF2B5EF4-FFF2-40B4-BE49-F238E27FC236}">
                  <a16:creationId xmlns:a16="http://schemas.microsoft.com/office/drawing/2014/main" id="{95BD7D39-485B-5F43-9FB3-BE9CD6176F03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48" name="Connector: Elbow 131">
              <a:extLst>
                <a:ext uri="{FF2B5EF4-FFF2-40B4-BE49-F238E27FC236}">
                  <a16:creationId xmlns:a16="http://schemas.microsoft.com/office/drawing/2014/main" id="{10D9B4E6-1AC5-2F44-9FEC-537ABACB2C00}"/>
                </a:ext>
              </a:extLst>
            </p:cNvPr>
            <p:cNvCxnSpPr>
              <a:cxnSpLocks/>
              <a:endCxn id="47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EA40760-E1FA-8D4F-B5FE-2516442641E4}"/>
              </a:ext>
            </a:extLst>
          </p:cNvPr>
          <p:cNvSpPr txBox="1"/>
          <p:nvPr/>
        </p:nvSpPr>
        <p:spPr>
          <a:xfrm>
            <a:off x="12532179" y="46618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endParaRPr lang="en-US" sz="2000" spc="40" noProof="0"/>
          </a:p>
        </p:txBody>
      </p:sp>
    </p:spTree>
    <p:extLst>
      <p:ext uri="{BB962C8B-B14F-4D97-AF65-F5344CB8AC3E}">
        <p14:creationId xmlns:p14="http://schemas.microsoft.com/office/powerpoint/2010/main" val="236825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tshållare för bild 6">
            <a:extLst>
              <a:ext uri="{FF2B5EF4-FFF2-40B4-BE49-F238E27FC236}">
                <a16:creationId xmlns:a16="http://schemas.microsoft.com/office/drawing/2014/main" id="{2F6006B1-B7C7-B496-2A3E-279D30568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87" y="2"/>
            <a:ext cx="12180229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31" name="Bild 5">
            <a:extLst>
              <a:ext uri="{FF2B5EF4-FFF2-40B4-BE49-F238E27FC236}">
                <a16:creationId xmlns:a16="http://schemas.microsoft.com/office/drawing/2014/main" id="{753D6251-5BE4-2E4E-B760-EED0ACAE40F7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tx1"/>
          </a:solidFill>
        </p:grpSpPr>
        <p:sp>
          <p:nvSpPr>
            <p:cNvPr id="32" name="Frihandsfigur 64">
              <a:extLst>
                <a:ext uri="{FF2B5EF4-FFF2-40B4-BE49-F238E27FC236}">
                  <a16:creationId xmlns:a16="http://schemas.microsoft.com/office/drawing/2014/main" id="{C30B5A9C-3E39-C64B-B157-108E6AB0C971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ihandsfigur 65">
              <a:extLst>
                <a:ext uri="{FF2B5EF4-FFF2-40B4-BE49-F238E27FC236}">
                  <a16:creationId xmlns:a16="http://schemas.microsoft.com/office/drawing/2014/main" id="{1D0742F1-8162-FC49-956A-0B75D1835301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ihandsfigur 66">
              <a:extLst>
                <a:ext uri="{FF2B5EF4-FFF2-40B4-BE49-F238E27FC236}">
                  <a16:creationId xmlns:a16="http://schemas.microsoft.com/office/drawing/2014/main" id="{C8D6B55F-00CF-6C4F-81B7-ED7A842614C6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35" name="Bild 5">
              <a:extLst>
                <a:ext uri="{FF2B5EF4-FFF2-40B4-BE49-F238E27FC236}">
                  <a16:creationId xmlns:a16="http://schemas.microsoft.com/office/drawing/2014/main" id="{925D294F-1317-7643-8F2B-8CC2860C379F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36" name="Frihandsfigur 68">
                <a:extLst>
                  <a:ext uri="{FF2B5EF4-FFF2-40B4-BE49-F238E27FC236}">
                    <a16:creationId xmlns:a16="http://schemas.microsoft.com/office/drawing/2014/main" id="{F2884FFE-3C6F-3C47-BEA2-92773DB08E01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7" name="Frihandsfigur 69">
                <a:extLst>
                  <a:ext uri="{FF2B5EF4-FFF2-40B4-BE49-F238E27FC236}">
                    <a16:creationId xmlns:a16="http://schemas.microsoft.com/office/drawing/2014/main" id="{9A835202-9D0E-9947-97F9-ADE28A9AEA62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8" name="Frihandsfigur 70">
                <a:extLst>
                  <a:ext uri="{FF2B5EF4-FFF2-40B4-BE49-F238E27FC236}">
                    <a16:creationId xmlns:a16="http://schemas.microsoft.com/office/drawing/2014/main" id="{5B26AA8F-9FFB-E14F-8D16-AEAEFB6CDFF4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C59DCD4-F338-2B4C-9917-1EC22EBA3131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40" name="textruta 12">
              <a:extLst>
                <a:ext uri="{FF2B5EF4-FFF2-40B4-BE49-F238E27FC236}">
                  <a16:creationId xmlns:a16="http://schemas.microsoft.com/office/drawing/2014/main" id="{D4D742DC-6CEC-D643-B5FD-1A91BF66C81A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</a:t>
              </a:r>
              <a:b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the presenter,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41" name="Picture 9">
              <a:extLst>
                <a:ext uri="{FF2B5EF4-FFF2-40B4-BE49-F238E27FC236}">
                  <a16:creationId xmlns:a16="http://schemas.microsoft.com/office/drawing/2014/main" id="{D89F1AE2-FB7F-BF4D-9269-3E999C7BDC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42" name="Oval 4">
              <a:extLst>
                <a:ext uri="{FF2B5EF4-FFF2-40B4-BE49-F238E27FC236}">
                  <a16:creationId xmlns:a16="http://schemas.microsoft.com/office/drawing/2014/main" id="{7DFD597D-3953-5F42-9B21-D9191A6717A6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43" name="Connector: Elbow 131">
              <a:extLst>
                <a:ext uri="{FF2B5EF4-FFF2-40B4-BE49-F238E27FC236}">
                  <a16:creationId xmlns:a16="http://schemas.microsoft.com/office/drawing/2014/main" id="{D003AE01-5F5B-D647-AA71-49824ED448FD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38DDC36-A0D1-5645-9928-31305958BEDD}"/>
              </a:ext>
            </a:extLst>
          </p:cNvPr>
          <p:cNvSpPr txBox="1"/>
          <p:nvPr/>
        </p:nvSpPr>
        <p:spPr>
          <a:xfrm>
            <a:off x="7703618" y="6489812"/>
            <a:ext cx="3997466" cy="202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endParaRPr lang="en-US" sz="700" spc="40" noProof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E607B-8A74-923C-C31F-CE52123D490B}"/>
              </a:ext>
            </a:extLst>
          </p:cNvPr>
          <p:cNvSpPr txBox="1"/>
          <p:nvPr/>
        </p:nvSpPr>
        <p:spPr>
          <a:xfrm>
            <a:off x="7622698" y="6489812"/>
            <a:ext cx="4078386" cy="202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700" spc="40" noProof="0">
                <a:solidFill>
                  <a:schemeClr val="bg1"/>
                </a:solidFill>
              </a:rPr>
              <a:t>Safety, Finland</a:t>
            </a:r>
          </a:p>
        </p:txBody>
      </p:sp>
    </p:spTree>
    <p:extLst>
      <p:ext uri="{BB962C8B-B14F-4D97-AF65-F5344CB8AC3E}">
        <p14:creationId xmlns:p14="http://schemas.microsoft.com/office/powerpoint/2010/main" val="146218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tshållare för bild 6">
            <a:extLst>
              <a:ext uri="{FF2B5EF4-FFF2-40B4-BE49-F238E27FC236}">
                <a16:creationId xmlns:a16="http://schemas.microsoft.com/office/drawing/2014/main" id="{7C62E08A-7CB5-A6EF-E489-37C7842937D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08" y="2"/>
            <a:ext cx="12187987" cy="6857999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31" name="Bild 5">
            <a:extLst>
              <a:ext uri="{FF2B5EF4-FFF2-40B4-BE49-F238E27FC236}">
                <a16:creationId xmlns:a16="http://schemas.microsoft.com/office/drawing/2014/main" id="{753D6251-5BE4-2E4E-B760-EED0ACAE40F7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tx1"/>
          </a:solidFill>
        </p:grpSpPr>
        <p:sp>
          <p:nvSpPr>
            <p:cNvPr id="32" name="Frihandsfigur 64">
              <a:extLst>
                <a:ext uri="{FF2B5EF4-FFF2-40B4-BE49-F238E27FC236}">
                  <a16:creationId xmlns:a16="http://schemas.microsoft.com/office/drawing/2014/main" id="{C30B5A9C-3E39-C64B-B157-108E6AB0C971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ihandsfigur 65">
              <a:extLst>
                <a:ext uri="{FF2B5EF4-FFF2-40B4-BE49-F238E27FC236}">
                  <a16:creationId xmlns:a16="http://schemas.microsoft.com/office/drawing/2014/main" id="{1D0742F1-8162-FC49-956A-0B75D1835301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ihandsfigur 66">
              <a:extLst>
                <a:ext uri="{FF2B5EF4-FFF2-40B4-BE49-F238E27FC236}">
                  <a16:creationId xmlns:a16="http://schemas.microsoft.com/office/drawing/2014/main" id="{C8D6B55F-00CF-6C4F-81B7-ED7A842614C6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35" name="Bild 5">
              <a:extLst>
                <a:ext uri="{FF2B5EF4-FFF2-40B4-BE49-F238E27FC236}">
                  <a16:creationId xmlns:a16="http://schemas.microsoft.com/office/drawing/2014/main" id="{925D294F-1317-7643-8F2B-8CC2860C379F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36" name="Frihandsfigur 68">
                <a:extLst>
                  <a:ext uri="{FF2B5EF4-FFF2-40B4-BE49-F238E27FC236}">
                    <a16:creationId xmlns:a16="http://schemas.microsoft.com/office/drawing/2014/main" id="{F2884FFE-3C6F-3C47-BEA2-92773DB08E01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7" name="Frihandsfigur 69">
                <a:extLst>
                  <a:ext uri="{FF2B5EF4-FFF2-40B4-BE49-F238E27FC236}">
                    <a16:creationId xmlns:a16="http://schemas.microsoft.com/office/drawing/2014/main" id="{9A835202-9D0E-9947-97F9-ADE28A9AEA62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8" name="Frihandsfigur 70">
                <a:extLst>
                  <a:ext uri="{FF2B5EF4-FFF2-40B4-BE49-F238E27FC236}">
                    <a16:creationId xmlns:a16="http://schemas.microsoft.com/office/drawing/2014/main" id="{5B26AA8F-9FFB-E14F-8D16-AEAEFB6CDFF4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grpSp>
        <p:nvGrpSpPr>
          <p:cNvPr id="26" name="Group 38">
            <a:extLst>
              <a:ext uri="{FF2B5EF4-FFF2-40B4-BE49-F238E27FC236}">
                <a16:creationId xmlns:a16="http://schemas.microsoft.com/office/drawing/2014/main" id="{F796E500-B2A0-EA4B-8A2A-FD5A5BBB97F9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27" name="textruta 12">
              <a:extLst>
                <a:ext uri="{FF2B5EF4-FFF2-40B4-BE49-F238E27FC236}">
                  <a16:creationId xmlns:a16="http://schemas.microsoft.com/office/drawing/2014/main" id="{15A8324C-111A-EC4C-B5D7-6266C389FE74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</a:t>
              </a:r>
              <a:b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the presenter,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8" name="Picture 9">
              <a:extLst>
                <a:ext uri="{FF2B5EF4-FFF2-40B4-BE49-F238E27FC236}">
                  <a16:creationId xmlns:a16="http://schemas.microsoft.com/office/drawing/2014/main" id="{E3FF3D47-1274-7D4F-867D-AA5C5C1ABA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9" name="Oval 4">
              <a:extLst>
                <a:ext uri="{FF2B5EF4-FFF2-40B4-BE49-F238E27FC236}">
                  <a16:creationId xmlns:a16="http://schemas.microsoft.com/office/drawing/2014/main" id="{14E66506-1D18-4E48-955E-CA0D3905A5F5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30" name="Connector: Elbow 131">
              <a:extLst>
                <a:ext uri="{FF2B5EF4-FFF2-40B4-BE49-F238E27FC236}">
                  <a16:creationId xmlns:a16="http://schemas.microsoft.com/office/drawing/2014/main" id="{F66225DF-1611-7B4F-96CD-8E9DB1485C3F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2EE8FC1-8464-DD45-B7AB-42E9C9A18B1D}"/>
              </a:ext>
            </a:extLst>
          </p:cNvPr>
          <p:cNvSpPr txBox="1"/>
          <p:nvPr/>
        </p:nvSpPr>
        <p:spPr>
          <a:xfrm>
            <a:off x="7703618" y="6489812"/>
            <a:ext cx="3997466" cy="202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r"/>
            <a:r>
              <a:rPr lang="en-US" sz="700" noProof="0">
                <a:solidFill>
                  <a:schemeClr val="bg1"/>
                </a:solidFill>
              </a:rPr>
              <a:t>Granåsen, Trondheim, Norway</a:t>
            </a:r>
          </a:p>
        </p:txBody>
      </p:sp>
    </p:spTree>
    <p:extLst>
      <p:ext uri="{BB962C8B-B14F-4D97-AF65-F5344CB8AC3E}">
        <p14:creationId xmlns:p14="http://schemas.microsoft.com/office/powerpoint/2010/main" val="124563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imag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tshållare för bild 6">
            <a:extLst>
              <a:ext uri="{FF2B5EF4-FFF2-40B4-BE49-F238E27FC236}">
                <a16:creationId xmlns:a16="http://schemas.microsoft.com/office/drawing/2014/main" id="{6804231A-403C-F4DA-77A5-860E239A4FF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08" y="2"/>
            <a:ext cx="12187987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bg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31" name="Bild 5">
            <a:extLst>
              <a:ext uri="{FF2B5EF4-FFF2-40B4-BE49-F238E27FC236}">
                <a16:creationId xmlns:a16="http://schemas.microsoft.com/office/drawing/2014/main" id="{753D6251-5BE4-2E4E-B760-EED0ACAE40F7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bg1"/>
          </a:solidFill>
        </p:grpSpPr>
        <p:sp>
          <p:nvSpPr>
            <p:cNvPr id="32" name="Frihandsfigur 64">
              <a:extLst>
                <a:ext uri="{FF2B5EF4-FFF2-40B4-BE49-F238E27FC236}">
                  <a16:creationId xmlns:a16="http://schemas.microsoft.com/office/drawing/2014/main" id="{C30B5A9C-3E39-C64B-B157-108E6AB0C971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ihandsfigur 65">
              <a:extLst>
                <a:ext uri="{FF2B5EF4-FFF2-40B4-BE49-F238E27FC236}">
                  <a16:creationId xmlns:a16="http://schemas.microsoft.com/office/drawing/2014/main" id="{1D0742F1-8162-FC49-956A-0B75D1835301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ihandsfigur 66">
              <a:extLst>
                <a:ext uri="{FF2B5EF4-FFF2-40B4-BE49-F238E27FC236}">
                  <a16:creationId xmlns:a16="http://schemas.microsoft.com/office/drawing/2014/main" id="{C8D6B55F-00CF-6C4F-81B7-ED7A842614C6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35" name="Bild 5">
              <a:extLst>
                <a:ext uri="{FF2B5EF4-FFF2-40B4-BE49-F238E27FC236}">
                  <a16:creationId xmlns:a16="http://schemas.microsoft.com/office/drawing/2014/main" id="{925D294F-1317-7643-8F2B-8CC2860C379F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36" name="Frihandsfigur 68">
                <a:extLst>
                  <a:ext uri="{FF2B5EF4-FFF2-40B4-BE49-F238E27FC236}">
                    <a16:creationId xmlns:a16="http://schemas.microsoft.com/office/drawing/2014/main" id="{F2884FFE-3C6F-3C47-BEA2-92773DB08E01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7" name="Frihandsfigur 69">
                <a:extLst>
                  <a:ext uri="{FF2B5EF4-FFF2-40B4-BE49-F238E27FC236}">
                    <a16:creationId xmlns:a16="http://schemas.microsoft.com/office/drawing/2014/main" id="{9A835202-9D0E-9947-97F9-ADE28A9AEA62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8" name="Frihandsfigur 70">
                <a:extLst>
                  <a:ext uri="{FF2B5EF4-FFF2-40B4-BE49-F238E27FC236}">
                    <a16:creationId xmlns:a16="http://schemas.microsoft.com/office/drawing/2014/main" id="{5B26AA8F-9FFB-E14F-8D16-AEAEFB6CDFF4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B194EEB-E781-DF4E-828A-4DC24A60DC8E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39" name="textruta 12">
              <a:extLst>
                <a:ext uri="{FF2B5EF4-FFF2-40B4-BE49-F238E27FC236}">
                  <a16:creationId xmlns:a16="http://schemas.microsoft.com/office/drawing/2014/main" id="{B40721FA-9E99-C34F-B82D-3EC0285324D0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</a:t>
              </a:r>
              <a:b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the presenter,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40" name="Picture 9">
              <a:extLst>
                <a:ext uri="{FF2B5EF4-FFF2-40B4-BE49-F238E27FC236}">
                  <a16:creationId xmlns:a16="http://schemas.microsoft.com/office/drawing/2014/main" id="{80C60B89-EDA8-2446-B19E-323F67D954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41" name="Oval 4">
              <a:extLst>
                <a:ext uri="{FF2B5EF4-FFF2-40B4-BE49-F238E27FC236}">
                  <a16:creationId xmlns:a16="http://schemas.microsoft.com/office/drawing/2014/main" id="{FE9FC831-2EB2-344F-886B-96DDD7BB8574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42" name="Connector: Elbow 131">
              <a:extLst>
                <a:ext uri="{FF2B5EF4-FFF2-40B4-BE49-F238E27FC236}">
                  <a16:creationId xmlns:a16="http://schemas.microsoft.com/office/drawing/2014/main" id="{62527517-384C-5C4D-A232-B0E6C0146AE9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46125B0-D59E-1C48-9F32-C84B182F8BF4}"/>
              </a:ext>
            </a:extLst>
          </p:cNvPr>
          <p:cNvSpPr txBox="1"/>
          <p:nvPr/>
        </p:nvSpPr>
        <p:spPr>
          <a:xfrm>
            <a:off x="7703618" y="6489812"/>
            <a:ext cx="3997466" cy="202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700" spc="40" noProof="0">
                <a:solidFill>
                  <a:schemeClr val="bg1"/>
                </a:solidFill>
              </a:rPr>
              <a:t>Hangar 5, Brommastaden, Sweden</a:t>
            </a:r>
          </a:p>
        </p:txBody>
      </p:sp>
    </p:spTree>
    <p:extLst>
      <p:ext uri="{BB962C8B-B14F-4D97-AF65-F5344CB8AC3E}">
        <p14:creationId xmlns:p14="http://schemas.microsoft.com/office/powerpoint/2010/main" val="1629534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imag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tshållare för bild 6" descr="En bild som visar utomhus, himmel, transport, mark&#10;&#10;Automatiskt genererad beskrivning">
            <a:extLst>
              <a:ext uri="{FF2B5EF4-FFF2-40B4-BE49-F238E27FC236}">
                <a16:creationId xmlns:a16="http://schemas.microsoft.com/office/drawing/2014/main" id="{A22FA44D-F474-D8A0-253F-601AA426ABD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3199" cy="6857999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bg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31" name="Bild 5">
            <a:extLst>
              <a:ext uri="{FF2B5EF4-FFF2-40B4-BE49-F238E27FC236}">
                <a16:creationId xmlns:a16="http://schemas.microsoft.com/office/drawing/2014/main" id="{753D6251-5BE4-2E4E-B760-EED0ACAE40F7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bg1"/>
          </a:solidFill>
        </p:grpSpPr>
        <p:sp>
          <p:nvSpPr>
            <p:cNvPr id="32" name="Frihandsfigur 64">
              <a:extLst>
                <a:ext uri="{FF2B5EF4-FFF2-40B4-BE49-F238E27FC236}">
                  <a16:creationId xmlns:a16="http://schemas.microsoft.com/office/drawing/2014/main" id="{C30B5A9C-3E39-C64B-B157-108E6AB0C971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ihandsfigur 65">
              <a:extLst>
                <a:ext uri="{FF2B5EF4-FFF2-40B4-BE49-F238E27FC236}">
                  <a16:creationId xmlns:a16="http://schemas.microsoft.com/office/drawing/2014/main" id="{1D0742F1-8162-FC49-956A-0B75D1835301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ihandsfigur 66">
              <a:extLst>
                <a:ext uri="{FF2B5EF4-FFF2-40B4-BE49-F238E27FC236}">
                  <a16:creationId xmlns:a16="http://schemas.microsoft.com/office/drawing/2014/main" id="{C8D6B55F-00CF-6C4F-81B7-ED7A842614C6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35" name="Bild 5">
              <a:extLst>
                <a:ext uri="{FF2B5EF4-FFF2-40B4-BE49-F238E27FC236}">
                  <a16:creationId xmlns:a16="http://schemas.microsoft.com/office/drawing/2014/main" id="{925D294F-1317-7643-8F2B-8CC2860C379F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36" name="Frihandsfigur 68">
                <a:extLst>
                  <a:ext uri="{FF2B5EF4-FFF2-40B4-BE49-F238E27FC236}">
                    <a16:creationId xmlns:a16="http://schemas.microsoft.com/office/drawing/2014/main" id="{F2884FFE-3C6F-3C47-BEA2-92773DB08E01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7" name="Frihandsfigur 69">
                <a:extLst>
                  <a:ext uri="{FF2B5EF4-FFF2-40B4-BE49-F238E27FC236}">
                    <a16:creationId xmlns:a16="http://schemas.microsoft.com/office/drawing/2014/main" id="{9A835202-9D0E-9947-97F9-ADE28A9AEA62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8" name="Frihandsfigur 70">
                <a:extLst>
                  <a:ext uri="{FF2B5EF4-FFF2-40B4-BE49-F238E27FC236}">
                    <a16:creationId xmlns:a16="http://schemas.microsoft.com/office/drawing/2014/main" id="{5B26AA8F-9FFB-E14F-8D16-AEAEFB6CDFF4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C8B45B-D5F5-9241-BE3D-CDBC5B49BDC9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39" name="textruta 12">
              <a:extLst>
                <a:ext uri="{FF2B5EF4-FFF2-40B4-BE49-F238E27FC236}">
                  <a16:creationId xmlns:a16="http://schemas.microsoft.com/office/drawing/2014/main" id="{CA0E2B02-881D-BD4E-AAA8-475118C1869A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</a:t>
              </a:r>
              <a:b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the presenter,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40" name="Picture 9">
              <a:extLst>
                <a:ext uri="{FF2B5EF4-FFF2-40B4-BE49-F238E27FC236}">
                  <a16:creationId xmlns:a16="http://schemas.microsoft.com/office/drawing/2014/main" id="{91A2CD1D-8485-4044-800C-3AC2432802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41" name="Oval 4">
              <a:extLst>
                <a:ext uri="{FF2B5EF4-FFF2-40B4-BE49-F238E27FC236}">
                  <a16:creationId xmlns:a16="http://schemas.microsoft.com/office/drawing/2014/main" id="{3993036C-617F-EB4C-935F-4EA5AE9824AA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42" name="Connector: Elbow 131">
              <a:extLst>
                <a:ext uri="{FF2B5EF4-FFF2-40B4-BE49-F238E27FC236}">
                  <a16:creationId xmlns:a16="http://schemas.microsoft.com/office/drawing/2014/main" id="{7A99F99C-721F-3C42-8217-C7A77EB2B483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A83B4A6-E1F5-076F-005C-4D3D444F6B69}"/>
              </a:ext>
            </a:extLst>
          </p:cNvPr>
          <p:cNvSpPr/>
          <p:nvPr/>
        </p:nvSpPr>
        <p:spPr>
          <a:xfrm>
            <a:off x="0" y="4902110"/>
            <a:ext cx="12192000" cy="195589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3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en-US" spc="40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6B5256-AA50-0244-B59E-4F822EDBF41F}"/>
              </a:ext>
            </a:extLst>
          </p:cNvPr>
          <p:cNvSpPr txBox="1"/>
          <p:nvPr/>
        </p:nvSpPr>
        <p:spPr>
          <a:xfrm>
            <a:off x="7703618" y="6489812"/>
            <a:ext cx="3997466" cy="202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700" spc="40" noProof="0">
                <a:solidFill>
                  <a:schemeClr val="bg1"/>
                </a:solidFill>
              </a:rPr>
              <a:t>Uddevalla quarry, Glimmingen, Sweden</a:t>
            </a:r>
          </a:p>
        </p:txBody>
      </p:sp>
    </p:spTree>
    <p:extLst>
      <p:ext uri="{BB962C8B-B14F-4D97-AF65-F5344CB8AC3E}">
        <p14:creationId xmlns:p14="http://schemas.microsoft.com/office/powerpoint/2010/main" val="379097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imag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 descr="A tractor on a road&#10;&#10;Description automatically generated with low confidence">
            <a:extLst>
              <a:ext uri="{FF2B5EF4-FFF2-40B4-BE49-F238E27FC236}">
                <a16:creationId xmlns:a16="http://schemas.microsoft.com/office/drawing/2014/main" id="{48C9FF50-601B-5810-CAA5-858A82FC48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" y="2"/>
            <a:ext cx="12193199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31" name="Bild 5">
            <a:extLst>
              <a:ext uri="{FF2B5EF4-FFF2-40B4-BE49-F238E27FC236}">
                <a16:creationId xmlns:a16="http://schemas.microsoft.com/office/drawing/2014/main" id="{753D6251-5BE4-2E4E-B760-EED0ACAE40F7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tx1"/>
          </a:solidFill>
        </p:grpSpPr>
        <p:sp>
          <p:nvSpPr>
            <p:cNvPr id="32" name="Frihandsfigur 64">
              <a:extLst>
                <a:ext uri="{FF2B5EF4-FFF2-40B4-BE49-F238E27FC236}">
                  <a16:creationId xmlns:a16="http://schemas.microsoft.com/office/drawing/2014/main" id="{C30B5A9C-3E39-C64B-B157-108E6AB0C971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3" name="Frihandsfigur 65">
              <a:extLst>
                <a:ext uri="{FF2B5EF4-FFF2-40B4-BE49-F238E27FC236}">
                  <a16:creationId xmlns:a16="http://schemas.microsoft.com/office/drawing/2014/main" id="{1D0742F1-8162-FC49-956A-0B75D1835301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4" name="Frihandsfigur 66">
              <a:extLst>
                <a:ext uri="{FF2B5EF4-FFF2-40B4-BE49-F238E27FC236}">
                  <a16:creationId xmlns:a16="http://schemas.microsoft.com/office/drawing/2014/main" id="{C8D6B55F-00CF-6C4F-81B7-ED7A842614C6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grpSp>
          <p:nvGrpSpPr>
            <p:cNvPr id="35" name="Bild 5">
              <a:extLst>
                <a:ext uri="{FF2B5EF4-FFF2-40B4-BE49-F238E27FC236}">
                  <a16:creationId xmlns:a16="http://schemas.microsoft.com/office/drawing/2014/main" id="{925D294F-1317-7643-8F2B-8CC2860C379F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36" name="Frihandsfigur 68">
                <a:extLst>
                  <a:ext uri="{FF2B5EF4-FFF2-40B4-BE49-F238E27FC236}">
                    <a16:creationId xmlns:a16="http://schemas.microsoft.com/office/drawing/2014/main" id="{F2884FFE-3C6F-3C47-BEA2-92773DB08E01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Frihandsfigur 69">
                <a:extLst>
                  <a:ext uri="{FF2B5EF4-FFF2-40B4-BE49-F238E27FC236}">
                    <a16:creationId xmlns:a16="http://schemas.microsoft.com/office/drawing/2014/main" id="{9A835202-9D0E-9947-97F9-ADE28A9AEA62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Frihandsfigur 70">
                <a:extLst>
                  <a:ext uri="{FF2B5EF4-FFF2-40B4-BE49-F238E27FC236}">
                    <a16:creationId xmlns:a16="http://schemas.microsoft.com/office/drawing/2014/main" id="{5B26AA8F-9FFB-E14F-8D16-AEAEFB6CDFF4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D6225C7-0E37-C046-82F4-84F0DB1952B5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44" name="textruta 12">
              <a:extLst>
                <a:ext uri="{FF2B5EF4-FFF2-40B4-BE49-F238E27FC236}">
                  <a16:creationId xmlns:a16="http://schemas.microsoft.com/office/drawing/2014/main" id="{2A189457-B8CA-7142-897D-907C4A6F2E43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</a:t>
              </a:r>
              <a:b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the presenter,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45" name="Picture 9">
              <a:extLst>
                <a:ext uri="{FF2B5EF4-FFF2-40B4-BE49-F238E27FC236}">
                  <a16:creationId xmlns:a16="http://schemas.microsoft.com/office/drawing/2014/main" id="{4B35D537-6D30-FB4A-9DB8-C305EA267D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46" name="Oval 4">
              <a:extLst>
                <a:ext uri="{FF2B5EF4-FFF2-40B4-BE49-F238E27FC236}">
                  <a16:creationId xmlns:a16="http://schemas.microsoft.com/office/drawing/2014/main" id="{D61FB552-ADAA-5D49-BD5C-08C37DF0857E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47" name="Connector: Elbow 131">
              <a:extLst>
                <a:ext uri="{FF2B5EF4-FFF2-40B4-BE49-F238E27FC236}">
                  <a16:creationId xmlns:a16="http://schemas.microsoft.com/office/drawing/2014/main" id="{E34CCF2A-9AD6-8743-9C0B-8534B30E94A5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8F62E21-C496-AB47-B9BA-2282B60F764B}"/>
              </a:ext>
            </a:extLst>
          </p:cNvPr>
          <p:cNvSpPr txBox="1"/>
          <p:nvPr/>
        </p:nvSpPr>
        <p:spPr>
          <a:xfrm>
            <a:off x="7703618" y="6489812"/>
            <a:ext cx="3997466" cy="202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700" spc="40" noProof="0">
                <a:solidFill>
                  <a:schemeClr val="bg1"/>
                </a:solidFill>
              </a:rPr>
              <a:t>Storstrømsbroen, Denmark</a:t>
            </a:r>
          </a:p>
        </p:txBody>
      </p:sp>
    </p:spTree>
    <p:extLst>
      <p:ext uri="{BB962C8B-B14F-4D97-AF65-F5344CB8AC3E}">
        <p14:creationId xmlns:p14="http://schemas.microsoft.com/office/powerpoint/2010/main" val="406452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imag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dge over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87614511-3E23-ADFD-EAE9-719B700716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31" name="Bild 5">
            <a:extLst>
              <a:ext uri="{FF2B5EF4-FFF2-40B4-BE49-F238E27FC236}">
                <a16:creationId xmlns:a16="http://schemas.microsoft.com/office/drawing/2014/main" id="{753D6251-5BE4-2E4E-B760-EED0ACAE40F7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tx1"/>
          </a:solidFill>
        </p:grpSpPr>
        <p:sp>
          <p:nvSpPr>
            <p:cNvPr id="32" name="Frihandsfigur 64">
              <a:extLst>
                <a:ext uri="{FF2B5EF4-FFF2-40B4-BE49-F238E27FC236}">
                  <a16:creationId xmlns:a16="http://schemas.microsoft.com/office/drawing/2014/main" id="{C30B5A9C-3E39-C64B-B157-108E6AB0C971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ihandsfigur 65">
              <a:extLst>
                <a:ext uri="{FF2B5EF4-FFF2-40B4-BE49-F238E27FC236}">
                  <a16:creationId xmlns:a16="http://schemas.microsoft.com/office/drawing/2014/main" id="{1D0742F1-8162-FC49-956A-0B75D1835301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ihandsfigur 66">
              <a:extLst>
                <a:ext uri="{FF2B5EF4-FFF2-40B4-BE49-F238E27FC236}">
                  <a16:creationId xmlns:a16="http://schemas.microsoft.com/office/drawing/2014/main" id="{C8D6B55F-00CF-6C4F-81B7-ED7A842614C6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35" name="Bild 5">
              <a:extLst>
                <a:ext uri="{FF2B5EF4-FFF2-40B4-BE49-F238E27FC236}">
                  <a16:creationId xmlns:a16="http://schemas.microsoft.com/office/drawing/2014/main" id="{925D294F-1317-7643-8F2B-8CC2860C379F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36" name="Frihandsfigur 68">
                <a:extLst>
                  <a:ext uri="{FF2B5EF4-FFF2-40B4-BE49-F238E27FC236}">
                    <a16:creationId xmlns:a16="http://schemas.microsoft.com/office/drawing/2014/main" id="{F2884FFE-3C6F-3C47-BEA2-92773DB08E01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7" name="Frihandsfigur 69">
                <a:extLst>
                  <a:ext uri="{FF2B5EF4-FFF2-40B4-BE49-F238E27FC236}">
                    <a16:creationId xmlns:a16="http://schemas.microsoft.com/office/drawing/2014/main" id="{9A835202-9D0E-9947-97F9-ADE28A9AEA62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8" name="Frihandsfigur 70">
                <a:extLst>
                  <a:ext uri="{FF2B5EF4-FFF2-40B4-BE49-F238E27FC236}">
                    <a16:creationId xmlns:a16="http://schemas.microsoft.com/office/drawing/2014/main" id="{5B26AA8F-9FFB-E14F-8D16-AEAEFB6CDFF4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0BA7E2-85D0-334E-9736-7FA28BDD8C50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40" name="textruta 12">
              <a:extLst>
                <a:ext uri="{FF2B5EF4-FFF2-40B4-BE49-F238E27FC236}">
                  <a16:creationId xmlns:a16="http://schemas.microsoft.com/office/drawing/2014/main" id="{81B508EA-E0E9-0645-8116-77BBC438E87F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</a:t>
              </a:r>
              <a:b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the presenter,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41" name="Picture 9">
              <a:extLst>
                <a:ext uri="{FF2B5EF4-FFF2-40B4-BE49-F238E27FC236}">
                  <a16:creationId xmlns:a16="http://schemas.microsoft.com/office/drawing/2014/main" id="{077E0E3C-0B7F-F04A-8FB3-6FBBA0F3C3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42" name="Oval 4">
              <a:extLst>
                <a:ext uri="{FF2B5EF4-FFF2-40B4-BE49-F238E27FC236}">
                  <a16:creationId xmlns:a16="http://schemas.microsoft.com/office/drawing/2014/main" id="{45061229-63EF-084F-A0C6-91D8C0342A0D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43" name="Connector: Elbow 131">
              <a:extLst>
                <a:ext uri="{FF2B5EF4-FFF2-40B4-BE49-F238E27FC236}">
                  <a16:creationId xmlns:a16="http://schemas.microsoft.com/office/drawing/2014/main" id="{8E156F3E-8B05-294F-9340-A012A0D82D8D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2E33181-47F3-0146-87EE-A56D47F884F7}"/>
              </a:ext>
            </a:extLst>
          </p:cNvPr>
          <p:cNvSpPr txBox="1"/>
          <p:nvPr/>
        </p:nvSpPr>
        <p:spPr>
          <a:xfrm>
            <a:off x="7703618" y="6489812"/>
            <a:ext cx="3997466" cy="202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700" spc="40" noProof="0">
                <a:solidFill>
                  <a:schemeClr val="bg1"/>
                </a:solidFill>
              </a:rPr>
              <a:t>Kalixbron, Kalix, Sweden</a:t>
            </a:r>
          </a:p>
        </p:txBody>
      </p:sp>
    </p:spTree>
    <p:extLst>
      <p:ext uri="{BB962C8B-B14F-4D97-AF65-F5344CB8AC3E}">
        <p14:creationId xmlns:p14="http://schemas.microsoft.com/office/powerpoint/2010/main" val="68946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imag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tshållare för bild 6">
            <a:extLst>
              <a:ext uri="{FF2B5EF4-FFF2-40B4-BE49-F238E27FC236}">
                <a16:creationId xmlns:a16="http://schemas.microsoft.com/office/drawing/2014/main" id="{0DA5D824-6D5B-605E-FC1B-699CBDB8177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3199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31" name="Bild 5">
            <a:extLst>
              <a:ext uri="{FF2B5EF4-FFF2-40B4-BE49-F238E27FC236}">
                <a16:creationId xmlns:a16="http://schemas.microsoft.com/office/drawing/2014/main" id="{753D6251-5BE4-2E4E-B760-EED0ACAE40F7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tx1"/>
          </a:solidFill>
        </p:grpSpPr>
        <p:sp>
          <p:nvSpPr>
            <p:cNvPr id="32" name="Frihandsfigur 64">
              <a:extLst>
                <a:ext uri="{FF2B5EF4-FFF2-40B4-BE49-F238E27FC236}">
                  <a16:creationId xmlns:a16="http://schemas.microsoft.com/office/drawing/2014/main" id="{C30B5A9C-3E39-C64B-B157-108E6AB0C971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ihandsfigur 65">
              <a:extLst>
                <a:ext uri="{FF2B5EF4-FFF2-40B4-BE49-F238E27FC236}">
                  <a16:creationId xmlns:a16="http://schemas.microsoft.com/office/drawing/2014/main" id="{1D0742F1-8162-FC49-956A-0B75D1835301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ihandsfigur 66">
              <a:extLst>
                <a:ext uri="{FF2B5EF4-FFF2-40B4-BE49-F238E27FC236}">
                  <a16:creationId xmlns:a16="http://schemas.microsoft.com/office/drawing/2014/main" id="{C8D6B55F-00CF-6C4F-81B7-ED7A842614C6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35" name="Bild 5">
              <a:extLst>
                <a:ext uri="{FF2B5EF4-FFF2-40B4-BE49-F238E27FC236}">
                  <a16:creationId xmlns:a16="http://schemas.microsoft.com/office/drawing/2014/main" id="{925D294F-1317-7643-8F2B-8CC2860C379F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36" name="Frihandsfigur 68">
                <a:extLst>
                  <a:ext uri="{FF2B5EF4-FFF2-40B4-BE49-F238E27FC236}">
                    <a16:creationId xmlns:a16="http://schemas.microsoft.com/office/drawing/2014/main" id="{F2884FFE-3C6F-3C47-BEA2-92773DB08E01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7" name="Frihandsfigur 69">
                <a:extLst>
                  <a:ext uri="{FF2B5EF4-FFF2-40B4-BE49-F238E27FC236}">
                    <a16:creationId xmlns:a16="http://schemas.microsoft.com/office/drawing/2014/main" id="{9A835202-9D0E-9947-97F9-ADE28A9AEA62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8" name="Frihandsfigur 70">
                <a:extLst>
                  <a:ext uri="{FF2B5EF4-FFF2-40B4-BE49-F238E27FC236}">
                    <a16:creationId xmlns:a16="http://schemas.microsoft.com/office/drawing/2014/main" id="{5B26AA8F-9FFB-E14F-8D16-AEAEFB6CDFF4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0BA7E2-85D0-334E-9736-7FA28BDD8C50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40" name="textruta 12">
              <a:extLst>
                <a:ext uri="{FF2B5EF4-FFF2-40B4-BE49-F238E27FC236}">
                  <a16:creationId xmlns:a16="http://schemas.microsoft.com/office/drawing/2014/main" id="{81B508EA-E0E9-0645-8116-77BBC438E87F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</a:t>
              </a:r>
              <a:b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the presenter,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41" name="Picture 9">
              <a:extLst>
                <a:ext uri="{FF2B5EF4-FFF2-40B4-BE49-F238E27FC236}">
                  <a16:creationId xmlns:a16="http://schemas.microsoft.com/office/drawing/2014/main" id="{077E0E3C-0B7F-F04A-8FB3-6FBBA0F3C3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42" name="Oval 4">
              <a:extLst>
                <a:ext uri="{FF2B5EF4-FFF2-40B4-BE49-F238E27FC236}">
                  <a16:creationId xmlns:a16="http://schemas.microsoft.com/office/drawing/2014/main" id="{45061229-63EF-084F-A0C6-91D8C0342A0D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43" name="Connector: Elbow 131">
              <a:extLst>
                <a:ext uri="{FF2B5EF4-FFF2-40B4-BE49-F238E27FC236}">
                  <a16:creationId xmlns:a16="http://schemas.microsoft.com/office/drawing/2014/main" id="{8E156F3E-8B05-294F-9340-A012A0D82D8D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DA25403-55AC-AAA5-1A69-3D2B1AC826F7}"/>
              </a:ext>
            </a:extLst>
          </p:cNvPr>
          <p:cNvSpPr txBox="1"/>
          <p:nvPr/>
        </p:nvSpPr>
        <p:spPr>
          <a:xfrm>
            <a:off x="7703618" y="6489812"/>
            <a:ext cx="3997466" cy="202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en-US" sz="700" spc="40" noProof="0">
                <a:solidFill>
                  <a:schemeClr val="bg1"/>
                </a:solidFill>
              </a:rPr>
              <a:t>Grand Curiosa Hotel, Gothenburg, Sweden</a:t>
            </a:r>
          </a:p>
        </p:txBody>
      </p:sp>
    </p:spTree>
    <p:extLst>
      <p:ext uri="{BB962C8B-B14F-4D97-AF65-F5344CB8AC3E}">
        <p14:creationId xmlns:p14="http://schemas.microsoft.com/office/powerpoint/2010/main" val="200366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imag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6EC550-2E41-A237-A9AB-4723FFF99AF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0BA7E2-85D0-334E-9736-7FA28BDD8C50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40" name="textruta 12">
              <a:extLst>
                <a:ext uri="{FF2B5EF4-FFF2-40B4-BE49-F238E27FC236}">
                  <a16:creationId xmlns:a16="http://schemas.microsoft.com/office/drawing/2014/main" id="{81B508EA-E0E9-0645-8116-77BBC438E87F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</a:t>
              </a:r>
              <a:b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the presenter,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41" name="Picture 9">
              <a:extLst>
                <a:ext uri="{FF2B5EF4-FFF2-40B4-BE49-F238E27FC236}">
                  <a16:creationId xmlns:a16="http://schemas.microsoft.com/office/drawing/2014/main" id="{077E0E3C-0B7F-F04A-8FB3-6FBBA0F3C3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42" name="Oval 4">
              <a:extLst>
                <a:ext uri="{FF2B5EF4-FFF2-40B4-BE49-F238E27FC236}">
                  <a16:creationId xmlns:a16="http://schemas.microsoft.com/office/drawing/2014/main" id="{45061229-63EF-084F-A0C6-91D8C0342A0D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43" name="Connector: Elbow 131">
              <a:extLst>
                <a:ext uri="{FF2B5EF4-FFF2-40B4-BE49-F238E27FC236}">
                  <a16:creationId xmlns:a16="http://schemas.microsoft.com/office/drawing/2014/main" id="{8E156F3E-8B05-294F-9340-A012A0D82D8D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Bild 5">
            <a:extLst>
              <a:ext uri="{FF2B5EF4-FFF2-40B4-BE49-F238E27FC236}">
                <a16:creationId xmlns:a16="http://schemas.microsoft.com/office/drawing/2014/main" id="{753D6251-5BE4-2E4E-B760-EED0ACAE40F7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tx1"/>
          </a:solidFill>
        </p:grpSpPr>
        <p:sp>
          <p:nvSpPr>
            <p:cNvPr id="32" name="Frihandsfigur 64">
              <a:extLst>
                <a:ext uri="{FF2B5EF4-FFF2-40B4-BE49-F238E27FC236}">
                  <a16:creationId xmlns:a16="http://schemas.microsoft.com/office/drawing/2014/main" id="{C30B5A9C-3E39-C64B-B157-108E6AB0C971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ihandsfigur 65">
              <a:extLst>
                <a:ext uri="{FF2B5EF4-FFF2-40B4-BE49-F238E27FC236}">
                  <a16:creationId xmlns:a16="http://schemas.microsoft.com/office/drawing/2014/main" id="{1D0742F1-8162-FC49-956A-0B75D1835301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ihandsfigur 66">
              <a:extLst>
                <a:ext uri="{FF2B5EF4-FFF2-40B4-BE49-F238E27FC236}">
                  <a16:creationId xmlns:a16="http://schemas.microsoft.com/office/drawing/2014/main" id="{C8D6B55F-00CF-6C4F-81B7-ED7A842614C6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35" name="Bild 5">
              <a:extLst>
                <a:ext uri="{FF2B5EF4-FFF2-40B4-BE49-F238E27FC236}">
                  <a16:creationId xmlns:a16="http://schemas.microsoft.com/office/drawing/2014/main" id="{925D294F-1317-7643-8F2B-8CC2860C379F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36" name="Frihandsfigur 68">
                <a:extLst>
                  <a:ext uri="{FF2B5EF4-FFF2-40B4-BE49-F238E27FC236}">
                    <a16:creationId xmlns:a16="http://schemas.microsoft.com/office/drawing/2014/main" id="{F2884FFE-3C6F-3C47-BEA2-92773DB08E01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7" name="Frihandsfigur 69">
                <a:extLst>
                  <a:ext uri="{FF2B5EF4-FFF2-40B4-BE49-F238E27FC236}">
                    <a16:creationId xmlns:a16="http://schemas.microsoft.com/office/drawing/2014/main" id="{9A835202-9D0E-9947-97F9-ADE28A9AEA62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38" name="Frihandsfigur 70">
                <a:extLst>
                  <a:ext uri="{FF2B5EF4-FFF2-40B4-BE49-F238E27FC236}">
                    <a16:creationId xmlns:a16="http://schemas.microsoft.com/office/drawing/2014/main" id="{5B26AA8F-9FFB-E14F-8D16-AEAEFB6CDFF4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374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self-select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tshållare för bild 36">
            <a:extLst>
              <a:ext uri="{FF2B5EF4-FFF2-40B4-BE49-F238E27FC236}">
                <a16:creationId xmlns:a16="http://schemas.microsoft.com/office/drawing/2014/main" id="{76B2CBCD-C56C-2543-B330-7DD67B077FF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" y="2"/>
            <a:ext cx="12193199" cy="6857999"/>
          </a:xfrm>
          <a:custGeom>
            <a:avLst/>
            <a:gdLst>
              <a:gd name="connsiteX0" fmla="*/ 10521337 w 12193199"/>
              <a:gd name="connsiteY0" fmla="*/ 608525 h 6857999"/>
              <a:gd name="connsiteX1" fmla="*/ 10518469 w 12193199"/>
              <a:gd name="connsiteY1" fmla="*/ 622963 h 6857999"/>
              <a:gd name="connsiteX2" fmla="*/ 10531376 w 12193199"/>
              <a:gd name="connsiteY2" fmla="*/ 635086 h 6857999"/>
              <a:gd name="connsiteX3" fmla="*/ 10494421 w 12193199"/>
              <a:gd name="connsiteY3" fmla="*/ 821119 h 6857999"/>
              <a:gd name="connsiteX4" fmla="*/ 10476660 w 12193199"/>
              <a:gd name="connsiteY4" fmla="*/ 837540 h 6857999"/>
              <a:gd name="connsiteX5" fmla="*/ 10473792 w 12193199"/>
              <a:gd name="connsiteY5" fmla="*/ 852087 h 6857999"/>
              <a:gd name="connsiteX6" fmla="*/ 10572302 w 12193199"/>
              <a:gd name="connsiteY6" fmla="*/ 852087 h 6857999"/>
              <a:gd name="connsiteX7" fmla="*/ 10575170 w 12193199"/>
              <a:gd name="connsiteY7" fmla="*/ 837540 h 6857999"/>
              <a:gd name="connsiteX8" fmla="*/ 10561602 w 12193199"/>
              <a:gd name="connsiteY8" fmla="*/ 825417 h 6857999"/>
              <a:gd name="connsiteX9" fmla="*/ 10586202 w 12193199"/>
              <a:gd name="connsiteY9" fmla="*/ 701321 h 6857999"/>
              <a:gd name="connsiteX10" fmla="*/ 10693095 w 12193199"/>
              <a:gd name="connsiteY10" fmla="*/ 851977 h 6857999"/>
              <a:gd name="connsiteX11" fmla="*/ 10770094 w 12193199"/>
              <a:gd name="connsiteY11" fmla="*/ 851977 h 6857999"/>
              <a:gd name="connsiteX12" fmla="*/ 10813006 w 12193199"/>
              <a:gd name="connsiteY12" fmla="*/ 634976 h 6857999"/>
              <a:gd name="connsiteX13" fmla="*/ 10826575 w 12193199"/>
              <a:gd name="connsiteY13" fmla="*/ 623073 h 6857999"/>
              <a:gd name="connsiteX14" fmla="*/ 10829443 w 12193199"/>
              <a:gd name="connsiteY14" fmla="*/ 608525 h 6857999"/>
              <a:gd name="connsiteX15" fmla="*/ 10738324 w 12193199"/>
              <a:gd name="connsiteY15" fmla="*/ 608525 h 6857999"/>
              <a:gd name="connsiteX16" fmla="*/ 10735456 w 12193199"/>
              <a:gd name="connsiteY16" fmla="*/ 623073 h 6857999"/>
              <a:gd name="connsiteX17" fmla="*/ 10744943 w 12193199"/>
              <a:gd name="connsiteY17" fmla="*/ 634535 h 6857999"/>
              <a:gd name="connsiteX18" fmla="*/ 10723101 w 12193199"/>
              <a:gd name="connsiteY18" fmla="*/ 744744 h 6857999"/>
              <a:gd name="connsiteX19" fmla="*/ 10624922 w 12193199"/>
              <a:gd name="connsiteY19" fmla="*/ 608525 h 6857999"/>
              <a:gd name="connsiteX20" fmla="*/ 11277537 w 12193199"/>
              <a:gd name="connsiteY20" fmla="*/ 603235 h 6857999"/>
              <a:gd name="connsiteX21" fmla="*/ 11109309 w 12193199"/>
              <a:gd name="connsiteY21" fmla="*/ 718403 h 6857999"/>
              <a:gd name="connsiteX22" fmla="*/ 11220946 w 12193199"/>
              <a:gd name="connsiteY22" fmla="*/ 856937 h 6857999"/>
              <a:gd name="connsiteX23" fmla="*/ 11326737 w 12193199"/>
              <a:gd name="connsiteY23" fmla="*/ 851867 h 6857999"/>
              <a:gd name="connsiteX24" fmla="*/ 11346152 w 12193199"/>
              <a:gd name="connsiteY24" fmla="*/ 773398 h 6857999"/>
              <a:gd name="connsiteX25" fmla="*/ 11329495 w 12193199"/>
              <a:gd name="connsiteY25" fmla="*/ 773398 h 6857999"/>
              <a:gd name="connsiteX26" fmla="*/ 11234736 w 12193199"/>
              <a:gd name="connsiteY26" fmla="*/ 791913 h 6857999"/>
              <a:gd name="connsiteX27" fmla="*/ 11185977 w 12193199"/>
              <a:gd name="connsiteY27" fmla="*/ 719616 h 6857999"/>
              <a:gd name="connsiteX28" fmla="*/ 11268381 w 12193199"/>
              <a:gd name="connsiteY28" fmla="*/ 666826 h 6857999"/>
              <a:gd name="connsiteX29" fmla="*/ 11339644 w 12193199"/>
              <a:gd name="connsiteY29" fmla="*/ 686222 h 6857999"/>
              <a:gd name="connsiteX30" fmla="*/ 11356853 w 12193199"/>
              <a:gd name="connsiteY30" fmla="*/ 686222 h 6857999"/>
              <a:gd name="connsiteX31" fmla="*/ 11372407 w 12193199"/>
              <a:gd name="connsiteY31" fmla="*/ 611390 h 6857999"/>
              <a:gd name="connsiteX32" fmla="*/ 11277537 w 12193199"/>
              <a:gd name="connsiteY32" fmla="*/ 603235 h 6857999"/>
              <a:gd name="connsiteX33" fmla="*/ 11003849 w 12193199"/>
              <a:gd name="connsiteY33" fmla="*/ 603235 h 6857999"/>
              <a:gd name="connsiteX34" fmla="*/ 10835621 w 12193199"/>
              <a:gd name="connsiteY34" fmla="*/ 718403 h 6857999"/>
              <a:gd name="connsiteX35" fmla="*/ 10947258 w 12193199"/>
              <a:gd name="connsiteY35" fmla="*/ 856937 h 6857999"/>
              <a:gd name="connsiteX36" fmla="*/ 11053049 w 12193199"/>
              <a:gd name="connsiteY36" fmla="*/ 851867 h 6857999"/>
              <a:gd name="connsiteX37" fmla="*/ 11072464 w 12193199"/>
              <a:gd name="connsiteY37" fmla="*/ 773398 h 6857999"/>
              <a:gd name="connsiteX38" fmla="*/ 11055807 w 12193199"/>
              <a:gd name="connsiteY38" fmla="*/ 773398 h 6857999"/>
              <a:gd name="connsiteX39" fmla="*/ 10961048 w 12193199"/>
              <a:gd name="connsiteY39" fmla="*/ 791913 h 6857999"/>
              <a:gd name="connsiteX40" fmla="*/ 10912289 w 12193199"/>
              <a:gd name="connsiteY40" fmla="*/ 719616 h 6857999"/>
              <a:gd name="connsiteX41" fmla="*/ 10994693 w 12193199"/>
              <a:gd name="connsiteY41" fmla="*/ 666826 h 6857999"/>
              <a:gd name="connsiteX42" fmla="*/ 11065956 w 12193199"/>
              <a:gd name="connsiteY42" fmla="*/ 686222 h 6857999"/>
              <a:gd name="connsiteX43" fmla="*/ 11083165 w 12193199"/>
              <a:gd name="connsiteY43" fmla="*/ 686222 h 6857999"/>
              <a:gd name="connsiteX44" fmla="*/ 11098719 w 12193199"/>
              <a:gd name="connsiteY44" fmla="*/ 611390 h 6857999"/>
              <a:gd name="connsiteX45" fmla="*/ 11003849 w 12193199"/>
              <a:gd name="connsiteY45" fmla="*/ 603235 h 6857999"/>
              <a:gd name="connsiteX46" fmla="*/ 11599654 w 12193199"/>
              <a:gd name="connsiteY46" fmla="*/ 584499 h 6857999"/>
              <a:gd name="connsiteX47" fmla="*/ 11539974 w 12193199"/>
              <a:gd name="connsiteY47" fmla="*/ 628583 h 6857999"/>
              <a:gd name="connsiteX48" fmla="*/ 11621055 w 12193199"/>
              <a:gd name="connsiteY48" fmla="*/ 701651 h 6857999"/>
              <a:gd name="connsiteX49" fmla="*/ 11058675 w 12193199"/>
              <a:gd name="connsiteY49" fmla="*/ 504267 h 6857999"/>
              <a:gd name="connsiteX50" fmla="*/ 11456025 w 12193199"/>
              <a:gd name="connsiteY50" fmla="*/ 583067 h 6857999"/>
              <a:gd name="connsiteX51" fmla="*/ 11373621 w 12193199"/>
              <a:gd name="connsiteY51" fmla="*/ 736698 h 6857999"/>
              <a:gd name="connsiteX52" fmla="*/ 11689008 w 12193199"/>
              <a:gd name="connsiteY52" fmla="*/ 504267 h 6857999"/>
              <a:gd name="connsiteX53" fmla="*/ 11564684 w 12193199"/>
              <a:gd name="connsiteY53" fmla="*/ 398025 h 6857999"/>
              <a:gd name="connsiteX54" fmla="*/ 11510410 w 12193199"/>
              <a:gd name="connsiteY54" fmla="*/ 493136 h 6857999"/>
              <a:gd name="connsiteX55" fmla="*/ 11582665 w 12193199"/>
              <a:gd name="connsiteY55" fmla="*/ 493136 h 6857999"/>
              <a:gd name="connsiteX56" fmla="*/ 0 w 12193199"/>
              <a:gd name="connsiteY56" fmla="*/ 0 h 6857999"/>
              <a:gd name="connsiteX57" fmla="*/ 12193199 w 12193199"/>
              <a:gd name="connsiteY57" fmla="*/ 0 h 6857999"/>
              <a:gd name="connsiteX58" fmla="*/ 12193199 w 12193199"/>
              <a:gd name="connsiteY58" fmla="*/ 6857999 h 6857999"/>
              <a:gd name="connsiteX59" fmla="*/ 0 w 12193199"/>
              <a:gd name="connsiteY5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3199" h="6857999">
                <a:moveTo>
                  <a:pt x="10521337" y="608525"/>
                </a:moveTo>
                <a:lnTo>
                  <a:pt x="10518469" y="622963"/>
                </a:lnTo>
                <a:cubicBezTo>
                  <a:pt x="10530052" y="622963"/>
                  <a:pt x="10533141" y="625828"/>
                  <a:pt x="10531376" y="635086"/>
                </a:cubicBezTo>
                <a:cubicBezTo>
                  <a:pt x="10531376" y="635086"/>
                  <a:pt x="10498392" y="803375"/>
                  <a:pt x="10494421" y="821119"/>
                </a:cubicBezTo>
                <a:cubicBezTo>
                  <a:pt x="10491442" y="834123"/>
                  <a:pt x="10491442" y="837319"/>
                  <a:pt x="10476660" y="837540"/>
                </a:cubicBezTo>
                <a:lnTo>
                  <a:pt x="10473792" y="852087"/>
                </a:lnTo>
                <a:lnTo>
                  <a:pt x="10572302" y="852087"/>
                </a:lnTo>
                <a:lnTo>
                  <a:pt x="10575170" y="837540"/>
                </a:lnTo>
                <a:cubicBezTo>
                  <a:pt x="10564690" y="837540"/>
                  <a:pt x="10559837" y="834454"/>
                  <a:pt x="10561602" y="825417"/>
                </a:cubicBezTo>
                <a:lnTo>
                  <a:pt x="10586202" y="701321"/>
                </a:lnTo>
                <a:lnTo>
                  <a:pt x="10693095" y="851977"/>
                </a:lnTo>
                <a:lnTo>
                  <a:pt x="10770094" y="851977"/>
                </a:lnTo>
                <a:lnTo>
                  <a:pt x="10813006" y="634976"/>
                </a:lnTo>
                <a:cubicBezTo>
                  <a:pt x="10814661" y="626379"/>
                  <a:pt x="10816536" y="623073"/>
                  <a:pt x="10826575" y="623073"/>
                </a:cubicBezTo>
                <a:lnTo>
                  <a:pt x="10829443" y="608525"/>
                </a:lnTo>
                <a:lnTo>
                  <a:pt x="10738324" y="608525"/>
                </a:lnTo>
                <a:lnTo>
                  <a:pt x="10735456" y="623073"/>
                </a:lnTo>
                <a:cubicBezTo>
                  <a:pt x="10744281" y="623073"/>
                  <a:pt x="10746377" y="627040"/>
                  <a:pt x="10744943" y="634535"/>
                </a:cubicBezTo>
                <a:lnTo>
                  <a:pt x="10723101" y="744744"/>
                </a:lnTo>
                <a:lnTo>
                  <a:pt x="10624922" y="608525"/>
                </a:lnTo>
                <a:close/>
                <a:moveTo>
                  <a:pt x="11277537" y="603235"/>
                </a:moveTo>
                <a:cubicBezTo>
                  <a:pt x="11155089" y="606100"/>
                  <a:pt x="11127400" y="645665"/>
                  <a:pt x="11109309" y="718403"/>
                </a:cubicBezTo>
                <a:cubicBezTo>
                  <a:pt x="11090225" y="794889"/>
                  <a:pt x="11104345" y="856937"/>
                  <a:pt x="11220946" y="856937"/>
                </a:cubicBezTo>
                <a:cubicBezTo>
                  <a:pt x="11254923" y="856937"/>
                  <a:pt x="11326737" y="851867"/>
                  <a:pt x="11326737" y="851867"/>
                </a:cubicBezTo>
                <a:lnTo>
                  <a:pt x="11346152" y="773398"/>
                </a:lnTo>
                <a:lnTo>
                  <a:pt x="11329495" y="773398"/>
                </a:lnTo>
                <a:cubicBezTo>
                  <a:pt x="11326737" y="786954"/>
                  <a:pt x="11311845" y="791913"/>
                  <a:pt x="11234736" y="791913"/>
                </a:cubicBezTo>
                <a:cubicBezTo>
                  <a:pt x="11189066" y="791913"/>
                  <a:pt x="11168989" y="787174"/>
                  <a:pt x="11185977" y="719616"/>
                </a:cubicBezTo>
                <a:cubicBezTo>
                  <a:pt x="11195023" y="683577"/>
                  <a:pt x="11213225" y="668148"/>
                  <a:pt x="11268381" y="666826"/>
                </a:cubicBezTo>
                <a:cubicBezTo>
                  <a:pt x="11334239" y="665283"/>
                  <a:pt x="11342071" y="673879"/>
                  <a:pt x="11339644" y="686222"/>
                </a:cubicBezTo>
                <a:lnTo>
                  <a:pt x="11356853" y="686222"/>
                </a:lnTo>
                <a:lnTo>
                  <a:pt x="11372407" y="611390"/>
                </a:lnTo>
                <a:cubicBezTo>
                  <a:pt x="11372407" y="611390"/>
                  <a:pt x="11316147" y="602243"/>
                  <a:pt x="11277537" y="603235"/>
                </a:cubicBezTo>
                <a:close/>
                <a:moveTo>
                  <a:pt x="11003849" y="603235"/>
                </a:moveTo>
                <a:cubicBezTo>
                  <a:pt x="10881401" y="606100"/>
                  <a:pt x="10853712" y="645665"/>
                  <a:pt x="10835621" y="718403"/>
                </a:cubicBezTo>
                <a:cubicBezTo>
                  <a:pt x="10816537" y="794889"/>
                  <a:pt x="10830657" y="856937"/>
                  <a:pt x="10947258" y="856937"/>
                </a:cubicBezTo>
                <a:cubicBezTo>
                  <a:pt x="10981235" y="856937"/>
                  <a:pt x="11053049" y="851867"/>
                  <a:pt x="11053049" y="851867"/>
                </a:cubicBezTo>
                <a:lnTo>
                  <a:pt x="11072464" y="773398"/>
                </a:lnTo>
                <a:lnTo>
                  <a:pt x="11055807" y="773398"/>
                </a:lnTo>
                <a:cubicBezTo>
                  <a:pt x="11053270" y="787064"/>
                  <a:pt x="11038157" y="791913"/>
                  <a:pt x="10961048" y="791913"/>
                </a:cubicBezTo>
                <a:cubicBezTo>
                  <a:pt x="10915378" y="791913"/>
                  <a:pt x="10895301" y="787174"/>
                  <a:pt x="10912289" y="719616"/>
                </a:cubicBezTo>
                <a:cubicBezTo>
                  <a:pt x="10921335" y="683577"/>
                  <a:pt x="10939537" y="668148"/>
                  <a:pt x="10994693" y="666826"/>
                </a:cubicBezTo>
                <a:cubicBezTo>
                  <a:pt x="11060551" y="665283"/>
                  <a:pt x="11068383" y="673879"/>
                  <a:pt x="11065956" y="686222"/>
                </a:cubicBezTo>
                <a:lnTo>
                  <a:pt x="11083165" y="686222"/>
                </a:lnTo>
                <a:lnTo>
                  <a:pt x="11098719" y="611390"/>
                </a:lnTo>
                <a:cubicBezTo>
                  <a:pt x="11098719" y="611390"/>
                  <a:pt x="11042459" y="602243"/>
                  <a:pt x="11003849" y="603235"/>
                </a:cubicBezTo>
                <a:close/>
                <a:moveTo>
                  <a:pt x="11599654" y="584499"/>
                </a:moveTo>
                <a:lnTo>
                  <a:pt x="11539974" y="628583"/>
                </a:lnTo>
                <a:lnTo>
                  <a:pt x="11621055" y="701651"/>
                </a:lnTo>
                <a:close/>
                <a:moveTo>
                  <a:pt x="11058675" y="504267"/>
                </a:moveTo>
                <a:lnTo>
                  <a:pt x="11456025" y="583067"/>
                </a:lnTo>
                <a:lnTo>
                  <a:pt x="11373621" y="736698"/>
                </a:lnTo>
                <a:lnTo>
                  <a:pt x="11689008" y="504267"/>
                </a:lnTo>
                <a:close/>
                <a:moveTo>
                  <a:pt x="11564684" y="398025"/>
                </a:moveTo>
                <a:lnTo>
                  <a:pt x="11510410" y="493136"/>
                </a:lnTo>
                <a:lnTo>
                  <a:pt x="11582665" y="493136"/>
                </a:lnTo>
                <a:close/>
                <a:moveTo>
                  <a:pt x="0" y="0"/>
                </a:moveTo>
                <a:lnTo>
                  <a:pt x="12193199" y="0"/>
                </a:lnTo>
                <a:lnTo>
                  <a:pt x="121931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/>
            </a:lvl1pPr>
            <a:lvl2pPr marL="7938" indent="0">
              <a:buNone/>
              <a:tabLst/>
              <a:defRPr sz="2000"/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27706A1-3A2F-3648-BC9B-723951FCF049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19" name="textruta 5">
              <a:extLst>
                <a:ext uri="{FF2B5EF4-FFF2-40B4-BE49-F238E27FC236}">
                  <a16:creationId xmlns:a16="http://schemas.microsoft.com/office/drawing/2014/main" id="{D845E9D6-7510-8044-8EAE-9A57AD37ACBF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20" name="textruta 8">
              <a:extLst>
                <a:ext uri="{FF2B5EF4-FFF2-40B4-BE49-F238E27FC236}">
                  <a16:creationId xmlns:a16="http://schemas.microsoft.com/office/drawing/2014/main" id="{22664DA1-F977-E245-B81E-47B31DC448C3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ktangel 9">
              <a:extLst>
                <a:ext uri="{FF2B5EF4-FFF2-40B4-BE49-F238E27FC236}">
                  <a16:creationId xmlns:a16="http://schemas.microsoft.com/office/drawing/2014/main" id="{7C07BCF9-A8CD-764B-9B73-2ABAF1D6FC3E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2" name="Rektangel 10">
              <a:extLst>
                <a:ext uri="{FF2B5EF4-FFF2-40B4-BE49-F238E27FC236}">
                  <a16:creationId xmlns:a16="http://schemas.microsoft.com/office/drawing/2014/main" id="{42730892-BAD0-5346-8054-B1B40BC3A9B5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79581C-0829-FF43-A3C5-914868394DD1}"/>
              </a:ext>
            </a:extLst>
          </p:cNvPr>
          <p:cNvGrpSpPr/>
          <p:nvPr/>
        </p:nvGrpSpPr>
        <p:grpSpPr>
          <a:xfrm>
            <a:off x="12395260" y="2226658"/>
            <a:ext cx="1681523" cy="1754326"/>
            <a:chOff x="12395260" y="2226658"/>
            <a:chExt cx="1681523" cy="1754326"/>
          </a:xfrm>
        </p:grpSpPr>
        <p:sp>
          <p:nvSpPr>
            <p:cNvPr id="25" name="textruta 12">
              <a:extLst>
                <a:ext uri="{FF2B5EF4-FFF2-40B4-BE49-F238E27FC236}">
                  <a16:creationId xmlns:a16="http://schemas.microsoft.com/office/drawing/2014/main" id="{C3954063-9868-394A-9BC6-65D3A5DAE34C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the presenter 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6" name="Picture 9">
              <a:extLst>
                <a:ext uri="{FF2B5EF4-FFF2-40B4-BE49-F238E27FC236}">
                  <a16:creationId xmlns:a16="http://schemas.microsoft.com/office/drawing/2014/main" id="{065A6947-D824-B44A-BDDF-7DD7777232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7" name="Oval 4">
              <a:extLst>
                <a:ext uri="{FF2B5EF4-FFF2-40B4-BE49-F238E27FC236}">
                  <a16:creationId xmlns:a16="http://schemas.microsoft.com/office/drawing/2014/main" id="{E6968E1C-7280-FA4E-9DFA-B1EA20E12EAF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8" name="Connector: Elbow 131">
              <a:extLst>
                <a:ext uri="{FF2B5EF4-FFF2-40B4-BE49-F238E27FC236}">
                  <a16:creationId xmlns:a16="http://schemas.microsoft.com/office/drawing/2014/main" id="{A134953F-8FD6-954D-B17D-54933188F067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E3C80BD-0788-1642-9960-81A2094FE2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1736" y="6490801"/>
            <a:ext cx="4076700" cy="190800"/>
          </a:xfrm>
        </p:spPr>
        <p:txBody>
          <a:bodyPr anchor="ctr"/>
          <a:lstStyle>
            <a:lvl1pPr marL="0" indent="0" algn="r">
              <a:buNone/>
              <a:defRPr lang="en-US" sz="700" b="0" i="0" u="none" strike="noStrike" smtClean="0">
                <a:solidFill>
                  <a:schemeClr val="tx1"/>
                </a:solidFill>
                <a:effectLst/>
              </a:defRPr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r>
              <a:rPr lang="en-US" noProof="0"/>
              <a:t>Add information about the image (Project name, Place/City)</a:t>
            </a:r>
          </a:p>
        </p:txBody>
      </p:sp>
    </p:spTree>
    <p:extLst>
      <p:ext uri="{BB962C8B-B14F-4D97-AF65-F5344CB8AC3E}">
        <p14:creationId xmlns:p14="http://schemas.microsoft.com/office/powerpoint/2010/main" val="424807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progressor Dark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bg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11" name="Bild 5">
            <a:extLst>
              <a:ext uri="{FF2B5EF4-FFF2-40B4-BE49-F238E27FC236}">
                <a16:creationId xmlns:a16="http://schemas.microsoft.com/office/drawing/2014/main" id="{45A1B596-5944-4B46-93BC-3E32309C9011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bg1"/>
          </a:solidFill>
        </p:grpSpPr>
        <p:sp>
          <p:nvSpPr>
            <p:cNvPr id="12" name="Frihandsfigur 64">
              <a:extLst>
                <a:ext uri="{FF2B5EF4-FFF2-40B4-BE49-F238E27FC236}">
                  <a16:creationId xmlns:a16="http://schemas.microsoft.com/office/drawing/2014/main" id="{9218A892-DF8D-404A-A264-95948ECC8553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3" name="Frihandsfigur 65">
              <a:extLst>
                <a:ext uri="{FF2B5EF4-FFF2-40B4-BE49-F238E27FC236}">
                  <a16:creationId xmlns:a16="http://schemas.microsoft.com/office/drawing/2014/main" id="{A92C86FA-44FF-4A48-9703-25CC54EBC088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ihandsfigur 66">
              <a:extLst>
                <a:ext uri="{FF2B5EF4-FFF2-40B4-BE49-F238E27FC236}">
                  <a16:creationId xmlns:a16="http://schemas.microsoft.com/office/drawing/2014/main" id="{D1003704-00F2-ED40-882C-18F3F88E58B7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5" name="Bild 5">
              <a:extLst>
                <a:ext uri="{FF2B5EF4-FFF2-40B4-BE49-F238E27FC236}">
                  <a16:creationId xmlns:a16="http://schemas.microsoft.com/office/drawing/2014/main" id="{EBE45F7C-3672-6D4A-A09C-6688D041A801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16" name="Frihandsfigur 68">
                <a:extLst>
                  <a:ext uri="{FF2B5EF4-FFF2-40B4-BE49-F238E27FC236}">
                    <a16:creationId xmlns:a16="http://schemas.microsoft.com/office/drawing/2014/main" id="{0B107994-FA82-B344-8514-8F4E29651A1A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ihandsfigur 69">
                <a:extLst>
                  <a:ext uri="{FF2B5EF4-FFF2-40B4-BE49-F238E27FC236}">
                    <a16:creationId xmlns:a16="http://schemas.microsoft.com/office/drawing/2014/main" id="{5A75F633-4FAB-FC45-A4FF-91CF256B13C8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3" name="Frihandsfigur 70">
                <a:extLst>
                  <a:ext uri="{FF2B5EF4-FFF2-40B4-BE49-F238E27FC236}">
                    <a16:creationId xmlns:a16="http://schemas.microsoft.com/office/drawing/2014/main" id="{D202DE5E-F9F2-9A40-9741-C87A9D40C9AB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24" name="Freeform 23">
            <a:extLst>
              <a:ext uri="{FF2B5EF4-FFF2-40B4-BE49-F238E27FC236}">
                <a16:creationId xmlns:a16="http://schemas.microsoft.com/office/drawing/2014/main" id="{005E01D6-55B7-8F4C-B978-27CD1D3D859C}"/>
              </a:ext>
            </a:extLst>
          </p:cNvPr>
          <p:cNvSpPr/>
          <p:nvPr/>
        </p:nvSpPr>
        <p:spPr>
          <a:xfrm>
            <a:off x="0" y="4826235"/>
            <a:ext cx="1521106" cy="1520087"/>
          </a:xfrm>
          <a:custGeom>
            <a:avLst/>
            <a:gdLst>
              <a:gd name="connsiteX0" fmla="*/ 2074 w 1521106"/>
              <a:gd name="connsiteY0" fmla="*/ 0 h 1520087"/>
              <a:gd name="connsiteX1" fmla="*/ 1521106 w 1521106"/>
              <a:gd name="connsiteY1" fmla="*/ 0 h 1520087"/>
              <a:gd name="connsiteX2" fmla="*/ 147648 w 1521106"/>
              <a:gd name="connsiteY2" fmla="*/ 1520087 h 1520087"/>
              <a:gd name="connsiteX3" fmla="*/ 0 w 1521106"/>
              <a:gd name="connsiteY3" fmla="*/ 1520087 h 1520087"/>
              <a:gd name="connsiteX4" fmla="*/ 0 w 1521106"/>
              <a:gd name="connsiteY4" fmla="*/ 2295 h 152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1106" h="1520087">
                <a:moveTo>
                  <a:pt x="2074" y="0"/>
                </a:moveTo>
                <a:lnTo>
                  <a:pt x="1521106" y="0"/>
                </a:lnTo>
                <a:lnTo>
                  <a:pt x="147648" y="1520087"/>
                </a:lnTo>
                <a:lnTo>
                  <a:pt x="0" y="1520087"/>
                </a:lnTo>
                <a:lnTo>
                  <a:pt x="0" y="2295"/>
                </a:lnTo>
                <a:close/>
              </a:path>
            </a:pathLst>
          </a:custGeom>
          <a:solidFill>
            <a:srgbClr val="18173C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solidFill>
                <a:schemeClr val="accent1"/>
              </a:solidFill>
            </a:endParaRPr>
          </a:p>
        </p:txBody>
      </p:sp>
      <p:sp>
        <p:nvSpPr>
          <p:cNvPr id="25" name="Frihandsfigur 104">
            <a:extLst>
              <a:ext uri="{FF2B5EF4-FFF2-40B4-BE49-F238E27FC236}">
                <a16:creationId xmlns:a16="http://schemas.microsoft.com/office/drawing/2014/main" id="{8DE63788-3E08-F049-94FD-AF77EBED4EDB}"/>
              </a:ext>
            </a:extLst>
          </p:cNvPr>
          <p:cNvSpPr/>
          <p:nvPr/>
        </p:nvSpPr>
        <p:spPr>
          <a:xfrm>
            <a:off x="1593528" y="4826235"/>
            <a:ext cx="2893545" cy="1520087"/>
          </a:xfrm>
          <a:custGeom>
            <a:avLst/>
            <a:gdLst>
              <a:gd name="connsiteX0" fmla="*/ 1741805 w 1741805"/>
              <a:gd name="connsiteY0" fmla="*/ 0 h 915035"/>
              <a:gd name="connsiteX1" fmla="*/ 827405 w 1741805"/>
              <a:gd name="connsiteY1" fmla="*/ 0 h 915035"/>
              <a:gd name="connsiteX2" fmla="*/ 0 w 1741805"/>
              <a:gd name="connsiteY2" fmla="*/ 915035 h 915035"/>
              <a:gd name="connsiteX3" fmla="*/ 915035 w 1741805"/>
              <a:gd name="connsiteY3" fmla="*/ 915035 h 9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1805" h="915035">
                <a:moveTo>
                  <a:pt x="1741805" y="0"/>
                </a:moveTo>
                <a:lnTo>
                  <a:pt x="827405" y="0"/>
                </a:lnTo>
                <a:lnTo>
                  <a:pt x="0" y="915035"/>
                </a:lnTo>
                <a:lnTo>
                  <a:pt x="915035" y="915035"/>
                </a:lnTo>
                <a:close/>
              </a:path>
            </a:pathLst>
          </a:custGeom>
          <a:solidFill>
            <a:srgbClr val="18173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1"/>
              </a:solidFill>
            </a:endParaRPr>
          </a:p>
        </p:txBody>
      </p:sp>
      <p:sp>
        <p:nvSpPr>
          <p:cNvPr id="26" name="Frihandsfigur 105">
            <a:extLst>
              <a:ext uri="{FF2B5EF4-FFF2-40B4-BE49-F238E27FC236}">
                <a16:creationId xmlns:a16="http://schemas.microsoft.com/office/drawing/2014/main" id="{F8FC47D6-A62F-694A-9CD1-2E661BE3DC70}"/>
              </a:ext>
            </a:extLst>
          </p:cNvPr>
          <p:cNvSpPr/>
          <p:nvPr/>
        </p:nvSpPr>
        <p:spPr>
          <a:xfrm>
            <a:off x="4512389" y="4826235"/>
            <a:ext cx="2893545" cy="1520087"/>
          </a:xfrm>
          <a:custGeom>
            <a:avLst/>
            <a:gdLst>
              <a:gd name="connsiteX0" fmla="*/ 1741805 w 1741805"/>
              <a:gd name="connsiteY0" fmla="*/ 0 h 915035"/>
              <a:gd name="connsiteX1" fmla="*/ 827405 w 1741805"/>
              <a:gd name="connsiteY1" fmla="*/ 0 h 915035"/>
              <a:gd name="connsiteX2" fmla="*/ 0 w 1741805"/>
              <a:gd name="connsiteY2" fmla="*/ 915035 h 915035"/>
              <a:gd name="connsiteX3" fmla="*/ 915036 w 1741805"/>
              <a:gd name="connsiteY3" fmla="*/ 915035 h 9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1805" h="915035">
                <a:moveTo>
                  <a:pt x="1741805" y="0"/>
                </a:moveTo>
                <a:lnTo>
                  <a:pt x="827405" y="0"/>
                </a:lnTo>
                <a:lnTo>
                  <a:pt x="0" y="915035"/>
                </a:lnTo>
                <a:lnTo>
                  <a:pt x="915036" y="915035"/>
                </a:lnTo>
                <a:close/>
              </a:path>
            </a:pathLst>
          </a:custGeom>
          <a:solidFill>
            <a:srgbClr val="18173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0949C1-3330-424F-94A0-9A08CE3F9E56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28" name="textruta 12">
              <a:extLst>
                <a:ext uri="{FF2B5EF4-FFF2-40B4-BE49-F238E27FC236}">
                  <a16:creationId xmlns:a16="http://schemas.microsoft.com/office/drawing/2014/main" id="{8CBDBF9D-0A99-5F41-ABF6-63F3486FF696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the presenter 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9" name="Picture 9">
              <a:extLst>
                <a:ext uri="{FF2B5EF4-FFF2-40B4-BE49-F238E27FC236}">
                  <a16:creationId xmlns:a16="http://schemas.microsoft.com/office/drawing/2014/main" id="{58269D93-AEEA-1C4A-ACF8-17D14AC191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30" name="Oval 4">
              <a:extLst>
                <a:ext uri="{FF2B5EF4-FFF2-40B4-BE49-F238E27FC236}">
                  <a16:creationId xmlns:a16="http://schemas.microsoft.com/office/drawing/2014/main" id="{BA58F9C3-D206-1446-97AF-366030D1541E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31" name="Connector: Elbow 131">
              <a:extLst>
                <a:ext uri="{FF2B5EF4-FFF2-40B4-BE49-F238E27FC236}">
                  <a16:creationId xmlns:a16="http://schemas.microsoft.com/office/drawing/2014/main" id="{3B316B62-D441-D74F-A472-52DF658B8B28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159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with progressor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bg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11" name="Bild 5">
            <a:extLst>
              <a:ext uri="{FF2B5EF4-FFF2-40B4-BE49-F238E27FC236}">
                <a16:creationId xmlns:a16="http://schemas.microsoft.com/office/drawing/2014/main" id="{45A1B596-5944-4B46-93BC-3E32309C9011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bg1"/>
          </a:solidFill>
        </p:grpSpPr>
        <p:sp>
          <p:nvSpPr>
            <p:cNvPr id="12" name="Frihandsfigur 64">
              <a:extLst>
                <a:ext uri="{FF2B5EF4-FFF2-40B4-BE49-F238E27FC236}">
                  <a16:creationId xmlns:a16="http://schemas.microsoft.com/office/drawing/2014/main" id="{9218A892-DF8D-404A-A264-95948ECC8553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3" name="Frihandsfigur 65">
              <a:extLst>
                <a:ext uri="{FF2B5EF4-FFF2-40B4-BE49-F238E27FC236}">
                  <a16:creationId xmlns:a16="http://schemas.microsoft.com/office/drawing/2014/main" id="{A92C86FA-44FF-4A48-9703-25CC54EBC088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ihandsfigur 66">
              <a:extLst>
                <a:ext uri="{FF2B5EF4-FFF2-40B4-BE49-F238E27FC236}">
                  <a16:creationId xmlns:a16="http://schemas.microsoft.com/office/drawing/2014/main" id="{D1003704-00F2-ED40-882C-18F3F88E58B7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5" name="Bild 5">
              <a:extLst>
                <a:ext uri="{FF2B5EF4-FFF2-40B4-BE49-F238E27FC236}">
                  <a16:creationId xmlns:a16="http://schemas.microsoft.com/office/drawing/2014/main" id="{EBE45F7C-3672-6D4A-A09C-6688D041A801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16" name="Frihandsfigur 68">
                <a:extLst>
                  <a:ext uri="{FF2B5EF4-FFF2-40B4-BE49-F238E27FC236}">
                    <a16:creationId xmlns:a16="http://schemas.microsoft.com/office/drawing/2014/main" id="{0B107994-FA82-B344-8514-8F4E29651A1A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ihandsfigur 69">
                <a:extLst>
                  <a:ext uri="{FF2B5EF4-FFF2-40B4-BE49-F238E27FC236}">
                    <a16:creationId xmlns:a16="http://schemas.microsoft.com/office/drawing/2014/main" id="{5A75F633-4FAB-FC45-A4FF-91CF256B13C8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3" name="Frihandsfigur 70">
                <a:extLst>
                  <a:ext uri="{FF2B5EF4-FFF2-40B4-BE49-F238E27FC236}">
                    <a16:creationId xmlns:a16="http://schemas.microsoft.com/office/drawing/2014/main" id="{D202DE5E-F9F2-9A40-9741-C87A9D40C9AB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sp>
        <p:nvSpPr>
          <p:cNvPr id="24" name="Freeform 23">
            <a:extLst>
              <a:ext uri="{FF2B5EF4-FFF2-40B4-BE49-F238E27FC236}">
                <a16:creationId xmlns:a16="http://schemas.microsoft.com/office/drawing/2014/main" id="{005E01D6-55B7-8F4C-B978-27CD1D3D859C}"/>
              </a:ext>
            </a:extLst>
          </p:cNvPr>
          <p:cNvSpPr/>
          <p:nvPr/>
        </p:nvSpPr>
        <p:spPr>
          <a:xfrm>
            <a:off x="0" y="4829175"/>
            <a:ext cx="1521106" cy="1520087"/>
          </a:xfrm>
          <a:custGeom>
            <a:avLst/>
            <a:gdLst>
              <a:gd name="connsiteX0" fmla="*/ 2074 w 1521106"/>
              <a:gd name="connsiteY0" fmla="*/ 0 h 1520087"/>
              <a:gd name="connsiteX1" fmla="*/ 1521106 w 1521106"/>
              <a:gd name="connsiteY1" fmla="*/ 0 h 1520087"/>
              <a:gd name="connsiteX2" fmla="*/ 147648 w 1521106"/>
              <a:gd name="connsiteY2" fmla="*/ 1520087 h 1520087"/>
              <a:gd name="connsiteX3" fmla="*/ 0 w 1521106"/>
              <a:gd name="connsiteY3" fmla="*/ 1520087 h 1520087"/>
              <a:gd name="connsiteX4" fmla="*/ 0 w 1521106"/>
              <a:gd name="connsiteY4" fmla="*/ 2295 h 152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1106" h="1520087">
                <a:moveTo>
                  <a:pt x="2074" y="0"/>
                </a:moveTo>
                <a:lnTo>
                  <a:pt x="1521106" y="0"/>
                </a:lnTo>
                <a:lnTo>
                  <a:pt x="147648" y="1520087"/>
                </a:lnTo>
                <a:lnTo>
                  <a:pt x="0" y="1520087"/>
                </a:lnTo>
                <a:lnTo>
                  <a:pt x="0" y="2295"/>
                </a:lnTo>
                <a:close/>
              </a:path>
            </a:pathLst>
          </a:custGeom>
          <a:solidFill>
            <a:srgbClr val="ACF893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solidFill>
                <a:schemeClr val="accent1"/>
              </a:solidFill>
            </a:endParaRPr>
          </a:p>
        </p:txBody>
      </p:sp>
      <p:sp>
        <p:nvSpPr>
          <p:cNvPr id="25" name="Frihandsfigur 104">
            <a:extLst>
              <a:ext uri="{FF2B5EF4-FFF2-40B4-BE49-F238E27FC236}">
                <a16:creationId xmlns:a16="http://schemas.microsoft.com/office/drawing/2014/main" id="{8DE63788-3E08-F049-94FD-AF77EBED4EDB}"/>
              </a:ext>
            </a:extLst>
          </p:cNvPr>
          <p:cNvSpPr/>
          <p:nvPr/>
        </p:nvSpPr>
        <p:spPr>
          <a:xfrm>
            <a:off x="1593528" y="4829175"/>
            <a:ext cx="2893545" cy="1520087"/>
          </a:xfrm>
          <a:custGeom>
            <a:avLst/>
            <a:gdLst>
              <a:gd name="connsiteX0" fmla="*/ 1741805 w 1741805"/>
              <a:gd name="connsiteY0" fmla="*/ 0 h 915035"/>
              <a:gd name="connsiteX1" fmla="*/ 827405 w 1741805"/>
              <a:gd name="connsiteY1" fmla="*/ 0 h 915035"/>
              <a:gd name="connsiteX2" fmla="*/ 0 w 1741805"/>
              <a:gd name="connsiteY2" fmla="*/ 915035 h 915035"/>
              <a:gd name="connsiteX3" fmla="*/ 915035 w 1741805"/>
              <a:gd name="connsiteY3" fmla="*/ 915035 h 9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1805" h="915035">
                <a:moveTo>
                  <a:pt x="1741805" y="0"/>
                </a:moveTo>
                <a:lnTo>
                  <a:pt x="827405" y="0"/>
                </a:lnTo>
                <a:lnTo>
                  <a:pt x="0" y="915035"/>
                </a:lnTo>
                <a:lnTo>
                  <a:pt x="915035" y="915035"/>
                </a:lnTo>
                <a:close/>
              </a:path>
            </a:pathLst>
          </a:custGeom>
          <a:solidFill>
            <a:srgbClr val="ACF89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1"/>
              </a:solidFill>
            </a:endParaRPr>
          </a:p>
        </p:txBody>
      </p:sp>
      <p:sp>
        <p:nvSpPr>
          <p:cNvPr id="26" name="Frihandsfigur 105">
            <a:extLst>
              <a:ext uri="{FF2B5EF4-FFF2-40B4-BE49-F238E27FC236}">
                <a16:creationId xmlns:a16="http://schemas.microsoft.com/office/drawing/2014/main" id="{F8FC47D6-A62F-694A-9CD1-2E661BE3DC70}"/>
              </a:ext>
            </a:extLst>
          </p:cNvPr>
          <p:cNvSpPr/>
          <p:nvPr/>
        </p:nvSpPr>
        <p:spPr>
          <a:xfrm>
            <a:off x="4512389" y="4826235"/>
            <a:ext cx="2893545" cy="1520087"/>
          </a:xfrm>
          <a:custGeom>
            <a:avLst/>
            <a:gdLst>
              <a:gd name="connsiteX0" fmla="*/ 1741805 w 1741805"/>
              <a:gd name="connsiteY0" fmla="*/ 0 h 915035"/>
              <a:gd name="connsiteX1" fmla="*/ 827405 w 1741805"/>
              <a:gd name="connsiteY1" fmla="*/ 0 h 915035"/>
              <a:gd name="connsiteX2" fmla="*/ 0 w 1741805"/>
              <a:gd name="connsiteY2" fmla="*/ 915035 h 915035"/>
              <a:gd name="connsiteX3" fmla="*/ 915036 w 1741805"/>
              <a:gd name="connsiteY3" fmla="*/ 915035 h 91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1805" h="915035">
                <a:moveTo>
                  <a:pt x="1741805" y="0"/>
                </a:moveTo>
                <a:lnTo>
                  <a:pt x="827405" y="0"/>
                </a:lnTo>
                <a:lnTo>
                  <a:pt x="0" y="915035"/>
                </a:lnTo>
                <a:lnTo>
                  <a:pt x="915036" y="915035"/>
                </a:lnTo>
                <a:close/>
              </a:path>
            </a:pathLst>
          </a:custGeom>
          <a:solidFill>
            <a:srgbClr val="ACF89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634018A-C40D-194B-B94B-116A3172E2CC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28" name="textruta 12">
              <a:extLst>
                <a:ext uri="{FF2B5EF4-FFF2-40B4-BE49-F238E27FC236}">
                  <a16:creationId xmlns:a16="http://schemas.microsoft.com/office/drawing/2014/main" id="{5BD08522-BF91-E94F-B3B3-12B8A6EBC78E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the presenter 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9" name="Picture 9">
              <a:extLst>
                <a:ext uri="{FF2B5EF4-FFF2-40B4-BE49-F238E27FC236}">
                  <a16:creationId xmlns:a16="http://schemas.microsoft.com/office/drawing/2014/main" id="{829554AD-3CE8-314F-B67A-7DB9323A54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30" name="Oval 4">
              <a:extLst>
                <a:ext uri="{FF2B5EF4-FFF2-40B4-BE49-F238E27FC236}">
                  <a16:creationId xmlns:a16="http://schemas.microsoft.com/office/drawing/2014/main" id="{92249A9B-FC58-A341-9C0C-4E567B967C07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31" name="Connector: Elbow 131">
              <a:extLst>
                <a:ext uri="{FF2B5EF4-FFF2-40B4-BE49-F238E27FC236}">
                  <a16:creationId xmlns:a16="http://schemas.microsoft.com/office/drawing/2014/main" id="{CC9162D0-9651-C842-B694-9E14F2B15A73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551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Dark Blue">
    <p:bg>
      <p:bgPr>
        <a:solidFill>
          <a:srgbClr val="181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98F-2952-6045-93E9-A3BB6796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D68A-1CD2-D741-BE18-790589E6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AB151-C8D1-CE4F-985E-DC443F8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DF54-EE70-F343-BD0C-E34D87500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1" y="518400"/>
            <a:ext cx="5502474" cy="378055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6000">
                <a:solidFill>
                  <a:schemeClr val="bg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Name of the presenter</a:t>
            </a:r>
          </a:p>
        </p:txBody>
      </p:sp>
      <p:grpSp>
        <p:nvGrpSpPr>
          <p:cNvPr id="11" name="Bild 5">
            <a:extLst>
              <a:ext uri="{FF2B5EF4-FFF2-40B4-BE49-F238E27FC236}">
                <a16:creationId xmlns:a16="http://schemas.microsoft.com/office/drawing/2014/main" id="{45A1B596-5944-4B46-93BC-3E32309C9011}"/>
              </a:ext>
            </a:extLst>
          </p:cNvPr>
          <p:cNvGrpSpPr/>
          <p:nvPr/>
        </p:nvGrpSpPr>
        <p:grpSpPr>
          <a:xfrm>
            <a:off x="10473793" y="398026"/>
            <a:ext cx="1215216" cy="458911"/>
            <a:chOff x="850746" y="1447011"/>
            <a:chExt cx="10486699" cy="3960173"/>
          </a:xfrm>
          <a:solidFill>
            <a:schemeClr val="bg1"/>
          </a:solidFill>
        </p:grpSpPr>
        <p:sp>
          <p:nvSpPr>
            <p:cNvPr id="12" name="Frihandsfigur 64">
              <a:extLst>
                <a:ext uri="{FF2B5EF4-FFF2-40B4-BE49-F238E27FC236}">
                  <a16:creationId xmlns:a16="http://schemas.microsoft.com/office/drawing/2014/main" id="{9218A892-DF8D-404A-A264-95948ECC8553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3" name="Frihandsfigur 65">
              <a:extLst>
                <a:ext uri="{FF2B5EF4-FFF2-40B4-BE49-F238E27FC236}">
                  <a16:creationId xmlns:a16="http://schemas.microsoft.com/office/drawing/2014/main" id="{A92C86FA-44FF-4A48-9703-25CC54EBC088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ihandsfigur 66">
              <a:extLst>
                <a:ext uri="{FF2B5EF4-FFF2-40B4-BE49-F238E27FC236}">
                  <a16:creationId xmlns:a16="http://schemas.microsoft.com/office/drawing/2014/main" id="{D1003704-00F2-ED40-882C-18F3F88E58B7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5" name="Bild 5">
              <a:extLst>
                <a:ext uri="{FF2B5EF4-FFF2-40B4-BE49-F238E27FC236}">
                  <a16:creationId xmlns:a16="http://schemas.microsoft.com/office/drawing/2014/main" id="{EBE45F7C-3672-6D4A-A09C-6688D041A801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16" name="Frihandsfigur 68">
                <a:extLst>
                  <a:ext uri="{FF2B5EF4-FFF2-40B4-BE49-F238E27FC236}">
                    <a16:creationId xmlns:a16="http://schemas.microsoft.com/office/drawing/2014/main" id="{0B107994-FA82-B344-8514-8F4E29651A1A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7" name="Frihandsfigur 69">
                <a:extLst>
                  <a:ext uri="{FF2B5EF4-FFF2-40B4-BE49-F238E27FC236}">
                    <a16:creationId xmlns:a16="http://schemas.microsoft.com/office/drawing/2014/main" id="{5A75F633-4FAB-FC45-A4FF-91CF256B13C8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3" name="Frihandsfigur 70">
                <a:extLst>
                  <a:ext uri="{FF2B5EF4-FFF2-40B4-BE49-F238E27FC236}">
                    <a16:creationId xmlns:a16="http://schemas.microsoft.com/office/drawing/2014/main" id="{D202DE5E-F9F2-9A40-9741-C87A9D40C9AB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E4E919-582C-FD47-9823-4F5873969158}"/>
              </a:ext>
            </a:extLst>
          </p:cNvPr>
          <p:cNvGrpSpPr/>
          <p:nvPr/>
        </p:nvGrpSpPr>
        <p:grpSpPr>
          <a:xfrm>
            <a:off x="12395260" y="0"/>
            <a:ext cx="1681523" cy="1754326"/>
            <a:chOff x="12395260" y="2226658"/>
            <a:chExt cx="1681523" cy="1754326"/>
          </a:xfrm>
        </p:grpSpPr>
        <p:sp>
          <p:nvSpPr>
            <p:cNvPr id="28" name="textruta 12">
              <a:extLst>
                <a:ext uri="{FF2B5EF4-FFF2-40B4-BE49-F238E27FC236}">
                  <a16:creationId xmlns:a16="http://schemas.microsoft.com/office/drawing/2014/main" id="{27964555-0332-944C-A6F4-A9A40F34002F}"/>
                </a:ext>
              </a:extLst>
            </p:cNvPr>
            <p:cNvSpPr txBox="1"/>
            <p:nvPr/>
          </p:nvSpPr>
          <p:spPr>
            <a:xfrm>
              <a:off x="12395260" y="2226658"/>
              <a:ext cx="1681523" cy="1754326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the name of the presenter 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9" name="Picture 9">
              <a:extLst>
                <a:ext uri="{FF2B5EF4-FFF2-40B4-BE49-F238E27FC236}">
                  <a16:creationId xmlns:a16="http://schemas.microsoft.com/office/drawing/2014/main" id="{BBD16301-A35A-C84B-AF91-0A7E6CCF99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30" name="Oval 4">
              <a:extLst>
                <a:ext uri="{FF2B5EF4-FFF2-40B4-BE49-F238E27FC236}">
                  <a16:creationId xmlns:a16="http://schemas.microsoft.com/office/drawing/2014/main" id="{839D891F-1166-CF4B-8739-65E9E3153662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31" name="Connector: Elbow 131">
              <a:extLst>
                <a:ext uri="{FF2B5EF4-FFF2-40B4-BE49-F238E27FC236}">
                  <a16:creationId xmlns:a16="http://schemas.microsoft.com/office/drawing/2014/main" id="{00B4D6D3-CD37-644E-B14F-8C2087B19F0C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804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F080-909A-724A-B255-9AFCBE9214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399" y="518400"/>
            <a:ext cx="5504400" cy="2714400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Chapter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B813B-7E2E-C042-BD74-7626C6B6C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9E894-8FF4-3749-8057-70D798DA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11F61-0B1F-EA43-8F52-D66AD25B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6880C3-C1B4-F04F-A5D3-67C9E1F30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399" y="3304780"/>
            <a:ext cx="5504400" cy="99417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226800" indent="0">
              <a:buNone/>
              <a:defRPr sz="2000"/>
            </a:lvl2pPr>
            <a:lvl3pPr marL="453600" indent="0">
              <a:buNone/>
              <a:defRPr sz="2000"/>
            </a:lvl3pPr>
            <a:lvl4pPr marL="673200" indent="0">
              <a:buNone/>
              <a:defRPr sz="2000"/>
            </a:lvl4pPr>
            <a:lvl5pPr marL="892800" indent="0">
              <a:buNone/>
              <a:defRPr sz="2000"/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834AB6-F589-1847-AB74-FCA2966B9B0F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</p:grpSpPr>
        <p:sp>
          <p:nvSpPr>
            <p:cNvPr id="8" name="Frihandsfigur 74">
              <a:extLst>
                <a:ext uri="{FF2B5EF4-FFF2-40B4-BE49-F238E27FC236}">
                  <a16:creationId xmlns:a16="http://schemas.microsoft.com/office/drawing/2014/main" id="{6B2BEC01-FF51-744C-A34E-EBA902535F53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9" name="Frihandsfigur 75">
              <a:extLst>
                <a:ext uri="{FF2B5EF4-FFF2-40B4-BE49-F238E27FC236}">
                  <a16:creationId xmlns:a16="http://schemas.microsoft.com/office/drawing/2014/main" id="{3B409209-75DE-A045-BB25-EAB148C3D1E3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ihandsfigur 76">
              <a:extLst>
                <a:ext uri="{FF2B5EF4-FFF2-40B4-BE49-F238E27FC236}">
                  <a16:creationId xmlns:a16="http://schemas.microsoft.com/office/drawing/2014/main" id="{EEBA20A3-7E65-9A46-838E-A5BEBD1D6836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ihandsfigur 78">
              <a:extLst>
                <a:ext uri="{FF2B5EF4-FFF2-40B4-BE49-F238E27FC236}">
                  <a16:creationId xmlns:a16="http://schemas.microsoft.com/office/drawing/2014/main" id="{F660392A-4D0D-254D-9F2C-8AE09191614D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ihandsfigur 79">
              <a:extLst>
                <a:ext uri="{FF2B5EF4-FFF2-40B4-BE49-F238E27FC236}">
                  <a16:creationId xmlns:a16="http://schemas.microsoft.com/office/drawing/2014/main" id="{66996914-6115-0B4C-A58C-4C0AFECD43C5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3" name="Frihandsfigur 80">
              <a:extLst>
                <a:ext uri="{FF2B5EF4-FFF2-40B4-BE49-F238E27FC236}">
                  <a16:creationId xmlns:a16="http://schemas.microsoft.com/office/drawing/2014/main" id="{98C333DF-8F6A-C44C-9C6C-8B407BD5F1A7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276801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055D6D-E081-814E-87F0-69B965AB4EE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56863" y="2"/>
            <a:ext cx="7642225" cy="6857999"/>
          </a:xfrm>
          <a:custGeom>
            <a:avLst/>
            <a:gdLst>
              <a:gd name="connsiteX0" fmla="*/ 6496179 w 7642225"/>
              <a:gd name="connsiteY0" fmla="*/ 6426573 h 6857999"/>
              <a:gd name="connsiteX1" fmla="*/ 6493960 w 7642225"/>
              <a:gd name="connsiteY1" fmla="*/ 6437746 h 6857999"/>
              <a:gd name="connsiteX2" fmla="*/ 6503948 w 7642225"/>
              <a:gd name="connsiteY2" fmla="*/ 6447128 h 6857999"/>
              <a:gd name="connsiteX3" fmla="*/ 6475349 w 7642225"/>
              <a:gd name="connsiteY3" fmla="*/ 6591094 h 6857999"/>
              <a:gd name="connsiteX4" fmla="*/ 6461605 w 7642225"/>
              <a:gd name="connsiteY4" fmla="*/ 6603802 h 6857999"/>
              <a:gd name="connsiteX5" fmla="*/ 6459385 w 7642225"/>
              <a:gd name="connsiteY5" fmla="*/ 6615060 h 6857999"/>
              <a:gd name="connsiteX6" fmla="*/ 6535620 w 7642225"/>
              <a:gd name="connsiteY6" fmla="*/ 6615060 h 6857999"/>
              <a:gd name="connsiteX7" fmla="*/ 6537840 w 7642225"/>
              <a:gd name="connsiteY7" fmla="*/ 6603802 h 6857999"/>
              <a:gd name="connsiteX8" fmla="*/ 6527339 w 7642225"/>
              <a:gd name="connsiteY8" fmla="*/ 6594421 h 6857999"/>
              <a:gd name="connsiteX9" fmla="*/ 6546376 w 7642225"/>
              <a:gd name="connsiteY9" fmla="*/ 6498386 h 6857999"/>
              <a:gd name="connsiteX10" fmla="*/ 6629099 w 7642225"/>
              <a:gd name="connsiteY10" fmla="*/ 6614975 h 6857999"/>
              <a:gd name="connsiteX11" fmla="*/ 6688687 w 7642225"/>
              <a:gd name="connsiteY11" fmla="*/ 6614975 h 6857999"/>
              <a:gd name="connsiteX12" fmla="*/ 6721896 w 7642225"/>
              <a:gd name="connsiteY12" fmla="*/ 6447042 h 6857999"/>
              <a:gd name="connsiteX13" fmla="*/ 6732396 w 7642225"/>
              <a:gd name="connsiteY13" fmla="*/ 6437831 h 6857999"/>
              <a:gd name="connsiteX14" fmla="*/ 6734616 w 7642225"/>
              <a:gd name="connsiteY14" fmla="*/ 6426573 h 6857999"/>
              <a:gd name="connsiteX15" fmla="*/ 6664101 w 7642225"/>
              <a:gd name="connsiteY15" fmla="*/ 6426573 h 6857999"/>
              <a:gd name="connsiteX16" fmla="*/ 6661881 w 7642225"/>
              <a:gd name="connsiteY16" fmla="*/ 6437831 h 6857999"/>
              <a:gd name="connsiteX17" fmla="*/ 6669223 w 7642225"/>
              <a:gd name="connsiteY17" fmla="*/ 6446701 h 6857999"/>
              <a:gd name="connsiteX18" fmla="*/ 6652320 w 7642225"/>
              <a:gd name="connsiteY18" fmla="*/ 6531989 h 6857999"/>
              <a:gd name="connsiteX19" fmla="*/ 6576341 w 7642225"/>
              <a:gd name="connsiteY19" fmla="*/ 6426573 h 6857999"/>
              <a:gd name="connsiteX20" fmla="*/ 7081386 w 7642225"/>
              <a:gd name="connsiteY20" fmla="*/ 6422479 h 6857999"/>
              <a:gd name="connsiteX21" fmla="*/ 6951197 w 7642225"/>
              <a:gd name="connsiteY21" fmla="*/ 6511606 h 6857999"/>
              <a:gd name="connsiteX22" fmla="*/ 7037591 w 7642225"/>
              <a:gd name="connsiteY22" fmla="*/ 6618813 h 6857999"/>
              <a:gd name="connsiteX23" fmla="*/ 7119460 w 7642225"/>
              <a:gd name="connsiteY23" fmla="*/ 6614890 h 6857999"/>
              <a:gd name="connsiteX24" fmla="*/ 7134485 w 7642225"/>
              <a:gd name="connsiteY24" fmla="*/ 6554165 h 6857999"/>
              <a:gd name="connsiteX25" fmla="*/ 7121594 w 7642225"/>
              <a:gd name="connsiteY25" fmla="*/ 6554165 h 6857999"/>
              <a:gd name="connsiteX26" fmla="*/ 7048262 w 7642225"/>
              <a:gd name="connsiteY26" fmla="*/ 6568493 h 6857999"/>
              <a:gd name="connsiteX27" fmla="*/ 7010529 w 7642225"/>
              <a:gd name="connsiteY27" fmla="*/ 6512544 h 6857999"/>
              <a:gd name="connsiteX28" fmla="*/ 7074300 w 7642225"/>
              <a:gd name="connsiteY28" fmla="*/ 6471691 h 6857999"/>
              <a:gd name="connsiteX29" fmla="*/ 7129448 w 7642225"/>
              <a:gd name="connsiteY29" fmla="*/ 6486702 h 6857999"/>
              <a:gd name="connsiteX30" fmla="*/ 7142766 w 7642225"/>
              <a:gd name="connsiteY30" fmla="*/ 6486702 h 6857999"/>
              <a:gd name="connsiteX31" fmla="*/ 7154803 w 7642225"/>
              <a:gd name="connsiteY31" fmla="*/ 6428791 h 6857999"/>
              <a:gd name="connsiteX32" fmla="*/ 7081386 w 7642225"/>
              <a:gd name="connsiteY32" fmla="*/ 6422479 h 6857999"/>
              <a:gd name="connsiteX33" fmla="*/ 6869585 w 7642225"/>
              <a:gd name="connsiteY33" fmla="*/ 6422479 h 6857999"/>
              <a:gd name="connsiteX34" fmla="*/ 6739396 w 7642225"/>
              <a:gd name="connsiteY34" fmla="*/ 6511606 h 6857999"/>
              <a:gd name="connsiteX35" fmla="*/ 6825790 w 7642225"/>
              <a:gd name="connsiteY35" fmla="*/ 6618813 h 6857999"/>
              <a:gd name="connsiteX36" fmla="*/ 6907659 w 7642225"/>
              <a:gd name="connsiteY36" fmla="*/ 6614890 h 6857999"/>
              <a:gd name="connsiteX37" fmla="*/ 6922684 w 7642225"/>
              <a:gd name="connsiteY37" fmla="*/ 6554165 h 6857999"/>
              <a:gd name="connsiteX38" fmla="*/ 6909793 w 7642225"/>
              <a:gd name="connsiteY38" fmla="*/ 6554165 h 6857999"/>
              <a:gd name="connsiteX39" fmla="*/ 6836461 w 7642225"/>
              <a:gd name="connsiteY39" fmla="*/ 6568493 h 6857999"/>
              <a:gd name="connsiteX40" fmla="*/ 6798728 w 7642225"/>
              <a:gd name="connsiteY40" fmla="*/ 6512544 h 6857999"/>
              <a:gd name="connsiteX41" fmla="*/ 6862499 w 7642225"/>
              <a:gd name="connsiteY41" fmla="*/ 6471691 h 6857999"/>
              <a:gd name="connsiteX42" fmla="*/ 6917647 w 7642225"/>
              <a:gd name="connsiteY42" fmla="*/ 6486702 h 6857999"/>
              <a:gd name="connsiteX43" fmla="*/ 6930965 w 7642225"/>
              <a:gd name="connsiteY43" fmla="*/ 6486702 h 6857999"/>
              <a:gd name="connsiteX44" fmla="*/ 6943002 w 7642225"/>
              <a:gd name="connsiteY44" fmla="*/ 6428791 h 6857999"/>
              <a:gd name="connsiteX45" fmla="*/ 6869585 w 7642225"/>
              <a:gd name="connsiteY45" fmla="*/ 6422479 h 6857999"/>
              <a:gd name="connsiteX46" fmla="*/ 7330664 w 7642225"/>
              <a:gd name="connsiteY46" fmla="*/ 6407980 h 6857999"/>
              <a:gd name="connsiteX47" fmla="*/ 7284479 w 7642225"/>
              <a:gd name="connsiteY47" fmla="*/ 6442095 h 6857999"/>
              <a:gd name="connsiteX48" fmla="*/ 7347225 w 7642225"/>
              <a:gd name="connsiteY48" fmla="*/ 6498641 h 6857999"/>
              <a:gd name="connsiteX49" fmla="*/ 6912013 w 7642225"/>
              <a:gd name="connsiteY49" fmla="*/ 6345890 h 6857999"/>
              <a:gd name="connsiteX50" fmla="*/ 7219513 w 7642225"/>
              <a:gd name="connsiteY50" fmla="*/ 6406871 h 6857999"/>
              <a:gd name="connsiteX51" fmla="*/ 7155742 w 7642225"/>
              <a:gd name="connsiteY51" fmla="*/ 6525763 h 6857999"/>
              <a:gd name="connsiteX52" fmla="*/ 7399813 w 7642225"/>
              <a:gd name="connsiteY52" fmla="*/ 6345890 h 6857999"/>
              <a:gd name="connsiteX53" fmla="*/ 7303602 w 7642225"/>
              <a:gd name="connsiteY53" fmla="*/ 6263672 h 6857999"/>
              <a:gd name="connsiteX54" fmla="*/ 7261600 w 7642225"/>
              <a:gd name="connsiteY54" fmla="*/ 6337276 h 6857999"/>
              <a:gd name="connsiteX55" fmla="*/ 7317517 w 7642225"/>
              <a:gd name="connsiteY55" fmla="*/ 6337276 h 6857999"/>
              <a:gd name="connsiteX56" fmla="*/ 0 w 7642225"/>
              <a:gd name="connsiteY56" fmla="*/ 0 h 6857999"/>
              <a:gd name="connsiteX57" fmla="*/ 7642225 w 7642225"/>
              <a:gd name="connsiteY57" fmla="*/ 0 h 6857999"/>
              <a:gd name="connsiteX58" fmla="*/ 7642225 w 7642225"/>
              <a:gd name="connsiteY58" fmla="*/ 6857999 h 6857999"/>
              <a:gd name="connsiteX59" fmla="*/ 0 w 7642225"/>
              <a:gd name="connsiteY5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7642225" h="6857999">
                <a:moveTo>
                  <a:pt x="6496179" y="6426573"/>
                </a:moveTo>
                <a:lnTo>
                  <a:pt x="6493960" y="6437746"/>
                </a:lnTo>
                <a:cubicBezTo>
                  <a:pt x="6502923" y="6437746"/>
                  <a:pt x="6505314" y="6439964"/>
                  <a:pt x="6503948" y="6447128"/>
                </a:cubicBezTo>
                <a:cubicBezTo>
                  <a:pt x="6503948" y="6447128"/>
                  <a:pt x="6478422" y="6577363"/>
                  <a:pt x="6475349" y="6591094"/>
                </a:cubicBezTo>
                <a:cubicBezTo>
                  <a:pt x="6473044" y="6601158"/>
                  <a:pt x="6473044" y="6603632"/>
                  <a:pt x="6461605" y="6603802"/>
                </a:cubicBezTo>
                <a:lnTo>
                  <a:pt x="6459385" y="6615060"/>
                </a:lnTo>
                <a:lnTo>
                  <a:pt x="6535620" y="6615060"/>
                </a:lnTo>
                <a:lnTo>
                  <a:pt x="6537840" y="6603802"/>
                </a:lnTo>
                <a:cubicBezTo>
                  <a:pt x="6529729" y="6603802"/>
                  <a:pt x="6525973" y="6601414"/>
                  <a:pt x="6527339" y="6594421"/>
                </a:cubicBezTo>
                <a:lnTo>
                  <a:pt x="6546376" y="6498386"/>
                </a:lnTo>
                <a:lnTo>
                  <a:pt x="6629099" y="6614975"/>
                </a:lnTo>
                <a:lnTo>
                  <a:pt x="6688687" y="6614975"/>
                </a:lnTo>
                <a:lnTo>
                  <a:pt x="6721896" y="6447042"/>
                </a:lnTo>
                <a:cubicBezTo>
                  <a:pt x="6723177" y="6440390"/>
                  <a:pt x="6724628" y="6437831"/>
                  <a:pt x="6732396" y="6437831"/>
                </a:cubicBezTo>
                <a:lnTo>
                  <a:pt x="6734616" y="6426573"/>
                </a:lnTo>
                <a:lnTo>
                  <a:pt x="6664101" y="6426573"/>
                </a:lnTo>
                <a:lnTo>
                  <a:pt x="6661881" y="6437831"/>
                </a:lnTo>
                <a:cubicBezTo>
                  <a:pt x="6668711" y="6437831"/>
                  <a:pt x="6670333" y="6440902"/>
                  <a:pt x="6669223" y="6446701"/>
                </a:cubicBezTo>
                <a:lnTo>
                  <a:pt x="6652320" y="6531989"/>
                </a:lnTo>
                <a:lnTo>
                  <a:pt x="6576341" y="6426573"/>
                </a:lnTo>
                <a:close/>
                <a:moveTo>
                  <a:pt x="7081386" y="6422479"/>
                </a:moveTo>
                <a:cubicBezTo>
                  <a:pt x="6986626" y="6424697"/>
                  <a:pt x="6965198" y="6455315"/>
                  <a:pt x="6951197" y="6511606"/>
                </a:cubicBezTo>
                <a:cubicBezTo>
                  <a:pt x="6936429" y="6570796"/>
                  <a:pt x="6947356" y="6618813"/>
                  <a:pt x="7037591" y="6618813"/>
                </a:cubicBezTo>
                <a:cubicBezTo>
                  <a:pt x="7063885" y="6618813"/>
                  <a:pt x="7119460" y="6614890"/>
                  <a:pt x="7119460" y="6614890"/>
                </a:cubicBezTo>
                <a:lnTo>
                  <a:pt x="7134485" y="6554165"/>
                </a:lnTo>
                <a:lnTo>
                  <a:pt x="7121594" y="6554165"/>
                </a:lnTo>
                <a:cubicBezTo>
                  <a:pt x="7119460" y="6564655"/>
                  <a:pt x="7107935" y="6568493"/>
                  <a:pt x="7048262" y="6568493"/>
                </a:cubicBezTo>
                <a:cubicBezTo>
                  <a:pt x="7012919" y="6568493"/>
                  <a:pt x="6997382" y="6564826"/>
                  <a:pt x="7010529" y="6512544"/>
                </a:cubicBezTo>
                <a:cubicBezTo>
                  <a:pt x="7017529" y="6484655"/>
                  <a:pt x="7031615" y="6472714"/>
                  <a:pt x="7074300" y="6471691"/>
                </a:cubicBezTo>
                <a:cubicBezTo>
                  <a:pt x="7125265" y="6470497"/>
                  <a:pt x="7131327" y="6477149"/>
                  <a:pt x="7129448" y="6486702"/>
                </a:cubicBezTo>
                <a:lnTo>
                  <a:pt x="7142766" y="6486702"/>
                </a:lnTo>
                <a:lnTo>
                  <a:pt x="7154803" y="6428791"/>
                </a:lnTo>
                <a:cubicBezTo>
                  <a:pt x="7154803" y="6428791"/>
                  <a:pt x="7111265" y="6421712"/>
                  <a:pt x="7081386" y="6422479"/>
                </a:cubicBezTo>
                <a:close/>
                <a:moveTo>
                  <a:pt x="6869585" y="6422479"/>
                </a:moveTo>
                <a:cubicBezTo>
                  <a:pt x="6774825" y="6424697"/>
                  <a:pt x="6753397" y="6455315"/>
                  <a:pt x="6739396" y="6511606"/>
                </a:cubicBezTo>
                <a:cubicBezTo>
                  <a:pt x="6724628" y="6570796"/>
                  <a:pt x="6735555" y="6618813"/>
                  <a:pt x="6825790" y="6618813"/>
                </a:cubicBezTo>
                <a:cubicBezTo>
                  <a:pt x="6852084" y="6618813"/>
                  <a:pt x="6907659" y="6614890"/>
                  <a:pt x="6907659" y="6614890"/>
                </a:cubicBezTo>
                <a:lnTo>
                  <a:pt x="6922684" y="6554165"/>
                </a:lnTo>
                <a:lnTo>
                  <a:pt x="6909793" y="6554165"/>
                </a:lnTo>
                <a:cubicBezTo>
                  <a:pt x="6907830" y="6564740"/>
                  <a:pt x="6896134" y="6568493"/>
                  <a:pt x="6836461" y="6568493"/>
                </a:cubicBezTo>
                <a:cubicBezTo>
                  <a:pt x="6801118" y="6568493"/>
                  <a:pt x="6785581" y="6564826"/>
                  <a:pt x="6798728" y="6512544"/>
                </a:cubicBezTo>
                <a:cubicBezTo>
                  <a:pt x="6805728" y="6484655"/>
                  <a:pt x="6819814" y="6472714"/>
                  <a:pt x="6862499" y="6471691"/>
                </a:cubicBezTo>
                <a:cubicBezTo>
                  <a:pt x="6913464" y="6470497"/>
                  <a:pt x="6919526" y="6477149"/>
                  <a:pt x="6917647" y="6486702"/>
                </a:cubicBezTo>
                <a:lnTo>
                  <a:pt x="6930965" y="6486702"/>
                </a:lnTo>
                <a:lnTo>
                  <a:pt x="6943002" y="6428791"/>
                </a:lnTo>
                <a:cubicBezTo>
                  <a:pt x="6943002" y="6428791"/>
                  <a:pt x="6899464" y="6421712"/>
                  <a:pt x="6869585" y="6422479"/>
                </a:cubicBezTo>
                <a:close/>
                <a:moveTo>
                  <a:pt x="7330664" y="6407980"/>
                </a:moveTo>
                <a:lnTo>
                  <a:pt x="7284479" y="6442095"/>
                </a:lnTo>
                <a:lnTo>
                  <a:pt x="7347225" y="6498641"/>
                </a:lnTo>
                <a:close/>
                <a:moveTo>
                  <a:pt x="6912013" y="6345890"/>
                </a:moveTo>
                <a:lnTo>
                  <a:pt x="7219513" y="6406871"/>
                </a:lnTo>
                <a:lnTo>
                  <a:pt x="7155742" y="6525763"/>
                </a:lnTo>
                <a:lnTo>
                  <a:pt x="7399813" y="6345890"/>
                </a:lnTo>
                <a:close/>
                <a:moveTo>
                  <a:pt x="7303602" y="6263672"/>
                </a:moveTo>
                <a:lnTo>
                  <a:pt x="7261600" y="6337276"/>
                </a:lnTo>
                <a:lnTo>
                  <a:pt x="7317517" y="6337276"/>
                </a:lnTo>
                <a:close/>
                <a:moveTo>
                  <a:pt x="0" y="0"/>
                </a:moveTo>
                <a:lnTo>
                  <a:pt x="7642225" y="0"/>
                </a:lnTo>
                <a:lnTo>
                  <a:pt x="764222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E4C568-CC3A-C549-93B2-F3B18F955D22}"/>
              </a:ext>
            </a:extLst>
          </p:cNvPr>
          <p:cNvSpPr/>
          <p:nvPr/>
        </p:nvSpPr>
        <p:spPr>
          <a:xfrm>
            <a:off x="0" y="0"/>
            <a:ext cx="455745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F080-909A-724A-B255-9AFCBE9214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400" y="518400"/>
            <a:ext cx="3742270" cy="3558300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Chapter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B813B-7E2E-C042-BD74-7626C6B6C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9E894-8FF4-3749-8057-70D798DA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7999" y="6490800"/>
            <a:ext cx="2473863" cy="19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11F61-0B1F-EA43-8F52-D66AD25B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6880C3-C1B4-F04F-A5D3-67C9E1F30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0" y="4309744"/>
            <a:ext cx="3742270" cy="1500505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226800" indent="0">
              <a:buNone/>
              <a:defRPr sz="2000"/>
            </a:lvl2pPr>
            <a:lvl3pPr marL="453600" indent="0">
              <a:buNone/>
              <a:defRPr sz="2000"/>
            </a:lvl3pPr>
            <a:lvl4pPr marL="673200" indent="0">
              <a:buNone/>
              <a:defRPr sz="2000"/>
            </a:lvl4pPr>
            <a:lvl5pPr marL="892800" indent="0">
              <a:buNone/>
              <a:defRPr sz="2000"/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F14B60-6B94-EE45-85FF-9E8160BFC7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4985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36FDC867-5511-5F4B-AE73-53D2FECBF2FE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11" name="textruta 5">
              <a:extLst>
                <a:ext uri="{FF2B5EF4-FFF2-40B4-BE49-F238E27FC236}">
                  <a16:creationId xmlns:a16="http://schemas.microsoft.com/office/drawing/2014/main" id="{11DF335A-5919-7844-934C-E2697D9B3D59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12" name="textruta 8">
              <a:extLst>
                <a:ext uri="{FF2B5EF4-FFF2-40B4-BE49-F238E27FC236}">
                  <a16:creationId xmlns:a16="http://schemas.microsoft.com/office/drawing/2014/main" id="{A3D10DD3-EB93-674F-825E-85A1E1803A0C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ktangel 9">
              <a:extLst>
                <a:ext uri="{FF2B5EF4-FFF2-40B4-BE49-F238E27FC236}">
                  <a16:creationId xmlns:a16="http://schemas.microsoft.com/office/drawing/2014/main" id="{8DEA71C0-C00E-9E44-A1D9-BB63C231EE71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" name="Rektangel 10">
              <a:extLst>
                <a:ext uri="{FF2B5EF4-FFF2-40B4-BE49-F238E27FC236}">
                  <a16:creationId xmlns:a16="http://schemas.microsoft.com/office/drawing/2014/main" id="{D535A6FC-C54A-4E43-A199-59520FBEC919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176948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73242-1CF3-AD47-9D3D-58AEEB12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57C4F-6580-EE41-AD27-DB34A394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F26E7-3456-2043-A566-8D98C428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822A3C-AE51-BD43-92F0-23DA887604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600" y="2030400"/>
            <a:ext cx="8366125" cy="3779850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4DE0B3-90DB-5D4F-B865-A20D163FFF87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16" name="Frihandsfigur 74">
              <a:extLst>
                <a:ext uri="{FF2B5EF4-FFF2-40B4-BE49-F238E27FC236}">
                  <a16:creationId xmlns:a16="http://schemas.microsoft.com/office/drawing/2014/main" id="{9979C932-1680-9943-9FC9-6B8CBDC21454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ihandsfigur 75">
              <a:extLst>
                <a:ext uri="{FF2B5EF4-FFF2-40B4-BE49-F238E27FC236}">
                  <a16:creationId xmlns:a16="http://schemas.microsoft.com/office/drawing/2014/main" id="{2D789AB7-89D2-AA4F-96CD-CA220649C1FF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ihandsfigur 76">
              <a:extLst>
                <a:ext uri="{FF2B5EF4-FFF2-40B4-BE49-F238E27FC236}">
                  <a16:creationId xmlns:a16="http://schemas.microsoft.com/office/drawing/2014/main" id="{C7297E1B-B664-6C43-B9EE-8669FA407A94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ihandsfigur 78">
              <a:extLst>
                <a:ext uri="{FF2B5EF4-FFF2-40B4-BE49-F238E27FC236}">
                  <a16:creationId xmlns:a16="http://schemas.microsoft.com/office/drawing/2014/main" id="{CA5BE447-23D5-D74A-ABFC-9D26F5E09222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ihandsfigur 79">
              <a:extLst>
                <a:ext uri="{FF2B5EF4-FFF2-40B4-BE49-F238E27FC236}">
                  <a16:creationId xmlns:a16="http://schemas.microsoft.com/office/drawing/2014/main" id="{415A90B3-FC7B-9F40-8216-9E17FBF912B9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ihandsfigur 80">
              <a:extLst>
                <a:ext uri="{FF2B5EF4-FFF2-40B4-BE49-F238E27FC236}">
                  <a16:creationId xmlns:a16="http://schemas.microsoft.com/office/drawing/2014/main" id="{4E8C5023-092D-5C4A-88AE-B63F28ACB16A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DB7881B-D138-6749-B092-DBD80DECC2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11229265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22" name="Group 42">
            <a:extLst>
              <a:ext uri="{FF2B5EF4-FFF2-40B4-BE49-F238E27FC236}">
                <a16:creationId xmlns:a16="http://schemas.microsoft.com/office/drawing/2014/main" id="{F2E96434-49B5-9F41-99D7-6E91E1EC0358}"/>
              </a:ext>
            </a:extLst>
          </p:cNvPr>
          <p:cNvGrpSpPr/>
          <p:nvPr/>
        </p:nvGrpSpPr>
        <p:grpSpPr>
          <a:xfrm>
            <a:off x="12395260" y="0"/>
            <a:ext cx="1681523" cy="1615827"/>
            <a:chOff x="12395260" y="2295907"/>
            <a:chExt cx="1681523" cy="1615827"/>
          </a:xfrm>
        </p:grpSpPr>
        <p:sp>
          <p:nvSpPr>
            <p:cNvPr id="23" name="textruta 12">
              <a:extLst>
                <a:ext uri="{FF2B5EF4-FFF2-40B4-BE49-F238E27FC236}">
                  <a16:creationId xmlns:a16="http://schemas.microsoft.com/office/drawing/2014/main" id="{B3683B20-C0C8-5B47-A261-88ED1D4E1F0E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4" name="Picture 9">
              <a:extLst>
                <a:ext uri="{FF2B5EF4-FFF2-40B4-BE49-F238E27FC236}">
                  <a16:creationId xmlns:a16="http://schemas.microsoft.com/office/drawing/2014/main" id="{56651B14-0898-1F4B-B909-E2D1138860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5" name="Oval 4">
              <a:extLst>
                <a:ext uri="{FF2B5EF4-FFF2-40B4-BE49-F238E27FC236}">
                  <a16:creationId xmlns:a16="http://schemas.microsoft.com/office/drawing/2014/main" id="{D7033611-DEA9-C146-9AFD-3BF21E617D00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6" name="Connector: Elbow 131">
              <a:extLst>
                <a:ext uri="{FF2B5EF4-FFF2-40B4-BE49-F238E27FC236}">
                  <a16:creationId xmlns:a16="http://schemas.microsoft.com/office/drawing/2014/main" id="{42CBC302-CC31-A04C-921C-D7AB7D0203F5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5864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and 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73242-1CF3-AD47-9D3D-58AEEB12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57C4F-6580-EE41-AD27-DB34A394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F26E7-3456-2043-A566-8D98C428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ECC8A5-A4C4-0449-AE81-BDBA8D815BD7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16" name="Frihandsfigur 74">
              <a:extLst>
                <a:ext uri="{FF2B5EF4-FFF2-40B4-BE49-F238E27FC236}">
                  <a16:creationId xmlns:a16="http://schemas.microsoft.com/office/drawing/2014/main" id="{3F6A0994-642A-C049-AE04-98C0576FBFCF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ihandsfigur 75">
              <a:extLst>
                <a:ext uri="{FF2B5EF4-FFF2-40B4-BE49-F238E27FC236}">
                  <a16:creationId xmlns:a16="http://schemas.microsoft.com/office/drawing/2014/main" id="{E29214D3-58E6-9745-8B4A-3870FBDA23C0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ihandsfigur 76">
              <a:extLst>
                <a:ext uri="{FF2B5EF4-FFF2-40B4-BE49-F238E27FC236}">
                  <a16:creationId xmlns:a16="http://schemas.microsoft.com/office/drawing/2014/main" id="{BDCA243B-F039-BB40-9FE7-0D21F14E7DFC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ihandsfigur 78">
              <a:extLst>
                <a:ext uri="{FF2B5EF4-FFF2-40B4-BE49-F238E27FC236}">
                  <a16:creationId xmlns:a16="http://schemas.microsoft.com/office/drawing/2014/main" id="{E845766E-EB6A-DE4C-A0C7-D95D8E47AA04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ihandsfigur 79">
              <a:extLst>
                <a:ext uri="{FF2B5EF4-FFF2-40B4-BE49-F238E27FC236}">
                  <a16:creationId xmlns:a16="http://schemas.microsoft.com/office/drawing/2014/main" id="{0BF75F87-3A41-BF49-87BE-9E20EEF9F636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ihandsfigur 80">
              <a:extLst>
                <a:ext uri="{FF2B5EF4-FFF2-40B4-BE49-F238E27FC236}">
                  <a16:creationId xmlns:a16="http://schemas.microsoft.com/office/drawing/2014/main" id="{C905A7BA-5C3E-6348-A103-B5F936C91762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E5A16CA-A740-5647-800B-CB26E3685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601" y="2030400"/>
            <a:ext cx="5248800" cy="3779850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5DEC2605-11A7-BF48-9792-3A9F3D63E3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1795" y="2030400"/>
            <a:ext cx="5248800" cy="3779850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2BE02DD-FC50-F04A-BDE8-80D5801F62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11229265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24" name="Group 42">
            <a:extLst>
              <a:ext uri="{FF2B5EF4-FFF2-40B4-BE49-F238E27FC236}">
                <a16:creationId xmlns:a16="http://schemas.microsoft.com/office/drawing/2014/main" id="{9A1E3C21-285B-204A-A1B6-8B8C68D73215}"/>
              </a:ext>
            </a:extLst>
          </p:cNvPr>
          <p:cNvGrpSpPr/>
          <p:nvPr/>
        </p:nvGrpSpPr>
        <p:grpSpPr>
          <a:xfrm>
            <a:off x="12395260" y="633"/>
            <a:ext cx="1681523" cy="1615827"/>
            <a:chOff x="12395260" y="2295907"/>
            <a:chExt cx="1681523" cy="1615827"/>
          </a:xfrm>
        </p:grpSpPr>
        <p:sp>
          <p:nvSpPr>
            <p:cNvPr id="25" name="textruta 12">
              <a:extLst>
                <a:ext uri="{FF2B5EF4-FFF2-40B4-BE49-F238E27FC236}">
                  <a16:creationId xmlns:a16="http://schemas.microsoft.com/office/drawing/2014/main" id="{3A45E4C2-0909-1B4C-9A3A-8242BA127F6C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6" name="Picture 9">
              <a:extLst>
                <a:ext uri="{FF2B5EF4-FFF2-40B4-BE49-F238E27FC236}">
                  <a16:creationId xmlns:a16="http://schemas.microsoft.com/office/drawing/2014/main" id="{C627FE67-7EF4-AA48-A9B0-967BE07C4A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7" name="Oval 4">
              <a:extLst>
                <a:ext uri="{FF2B5EF4-FFF2-40B4-BE49-F238E27FC236}">
                  <a16:creationId xmlns:a16="http://schemas.microsoft.com/office/drawing/2014/main" id="{F0709D48-1D7E-064F-AC7E-BCCF52A1E158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8" name="Connector: Elbow 131">
              <a:extLst>
                <a:ext uri="{FF2B5EF4-FFF2-40B4-BE49-F238E27FC236}">
                  <a16:creationId xmlns:a16="http://schemas.microsoft.com/office/drawing/2014/main" id="{0DA005EE-C5B7-A74F-8A69-BF90EEA26820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316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and tex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73242-1CF3-AD47-9D3D-58AEEB12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57C4F-6580-EE41-AD27-DB34A394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F26E7-3456-2043-A566-8D98C428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2BB741-8F50-4F4D-A578-4871EC2970C0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16" name="Frihandsfigur 74">
              <a:extLst>
                <a:ext uri="{FF2B5EF4-FFF2-40B4-BE49-F238E27FC236}">
                  <a16:creationId xmlns:a16="http://schemas.microsoft.com/office/drawing/2014/main" id="{ACDB3853-C61F-6B4F-AF64-35C30F7BC5FB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ihandsfigur 75">
              <a:extLst>
                <a:ext uri="{FF2B5EF4-FFF2-40B4-BE49-F238E27FC236}">
                  <a16:creationId xmlns:a16="http://schemas.microsoft.com/office/drawing/2014/main" id="{A8EF3381-DC15-D74F-8A7C-2F0A53971671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ihandsfigur 76">
              <a:extLst>
                <a:ext uri="{FF2B5EF4-FFF2-40B4-BE49-F238E27FC236}">
                  <a16:creationId xmlns:a16="http://schemas.microsoft.com/office/drawing/2014/main" id="{633D3D83-B2A5-AB4D-95C0-019762B9DDE3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ihandsfigur 78">
              <a:extLst>
                <a:ext uri="{FF2B5EF4-FFF2-40B4-BE49-F238E27FC236}">
                  <a16:creationId xmlns:a16="http://schemas.microsoft.com/office/drawing/2014/main" id="{F5CE4C72-DE9D-3B41-9DA2-E2567278D8B9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ihandsfigur 79">
              <a:extLst>
                <a:ext uri="{FF2B5EF4-FFF2-40B4-BE49-F238E27FC236}">
                  <a16:creationId xmlns:a16="http://schemas.microsoft.com/office/drawing/2014/main" id="{56F4FE42-F51E-664B-915D-F3464A247F7D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ihandsfigur 80">
              <a:extLst>
                <a:ext uri="{FF2B5EF4-FFF2-40B4-BE49-F238E27FC236}">
                  <a16:creationId xmlns:a16="http://schemas.microsoft.com/office/drawing/2014/main" id="{40832918-D645-8F4B-82AC-DB0154D0AEA4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8AF341F-F882-834B-AE12-75F1BB4B23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601" y="2030400"/>
            <a:ext cx="3420000" cy="3779850"/>
          </a:xfrm>
        </p:spPr>
        <p:txBody>
          <a:bodyPr numCol="1" spcCol="360000"/>
          <a:lstStyle>
            <a:lvl1pPr marL="136525" indent="-136525">
              <a:spcBef>
                <a:spcPts val="200"/>
              </a:spcBef>
              <a:spcAft>
                <a:spcPts val="200"/>
              </a:spcAft>
              <a:tabLst/>
              <a:defRPr sz="1600"/>
            </a:lvl1pPr>
            <a:lvl2pPr marL="269875" indent="-133350">
              <a:spcBef>
                <a:spcPts val="200"/>
              </a:spcBef>
              <a:spcAft>
                <a:spcPts val="200"/>
              </a:spcAft>
              <a:tabLst/>
              <a:defRPr sz="1400"/>
            </a:lvl2pPr>
            <a:lvl3pPr marL="401638" indent="-131763">
              <a:spcBef>
                <a:spcPts val="0"/>
              </a:spcBef>
              <a:spcAft>
                <a:spcPts val="200"/>
              </a:spcAft>
              <a:tabLst/>
              <a:defRPr sz="1400"/>
            </a:lvl3pPr>
            <a:lvl4pPr marL="533400" indent="-131763">
              <a:spcAft>
                <a:spcPts val="200"/>
              </a:spcAft>
              <a:tabLst/>
              <a:defRPr sz="1200"/>
            </a:lvl4pPr>
            <a:lvl5pPr marL="671513" indent="-138113"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208799C5-E796-6A4D-9794-7BF4D1500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89437" y="2030400"/>
            <a:ext cx="3420000" cy="3779850"/>
          </a:xfrm>
        </p:spPr>
        <p:txBody>
          <a:bodyPr numCol="1" spcCol="360000"/>
          <a:lstStyle>
            <a:lvl1pPr marL="136525" indent="-136525">
              <a:spcBef>
                <a:spcPts val="200"/>
              </a:spcBef>
              <a:spcAft>
                <a:spcPts val="200"/>
              </a:spcAft>
              <a:tabLst/>
              <a:defRPr sz="1600"/>
            </a:lvl1pPr>
            <a:lvl2pPr marL="269875" indent="-133350">
              <a:spcBef>
                <a:spcPts val="200"/>
              </a:spcBef>
              <a:spcAft>
                <a:spcPts val="200"/>
              </a:spcAft>
              <a:tabLst/>
              <a:defRPr sz="1400"/>
            </a:lvl2pPr>
            <a:lvl3pPr marL="401638" indent="-131763">
              <a:spcBef>
                <a:spcPts val="0"/>
              </a:spcBef>
              <a:spcAft>
                <a:spcPts val="200"/>
              </a:spcAft>
              <a:tabLst/>
              <a:defRPr sz="1400"/>
            </a:lvl3pPr>
            <a:lvl4pPr marL="533400" indent="-131763">
              <a:spcAft>
                <a:spcPts val="200"/>
              </a:spcAft>
              <a:tabLst/>
              <a:defRPr sz="1200"/>
            </a:lvl4pPr>
            <a:lvl5pPr marL="671513" indent="-138113"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BCD5F49-C13D-2A42-B9A4-C829574710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96274" y="2030400"/>
            <a:ext cx="3420000" cy="3779850"/>
          </a:xfrm>
        </p:spPr>
        <p:txBody>
          <a:bodyPr numCol="1" spcCol="360000"/>
          <a:lstStyle>
            <a:lvl1pPr marL="136525" indent="-136525">
              <a:spcBef>
                <a:spcPts val="200"/>
              </a:spcBef>
              <a:spcAft>
                <a:spcPts val="200"/>
              </a:spcAft>
              <a:tabLst/>
              <a:defRPr sz="1600"/>
            </a:lvl1pPr>
            <a:lvl2pPr marL="269875" indent="-133350">
              <a:spcBef>
                <a:spcPts val="200"/>
              </a:spcBef>
              <a:spcAft>
                <a:spcPts val="200"/>
              </a:spcAft>
              <a:tabLst/>
              <a:defRPr sz="1400"/>
            </a:lvl2pPr>
            <a:lvl3pPr marL="401638" indent="-131763">
              <a:spcBef>
                <a:spcPts val="0"/>
              </a:spcBef>
              <a:spcAft>
                <a:spcPts val="200"/>
              </a:spcAft>
              <a:tabLst/>
              <a:defRPr sz="1400"/>
            </a:lvl3pPr>
            <a:lvl4pPr marL="533400" indent="-131763">
              <a:spcAft>
                <a:spcPts val="200"/>
              </a:spcAft>
              <a:tabLst/>
              <a:defRPr sz="1200"/>
            </a:lvl4pPr>
            <a:lvl5pPr marL="671513" indent="-138113"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5DF8A9F6-8695-8148-A741-8BD601E3D8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11229265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25" name="Group 42">
            <a:extLst>
              <a:ext uri="{FF2B5EF4-FFF2-40B4-BE49-F238E27FC236}">
                <a16:creationId xmlns:a16="http://schemas.microsoft.com/office/drawing/2014/main" id="{4778D651-5E56-1143-B2FF-6158C548698C}"/>
              </a:ext>
            </a:extLst>
          </p:cNvPr>
          <p:cNvGrpSpPr/>
          <p:nvPr/>
        </p:nvGrpSpPr>
        <p:grpSpPr>
          <a:xfrm>
            <a:off x="12395260" y="0"/>
            <a:ext cx="1681523" cy="1615827"/>
            <a:chOff x="12395260" y="2295907"/>
            <a:chExt cx="1681523" cy="1615827"/>
          </a:xfrm>
        </p:grpSpPr>
        <p:sp>
          <p:nvSpPr>
            <p:cNvPr id="26" name="textruta 12">
              <a:extLst>
                <a:ext uri="{FF2B5EF4-FFF2-40B4-BE49-F238E27FC236}">
                  <a16:creationId xmlns:a16="http://schemas.microsoft.com/office/drawing/2014/main" id="{A98E2F03-F8E7-994E-8686-CCC6B6300B74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7" name="Picture 9">
              <a:extLst>
                <a:ext uri="{FF2B5EF4-FFF2-40B4-BE49-F238E27FC236}">
                  <a16:creationId xmlns:a16="http://schemas.microsoft.com/office/drawing/2014/main" id="{F7100FB9-90BC-8F4A-8FC1-0D90D490EC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8" name="Oval 4">
              <a:extLst>
                <a:ext uri="{FF2B5EF4-FFF2-40B4-BE49-F238E27FC236}">
                  <a16:creationId xmlns:a16="http://schemas.microsoft.com/office/drawing/2014/main" id="{900845B6-6A2C-AD44-B3B5-66AB8572B554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9" name="Connector: Elbow 131">
              <a:extLst>
                <a:ext uri="{FF2B5EF4-FFF2-40B4-BE49-F238E27FC236}">
                  <a16:creationId xmlns:a16="http://schemas.microsoft.com/office/drawing/2014/main" id="{9E5CF92A-FE1F-FB48-9E83-083A621C7F63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842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3A319-C0AD-F34C-B41D-DD86A1846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AA477-BCE2-104A-80EB-D900B690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6463C-128A-654B-84A3-0521F600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62119E-4E3E-1143-A666-F1BE37C9C33C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14" name="Frihandsfigur 74">
              <a:extLst>
                <a:ext uri="{FF2B5EF4-FFF2-40B4-BE49-F238E27FC236}">
                  <a16:creationId xmlns:a16="http://schemas.microsoft.com/office/drawing/2014/main" id="{77C81226-F0A4-A24D-B47B-CD30EE5145F5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5" name="Frihandsfigur 75">
              <a:extLst>
                <a:ext uri="{FF2B5EF4-FFF2-40B4-BE49-F238E27FC236}">
                  <a16:creationId xmlns:a16="http://schemas.microsoft.com/office/drawing/2014/main" id="{53E22C1D-636A-6649-BD1F-D9D8C35E833A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ihandsfigur 76">
              <a:extLst>
                <a:ext uri="{FF2B5EF4-FFF2-40B4-BE49-F238E27FC236}">
                  <a16:creationId xmlns:a16="http://schemas.microsoft.com/office/drawing/2014/main" id="{55472D74-F688-354C-8590-A910FCDE83DA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ihandsfigur 78">
              <a:extLst>
                <a:ext uri="{FF2B5EF4-FFF2-40B4-BE49-F238E27FC236}">
                  <a16:creationId xmlns:a16="http://schemas.microsoft.com/office/drawing/2014/main" id="{FD144BF5-16E2-5340-AC55-FAAF0B780D73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ihandsfigur 79">
              <a:extLst>
                <a:ext uri="{FF2B5EF4-FFF2-40B4-BE49-F238E27FC236}">
                  <a16:creationId xmlns:a16="http://schemas.microsoft.com/office/drawing/2014/main" id="{7660FEE6-A980-A748-BE0D-75C93FD9ED83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ihandsfigur 80">
              <a:extLst>
                <a:ext uri="{FF2B5EF4-FFF2-40B4-BE49-F238E27FC236}">
                  <a16:creationId xmlns:a16="http://schemas.microsoft.com/office/drawing/2014/main" id="{D461310D-6410-6446-A3B9-C27188087FF1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3DB64F8-5F18-AE47-8D29-1A1DD36758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11229265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21" name="Group 42">
            <a:extLst>
              <a:ext uri="{FF2B5EF4-FFF2-40B4-BE49-F238E27FC236}">
                <a16:creationId xmlns:a16="http://schemas.microsoft.com/office/drawing/2014/main" id="{B50AC54F-9182-3443-AE7A-924DAC3DA09A}"/>
              </a:ext>
            </a:extLst>
          </p:cNvPr>
          <p:cNvGrpSpPr/>
          <p:nvPr/>
        </p:nvGrpSpPr>
        <p:grpSpPr>
          <a:xfrm>
            <a:off x="12395260" y="0"/>
            <a:ext cx="1681523" cy="1615827"/>
            <a:chOff x="12395260" y="2295907"/>
            <a:chExt cx="1681523" cy="1615827"/>
          </a:xfrm>
        </p:grpSpPr>
        <p:sp>
          <p:nvSpPr>
            <p:cNvPr id="22" name="textruta 12">
              <a:extLst>
                <a:ext uri="{FF2B5EF4-FFF2-40B4-BE49-F238E27FC236}">
                  <a16:creationId xmlns:a16="http://schemas.microsoft.com/office/drawing/2014/main" id="{B8F0F0F5-BC13-B34C-8057-19A9D2B3C33E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3" name="Picture 9">
              <a:extLst>
                <a:ext uri="{FF2B5EF4-FFF2-40B4-BE49-F238E27FC236}">
                  <a16:creationId xmlns:a16="http://schemas.microsoft.com/office/drawing/2014/main" id="{0890B1F8-4AA3-6248-859E-1EB4574D96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4" name="Oval 4">
              <a:extLst>
                <a:ext uri="{FF2B5EF4-FFF2-40B4-BE49-F238E27FC236}">
                  <a16:creationId xmlns:a16="http://schemas.microsoft.com/office/drawing/2014/main" id="{ADF5CC88-4F47-2041-B017-29DB6A52B25F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5" name="Connector: Elbow 131">
              <a:extLst>
                <a:ext uri="{FF2B5EF4-FFF2-40B4-BE49-F238E27FC236}">
                  <a16:creationId xmlns:a16="http://schemas.microsoft.com/office/drawing/2014/main" id="{E94F6A2E-19C2-2A47-8144-A5ED6EC12102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25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86672-9891-EA41-BF6E-8568390D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15E16-8D09-BD4F-8DD3-38D4A695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96C7B-A0EC-D84A-A7C4-22474472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C10676-481E-0C41-B1B9-0D8E4AEBA96C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14" name="Frihandsfigur 74">
              <a:extLst>
                <a:ext uri="{FF2B5EF4-FFF2-40B4-BE49-F238E27FC236}">
                  <a16:creationId xmlns:a16="http://schemas.microsoft.com/office/drawing/2014/main" id="{2AB7451C-E34D-844A-8820-9E29504B07AC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5" name="Frihandsfigur 75">
              <a:extLst>
                <a:ext uri="{FF2B5EF4-FFF2-40B4-BE49-F238E27FC236}">
                  <a16:creationId xmlns:a16="http://schemas.microsoft.com/office/drawing/2014/main" id="{16AEE4DD-1911-2B48-AED4-FB6701859EA9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ihandsfigur 76">
              <a:extLst>
                <a:ext uri="{FF2B5EF4-FFF2-40B4-BE49-F238E27FC236}">
                  <a16:creationId xmlns:a16="http://schemas.microsoft.com/office/drawing/2014/main" id="{5752D07F-EA04-8B4F-AC65-D995A495D22A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ihandsfigur 78">
              <a:extLst>
                <a:ext uri="{FF2B5EF4-FFF2-40B4-BE49-F238E27FC236}">
                  <a16:creationId xmlns:a16="http://schemas.microsoft.com/office/drawing/2014/main" id="{53B0AC75-5BB5-5C4B-B2BB-D2174BBCD451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ihandsfigur 79">
              <a:extLst>
                <a:ext uri="{FF2B5EF4-FFF2-40B4-BE49-F238E27FC236}">
                  <a16:creationId xmlns:a16="http://schemas.microsoft.com/office/drawing/2014/main" id="{C01FC864-593F-764B-A322-C388CBED51D9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ihandsfigur 80">
              <a:extLst>
                <a:ext uri="{FF2B5EF4-FFF2-40B4-BE49-F238E27FC236}">
                  <a16:creationId xmlns:a16="http://schemas.microsoft.com/office/drawing/2014/main" id="{934DF9F1-299F-DD4F-8915-AB4BA30144EF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230497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and 1/2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DA76B7-AA88-5343-B896-1CB3A0F4C276}"/>
              </a:ext>
            </a:extLst>
          </p:cNvPr>
          <p:cNvSpPr/>
          <p:nvPr/>
        </p:nvSpPr>
        <p:spPr>
          <a:xfrm>
            <a:off x="0" y="0"/>
            <a:ext cx="62192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5E1A61-F20E-C244-95C8-24DC9AFF0A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2778" y="2"/>
            <a:ext cx="5984875" cy="6857999"/>
          </a:xfrm>
          <a:custGeom>
            <a:avLst/>
            <a:gdLst>
              <a:gd name="connsiteX0" fmla="*/ 4840264 w 5984875"/>
              <a:gd name="connsiteY0" fmla="*/ 6426573 h 6857999"/>
              <a:gd name="connsiteX1" fmla="*/ 4838045 w 5984875"/>
              <a:gd name="connsiteY1" fmla="*/ 6437746 h 6857999"/>
              <a:gd name="connsiteX2" fmla="*/ 4848033 w 5984875"/>
              <a:gd name="connsiteY2" fmla="*/ 6447128 h 6857999"/>
              <a:gd name="connsiteX3" fmla="*/ 4819434 w 5984875"/>
              <a:gd name="connsiteY3" fmla="*/ 6591094 h 6857999"/>
              <a:gd name="connsiteX4" fmla="*/ 4805690 w 5984875"/>
              <a:gd name="connsiteY4" fmla="*/ 6603802 h 6857999"/>
              <a:gd name="connsiteX5" fmla="*/ 4803470 w 5984875"/>
              <a:gd name="connsiteY5" fmla="*/ 6615060 h 6857999"/>
              <a:gd name="connsiteX6" fmla="*/ 4879705 w 5984875"/>
              <a:gd name="connsiteY6" fmla="*/ 6615060 h 6857999"/>
              <a:gd name="connsiteX7" fmla="*/ 4881925 w 5984875"/>
              <a:gd name="connsiteY7" fmla="*/ 6603802 h 6857999"/>
              <a:gd name="connsiteX8" fmla="*/ 4871424 w 5984875"/>
              <a:gd name="connsiteY8" fmla="*/ 6594421 h 6857999"/>
              <a:gd name="connsiteX9" fmla="*/ 4890461 w 5984875"/>
              <a:gd name="connsiteY9" fmla="*/ 6498386 h 6857999"/>
              <a:gd name="connsiteX10" fmla="*/ 4973184 w 5984875"/>
              <a:gd name="connsiteY10" fmla="*/ 6614975 h 6857999"/>
              <a:gd name="connsiteX11" fmla="*/ 5032772 w 5984875"/>
              <a:gd name="connsiteY11" fmla="*/ 6614975 h 6857999"/>
              <a:gd name="connsiteX12" fmla="*/ 5065981 w 5984875"/>
              <a:gd name="connsiteY12" fmla="*/ 6447042 h 6857999"/>
              <a:gd name="connsiteX13" fmla="*/ 5076481 w 5984875"/>
              <a:gd name="connsiteY13" fmla="*/ 6437831 h 6857999"/>
              <a:gd name="connsiteX14" fmla="*/ 5078701 w 5984875"/>
              <a:gd name="connsiteY14" fmla="*/ 6426573 h 6857999"/>
              <a:gd name="connsiteX15" fmla="*/ 5008186 w 5984875"/>
              <a:gd name="connsiteY15" fmla="*/ 6426573 h 6857999"/>
              <a:gd name="connsiteX16" fmla="*/ 5005966 w 5984875"/>
              <a:gd name="connsiteY16" fmla="*/ 6437831 h 6857999"/>
              <a:gd name="connsiteX17" fmla="*/ 5013308 w 5984875"/>
              <a:gd name="connsiteY17" fmla="*/ 6446701 h 6857999"/>
              <a:gd name="connsiteX18" fmla="*/ 4996405 w 5984875"/>
              <a:gd name="connsiteY18" fmla="*/ 6531989 h 6857999"/>
              <a:gd name="connsiteX19" fmla="*/ 4920426 w 5984875"/>
              <a:gd name="connsiteY19" fmla="*/ 6426573 h 6857999"/>
              <a:gd name="connsiteX20" fmla="*/ 5425471 w 5984875"/>
              <a:gd name="connsiteY20" fmla="*/ 6422479 h 6857999"/>
              <a:gd name="connsiteX21" fmla="*/ 5295282 w 5984875"/>
              <a:gd name="connsiteY21" fmla="*/ 6511606 h 6857999"/>
              <a:gd name="connsiteX22" fmla="*/ 5381676 w 5984875"/>
              <a:gd name="connsiteY22" fmla="*/ 6618813 h 6857999"/>
              <a:gd name="connsiteX23" fmla="*/ 5463545 w 5984875"/>
              <a:gd name="connsiteY23" fmla="*/ 6614890 h 6857999"/>
              <a:gd name="connsiteX24" fmla="*/ 5478570 w 5984875"/>
              <a:gd name="connsiteY24" fmla="*/ 6554165 h 6857999"/>
              <a:gd name="connsiteX25" fmla="*/ 5465679 w 5984875"/>
              <a:gd name="connsiteY25" fmla="*/ 6554165 h 6857999"/>
              <a:gd name="connsiteX26" fmla="*/ 5392347 w 5984875"/>
              <a:gd name="connsiteY26" fmla="*/ 6568493 h 6857999"/>
              <a:gd name="connsiteX27" fmla="*/ 5354614 w 5984875"/>
              <a:gd name="connsiteY27" fmla="*/ 6512544 h 6857999"/>
              <a:gd name="connsiteX28" fmla="*/ 5418385 w 5984875"/>
              <a:gd name="connsiteY28" fmla="*/ 6471691 h 6857999"/>
              <a:gd name="connsiteX29" fmla="*/ 5473533 w 5984875"/>
              <a:gd name="connsiteY29" fmla="*/ 6486702 h 6857999"/>
              <a:gd name="connsiteX30" fmla="*/ 5486851 w 5984875"/>
              <a:gd name="connsiteY30" fmla="*/ 6486702 h 6857999"/>
              <a:gd name="connsiteX31" fmla="*/ 5498888 w 5984875"/>
              <a:gd name="connsiteY31" fmla="*/ 6428791 h 6857999"/>
              <a:gd name="connsiteX32" fmla="*/ 5425471 w 5984875"/>
              <a:gd name="connsiteY32" fmla="*/ 6422479 h 6857999"/>
              <a:gd name="connsiteX33" fmla="*/ 5213670 w 5984875"/>
              <a:gd name="connsiteY33" fmla="*/ 6422479 h 6857999"/>
              <a:gd name="connsiteX34" fmla="*/ 5083481 w 5984875"/>
              <a:gd name="connsiteY34" fmla="*/ 6511606 h 6857999"/>
              <a:gd name="connsiteX35" fmla="*/ 5169875 w 5984875"/>
              <a:gd name="connsiteY35" fmla="*/ 6618813 h 6857999"/>
              <a:gd name="connsiteX36" fmla="*/ 5251744 w 5984875"/>
              <a:gd name="connsiteY36" fmla="*/ 6614890 h 6857999"/>
              <a:gd name="connsiteX37" fmla="*/ 5266769 w 5984875"/>
              <a:gd name="connsiteY37" fmla="*/ 6554165 h 6857999"/>
              <a:gd name="connsiteX38" fmla="*/ 5253878 w 5984875"/>
              <a:gd name="connsiteY38" fmla="*/ 6554165 h 6857999"/>
              <a:gd name="connsiteX39" fmla="*/ 5180546 w 5984875"/>
              <a:gd name="connsiteY39" fmla="*/ 6568493 h 6857999"/>
              <a:gd name="connsiteX40" fmla="*/ 5142813 w 5984875"/>
              <a:gd name="connsiteY40" fmla="*/ 6512544 h 6857999"/>
              <a:gd name="connsiteX41" fmla="*/ 5206584 w 5984875"/>
              <a:gd name="connsiteY41" fmla="*/ 6471691 h 6857999"/>
              <a:gd name="connsiteX42" fmla="*/ 5261732 w 5984875"/>
              <a:gd name="connsiteY42" fmla="*/ 6486702 h 6857999"/>
              <a:gd name="connsiteX43" fmla="*/ 5275050 w 5984875"/>
              <a:gd name="connsiteY43" fmla="*/ 6486702 h 6857999"/>
              <a:gd name="connsiteX44" fmla="*/ 5287087 w 5984875"/>
              <a:gd name="connsiteY44" fmla="*/ 6428791 h 6857999"/>
              <a:gd name="connsiteX45" fmla="*/ 5213670 w 5984875"/>
              <a:gd name="connsiteY45" fmla="*/ 6422479 h 6857999"/>
              <a:gd name="connsiteX46" fmla="*/ 5674749 w 5984875"/>
              <a:gd name="connsiteY46" fmla="*/ 6407980 h 6857999"/>
              <a:gd name="connsiteX47" fmla="*/ 5628564 w 5984875"/>
              <a:gd name="connsiteY47" fmla="*/ 6442095 h 6857999"/>
              <a:gd name="connsiteX48" fmla="*/ 5691310 w 5984875"/>
              <a:gd name="connsiteY48" fmla="*/ 6498641 h 6857999"/>
              <a:gd name="connsiteX49" fmla="*/ 5256098 w 5984875"/>
              <a:gd name="connsiteY49" fmla="*/ 6345890 h 6857999"/>
              <a:gd name="connsiteX50" fmla="*/ 5563598 w 5984875"/>
              <a:gd name="connsiteY50" fmla="*/ 6406871 h 6857999"/>
              <a:gd name="connsiteX51" fmla="*/ 5499827 w 5984875"/>
              <a:gd name="connsiteY51" fmla="*/ 6525763 h 6857999"/>
              <a:gd name="connsiteX52" fmla="*/ 5743898 w 5984875"/>
              <a:gd name="connsiteY52" fmla="*/ 6345890 h 6857999"/>
              <a:gd name="connsiteX53" fmla="*/ 5647687 w 5984875"/>
              <a:gd name="connsiteY53" fmla="*/ 6263672 h 6857999"/>
              <a:gd name="connsiteX54" fmla="*/ 5605685 w 5984875"/>
              <a:gd name="connsiteY54" fmla="*/ 6337276 h 6857999"/>
              <a:gd name="connsiteX55" fmla="*/ 5661602 w 5984875"/>
              <a:gd name="connsiteY55" fmla="*/ 6337276 h 6857999"/>
              <a:gd name="connsiteX56" fmla="*/ 0 w 5984875"/>
              <a:gd name="connsiteY56" fmla="*/ 0 h 6857999"/>
              <a:gd name="connsiteX57" fmla="*/ 5984875 w 5984875"/>
              <a:gd name="connsiteY57" fmla="*/ 0 h 6857999"/>
              <a:gd name="connsiteX58" fmla="*/ 5984875 w 5984875"/>
              <a:gd name="connsiteY58" fmla="*/ 6857999 h 6857999"/>
              <a:gd name="connsiteX59" fmla="*/ 0 w 5984875"/>
              <a:gd name="connsiteY5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984875" h="6857999">
                <a:moveTo>
                  <a:pt x="4840264" y="6426573"/>
                </a:moveTo>
                <a:lnTo>
                  <a:pt x="4838045" y="6437746"/>
                </a:lnTo>
                <a:cubicBezTo>
                  <a:pt x="4847008" y="6437746"/>
                  <a:pt x="4849399" y="6439964"/>
                  <a:pt x="4848033" y="6447128"/>
                </a:cubicBezTo>
                <a:cubicBezTo>
                  <a:pt x="4848033" y="6447128"/>
                  <a:pt x="4822507" y="6577363"/>
                  <a:pt x="4819434" y="6591094"/>
                </a:cubicBezTo>
                <a:cubicBezTo>
                  <a:pt x="4817129" y="6601158"/>
                  <a:pt x="4817129" y="6603632"/>
                  <a:pt x="4805690" y="6603802"/>
                </a:cubicBezTo>
                <a:lnTo>
                  <a:pt x="4803470" y="6615060"/>
                </a:lnTo>
                <a:lnTo>
                  <a:pt x="4879705" y="6615060"/>
                </a:lnTo>
                <a:lnTo>
                  <a:pt x="4881925" y="6603802"/>
                </a:lnTo>
                <a:cubicBezTo>
                  <a:pt x="4873814" y="6603802"/>
                  <a:pt x="4870058" y="6601414"/>
                  <a:pt x="4871424" y="6594421"/>
                </a:cubicBezTo>
                <a:lnTo>
                  <a:pt x="4890461" y="6498386"/>
                </a:lnTo>
                <a:lnTo>
                  <a:pt x="4973184" y="6614975"/>
                </a:lnTo>
                <a:lnTo>
                  <a:pt x="5032772" y="6614975"/>
                </a:lnTo>
                <a:lnTo>
                  <a:pt x="5065981" y="6447042"/>
                </a:lnTo>
                <a:cubicBezTo>
                  <a:pt x="5067262" y="6440390"/>
                  <a:pt x="5068713" y="6437831"/>
                  <a:pt x="5076481" y="6437831"/>
                </a:cubicBezTo>
                <a:lnTo>
                  <a:pt x="5078701" y="6426573"/>
                </a:lnTo>
                <a:lnTo>
                  <a:pt x="5008186" y="6426573"/>
                </a:lnTo>
                <a:lnTo>
                  <a:pt x="5005966" y="6437831"/>
                </a:lnTo>
                <a:cubicBezTo>
                  <a:pt x="5012796" y="6437831"/>
                  <a:pt x="5014418" y="6440902"/>
                  <a:pt x="5013308" y="6446701"/>
                </a:cubicBezTo>
                <a:lnTo>
                  <a:pt x="4996405" y="6531989"/>
                </a:lnTo>
                <a:lnTo>
                  <a:pt x="4920426" y="6426573"/>
                </a:lnTo>
                <a:close/>
                <a:moveTo>
                  <a:pt x="5425471" y="6422479"/>
                </a:moveTo>
                <a:cubicBezTo>
                  <a:pt x="5330711" y="6424697"/>
                  <a:pt x="5309283" y="6455315"/>
                  <a:pt x="5295282" y="6511606"/>
                </a:cubicBezTo>
                <a:cubicBezTo>
                  <a:pt x="5280514" y="6570796"/>
                  <a:pt x="5291441" y="6618813"/>
                  <a:pt x="5381676" y="6618813"/>
                </a:cubicBezTo>
                <a:cubicBezTo>
                  <a:pt x="5407970" y="6618813"/>
                  <a:pt x="5463545" y="6614890"/>
                  <a:pt x="5463545" y="6614890"/>
                </a:cubicBezTo>
                <a:lnTo>
                  <a:pt x="5478570" y="6554165"/>
                </a:lnTo>
                <a:lnTo>
                  <a:pt x="5465679" y="6554165"/>
                </a:lnTo>
                <a:cubicBezTo>
                  <a:pt x="5463545" y="6564655"/>
                  <a:pt x="5452020" y="6568493"/>
                  <a:pt x="5392347" y="6568493"/>
                </a:cubicBezTo>
                <a:cubicBezTo>
                  <a:pt x="5357004" y="6568493"/>
                  <a:pt x="5341467" y="6564826"/>
                  <a:pt x="5354614" y="6512544"/>
                </a:cubicBezTo>
                <a:cubicBezTo>
                  <a:pt x="5361614" y="6484655"/>
                  <a:pt x="5375700" y="6472714"/>
                  <a:pt x="5418385" y="6471691"/>
                </a:cubicBezTo>
                <a:cubicBezTo>
                  <a:pt x="5469350" y="6470497"/>
                  <a:pt x="5475412" y="6477149"/>
                  <a:pt x="5473533" y="6486702"/>
                </a:cubicBezTo>
                <a:lnTo>
                  <a:pt x="5486851" y="6486702"/>
                </a:lnTo>
                <a:lnTo>
                  <a:pt x="5498888" y="6428791"/>
                </a:lnTo>
                <a:cubicBezTo>
                  <a:pt x="5498888" y="6428791"/>
                  <a:pt x="5455350" y="6421712"/>
                  <a:pt x="5425471" y="6422479"/>
                </a:cubicBezTo>
                <a:close/>
                <a:moveTo>
                  <a:pt x="5213670" y="6422479"/>
                </a:moveTo>
                <a:cubicBezTo>
                  <a:pt x="5118910" y="6424697"/>
                  <a:pt x="5097482" y="6455315"/>
                  <a:pt x="5083481" y="6511606"/>
                </a:cubicBezTo>
                <a:cubicBezTo>
                  <a:pt x="5068713" y="6570796"/>
                  <a:pt x="5079640" y="6618813"/>
                  <a:pt x="5169875" y="6618813"/>
                </a:cubicBezTo>
                <a:cubicBezTo>
                  <a:pt x="5196169" y="6618813"/>
                  <a:pt x="5251744" y="6614890"/>
                  <a:pt x="5251744" y="6614890"/>
                </a:cubicBezTo>
                <a:lnTo>
                  <a:pt x="5266769" y="6554165"/>
                </a:lnTo>
                <a:lnTo>
                  <a:pt x="5253878" y="6554165"/>
                </a:lnTo>
                <a:cubicBezTo>
                  <a:pt x="5251915" y="6564740"/>
                  <a:pt x="5240219" y="6568493"/>
                  <a:pt x="5180546" y="6568493"/>
                </a:cubicBezTo>
                <a:cubicBezTo>
                  <a:pt x="5145203" y="6568493"/>
                  <a:pt x="5129666" y="6564826"/>
                  <a:pt x="5142813" y="6512544"/>
                </a:cubicBezTo>
                <a:cubicBezTo>
                  <a:pt x="5149813" y="6484655"/>
                  <a:pt x="5163899" y="6472714"/>
                  <a:pt x="5206584" y="6471691"/>
                </a:cubicBezTo>
                <a:cubicBezTo>
                  <a:pt x="5257549" y="6470497"/>
                  <a:pt x="5263611" y="6477149"/>
                  <a:pt x="5261732" y="6486702"/>
                </a:cubicBezTo>
                <a:lnTo>
                  <a:pt x="5275050" y="6486702"/>
                </a:lnTo>
                <a:lnTo>
                  <a:pt x="5287087" y="6428791"/>
                </a:lnTo>
                <a:cubicBezTo>
                  <a:pt x="5287087" y="6428791"/>
                  <a:pt x="5243549" y="6421712"/>
                  <a:pt x="5213670" y="6422479"/>
                </a:cubicBezTo>
                <a:close/>
                <a:moveTo>
                  <a:pt x="5674749" y="6407980"/>
                </a:moveTo>
                <a:lnTo>
                  <a:pt x="5628564" y="6442095"/>
                </a:lnTo>
                <a:lnTo>
                  <a:pt x="5691310" y="6498641"/>
                </a:lnTo>
                <a:close/>
                <a:moveTo>
                  <a:pt x="5256098" y="6345890"/>
                </a:moveTo>
                <a:lnTo>
                  <a:pt x="5563598" y="6406871"/>
                </a:lnTo>
                <a:lnTo>
                  <a:pt x="5499827" y="6525763"/>
                </a:lnTo>
                <a:lnTo>
                  <a:pt x="5743898" y="6345890"/>
                </a:lnTo>
                <a:close/>
                <a:moveTo>
                  <a:pt x="5647687" y="6263672"/>
                </a:moveTo>
                <a:lnTo>
                  <a:pt x="5605685" y="6337276"/>
                </a:lnTo>
                <a:lnTo>
                  <a:pt x="5661602" y="6337276"/>
                </a:lnTo>
                <a:close/>
                <a:moveTo>
                  <a:pt x="0" y="0"/>
                </a:moveTo>
                <a:lnTo>
                  <a:pt x="5984875" y="0"/>
                </a:lnTo>
                <a:lnTo>
                  <a:pt x="598487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60CD56-029C-4E4D-9A3E-C7B4DFEACA75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9" name="textruta 5">
              <a:extLst>
                <a:ext uri="{FF2B5EF4-FFF2-40B4-BE49-F238E27FC236}">
                  <a16:creationId xmlns:a16="http://schemas.microsoft.com/office/drawing/2014/main" id="{F2419698-7C13-784D-A968-8A19AFFFEA93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10" name="textruta 8">
              <a:extLst>
                <a:ext uri="{FF2B5EF4-FFF2-40B4-BE49-F238E27FC236}">
                  <a16:creationId xmlns:a16="http://schemas.microsoft.com/office/drawing/2014/main" id="{1D731251-34EA-7648-9DE6-76C1ECD72759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ktangel 9">
              <a:extLst>
                <a:ext uri="{FF2B5EF4-FFF2-40B4-BE49-F238E27FC236}">
                  <a16:creationId xmlns:a16="http://schemas.microsoft.com/office/drawing/2014/main" id="{12532C46-2140-B347-BAF2-AB55D38183A2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2" name="Rektangel 10">
              <a:extLst>
                <a:ext uri="{FF2B5EF4-FFF2-40B4-BE49-F238E27FC236}">
                  <a16:creationId xmlns:a16="http://schemas.microsoft.com/office/drawing/2014/main" id="{7A07B89B-F23E-FF42-94A5-31A66B58F8AC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4D04BD-53E4-3948-9673-15A753A45B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533" y="518825"/>
            <a:ext cx="5248993" cy="3557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0"/>
              <a:t>Click to add a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AC902-B7F6-0E4E-8B98-EB0D8FC7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64B5F-01D2-E045-855B-ED5FCEE5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057A1-4A00-5948-A7A4-F7CC3B6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D6711BE-FE5D-0643-B9E8-C488A14AEC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400" y="4302961"/>
            <a:ext cx="5248992" cy="1281863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A080595-99FF-2C46-A7F5-25E009C16B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9375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380E24-F215-EB49-834D-80F09837BB30}"/>
              </a:ext>
            </a:extLst>
          </p:cNvPr>
          <p:cNvSpPr txBox="1"/>
          <p:nvPr/>
        </p:nvSpPr>
        <p:spPr>
          <a:xfrm>
            <a:off x="6858000" y="74051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endParaRPr lang="en-US" sz="2000" spc="40" noProof="0"/>
          </a:p>
        </p:txBody>
      </p:sp>
    </p:spTree>
    <p:extLst>
      <p:ext uri="{BB962C8B-B14F-4D97-AF65-F5344CB8AC3E}">
        <p14:creationId xmlns:p14="http://schemas.microsoft.com/office/powerpoint/2010/main" val="153498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and two 1/4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DA76B7-AA88-5343-B896-1CB3A0F4C276}"/>
              </a:ext>
            </a:extLst>
          </p:cNvPr>
          <p:cNvSpPr/>
          <p:nvPr/>
        </p:nvSpPr>
        <p:spPr>
          <a:xfrm>
            <a:off x="0" y="0"/>
            <a:ext cx="62192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10F53C-679B-8B49-BC54-AE43AB1F9756}"/>
              </a:ext>
            </a:extLst>
          </p:cNvPr>
          <p:cNvSpPr/>
          <p:nvPr/>
        </p:nvSpPr>
        <p:spPr>
          <a:xfrm>
            <a:off x="5731392" y="2781300"/>
            <a:ext cx="6460608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60CD56-029C-4E4D-9A3E-C7B4DFEACA75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9" name="textruta 5">
              <a:extLst>
                <a:ext uri="{FF2B5EF4-FFF2-40B4-BE49-F238E27FC236}">
                  <a16:creationId xmlns:a16="http://schemas.microsoft.com/office/drawing/2014/main" id="{F2419698-7C13-784D-A968-8A19AFFFEA93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10" name="textruta 8">
              <a:extLst>
                <a:ext uri="{FF2B5EF4-FFF2-40B4-BE49-F238E27FC236}">
                  <a16:creationId xmlns:a16="http://schemas.microsoft.com/office/drawing/2014/main" id="{1D731251-34EA-7648-9DE6-76C1ECD72759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ktangel 9">
              <a:extLst>
                <a:ext uri="{FF2B5EF4-FFF2-40B4-BE49-F238E27FC236}">
                  <a16:creationId xmlns:a16="http://schemas.microsoft.com/office/drawing/2014/main" id="{12532C46-2140-B347-BAF2-AB55D38183A2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2" name="Rektangel 10">
              <a:extLst>
                <a:ext uri="{FF2B5EF4-FFF2-40B4-BE49-F238E27FC236}">
                  <a16:creationId xmlns:a16="http://schemas.microsoft.com/office/drawing/2014/main" id="{7A07B89B-F23E-FF42-94A5-31A66B58F8AC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AC902-B7F6-0E4E-8B98-EB0D8FC7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64B5F-01D2-E045-855B-ED5FCEE5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057A1-4A00-5948-A7A4-F7CC3B6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08295B3-8085-2843-A587-25A2ABAE42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2778" y="2"/>
            <a:ext cx="5979222" cy="3409948"/>
          </a:xfrm>
          <a:solidFill>
            <a:schemeClr val="bg2"/>
          </a:solidFill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0BCB144-E786-D245-B35C-C141811DDDF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12778" y="3448800"/>
            <a:ext cx="5979222" cy="3409948"/>
          </a:xfrm>
          <a:custGeom>
            <a:avLst/>
            <a:gdLst>
              <a:gd name="connsiteX0" fmla="*/ 4840264 w 5979222"/>
              <a:gd name="connsiteY0" fmla="*/ 2977774 h 3409948"/>
              <a:gd name="connsiteX1" fmla="*/ 4838045 w 5979222"/>
              <a:gd name="connsiteY1" fmla="*/ 2988947 h 3409948"/>
              <a:gd name="connsiteX2" fmla="*/ 4848033 w 5979222"/>
              <a:gd name="connsiteY2" fmla="*/ 2998329 h 3409948"/>
              <a:gd name="connsiteX3" fmla="*/ 4819434 w 5979222"/>
              <a:gd name="connsiteY3" fmla="*/ 3142295 h 3409948"/>
              <a:gd name="connsiteX4" fmla="*/ 4805690 w 5979222"/>
              <a:gd name="connsiteY4" fmla="*/ 3155003 h 3409948"/>
              <a:gd name="connsiteX5" fmla="*/ 4803470 w 5979222"/>
              <a:gd name="connsiteY5" fmla="*/ 3166261 h 3409948"/>
              <a:gd name="connsiteX6" fmla="*/ 4879705 w 5979222"/>
              <a:gd name="connsiteY6" fmla="*/ 3166261 h 3409948"/>
              <a:gd name="connsiteX7" fmla="*/ 4881925 w 5979222"/>
              <a:gd name="connsiteY7" fmla="*/ 3155003 h 3409948"/>
              <a:gd name="connsiteX8" fmla="*/ 4871424 w 5979222"/>
              <a:gd name="connsiteY8" fmla="*/ 3145622 h 3409948"/>
              <a:gd name="connsiteX9" fmla="*/ 4890461 w 5979222"/>
              <a:gd name="connsiteY9" fmla="*/ 3049587 h 3409948"/>
              <a:gd name="connsiteX10" fmla="*/ 4973184 w 5979222"/>
              <a:gd name="connsiteY10" fmla="*/ 3166176 h 3409948"/>
              <a:gd name="connsiteX11" fmla="*/ 5032772 w 5979222"/>
              <a:gd name="connsiteY11" fmla="*/ 3166176 h 3409948"/>
              <a:gd name="connsiteX12" fmla="*/ 5065981 w 5979222"/>
              <a:gd name="connsiteY12" fmla="*/ 2998243 h 3409948"/>
              <a:gd name="connsiteX13" fmla="*/ 5076481 w 5979222"/>
              <a:gd name="connsiteY13" fmla="*/ 2989032 h 3409948"/>
              <a:gd name="connsiteX14" fmla="*/ 5078701 w 5979222"/>
              <a:gd name="connsiteY14" fmla="*/ 2977774 h 3409948"/>
              <a:gd name="connsiteX15" fmla="*/ 5008186 w 5979222"/>
              <a:gd name="connsiteY15" fmla="*/ 2977774 h 3409948"/>
              <a:gd name="connsiteX16" fmla="*/ 5005966 w 5979222"/>
              <a:gd name="connsiteY16" fmla="*/ 2989032 h 3409948"/>
              <a:gd name="connsiteX17" fmla="*/ 5013308 w 5979222"/>
              <a:gd name="connsiteY17" fmla="*/ 2997902 h 3409948"/>
              <a:gd name="connsiteX18" fmla="*/ 4996405 w 5979222"/>
              <a:gd name="connsiteY18" fmla="*/ 3083190 h 3409948"/>
              <a:gd name="connsiteX19" fmla="*/ 4920426 w 5979222"/>
              <a:gd name="connsiteY19" fmla="*/ 2977774 h 3409948"/>
              <a:gd name="connsiteX20" fmla="*/ 5425471 w 5979222"/>
              <a:gd name="connsiteY20" fmla="*/ 2973680 h 3409948"/>
              <a:gd name="connsiteX21" fmla="*/ 5295282 w 5979222"/>
              <a:gd name="connsiteY21" fmla="*/ 3062807 h 3409948"/>
              <a:gd name="connsiteX22" fmla="*/ 5381676 w 5979222"/>
              <a:gd name="connsiteY22" fmla="*/ 3170014 h 3409948"/>
              <a:gd name="connsiteX23" fmla="*/ 5463545 w 5979222"/>
              <a:gd name="connsiteY23" fmla="*/ 3166091 h 3409948"/>
              <a:gd name="connsiteX24" fmla="*/ 5478570 w 5979222"/>
              <a:gd name="connsiteY24" fmla="*/ 3105366 h 3409948"/>
              <a:gd name="connsiteX25" fmla="*/ 5465679 w 5979222"/>
              <a:gd name="connsiteY25" fmla="*/ 3105366 h 3409948"/>
              <a:gd name="connsiteX26" fmla="*/ 5392347 w 5979222"/>
              <a:gd name="connsiteY26" fmla="*/ 3119694 h 3409948"/>
              <a:gd name="connsiteX27" fmla="*/ 5354614 w 5979222"/>
              <a:gd name="connsiteY27" fmla="*/ 3063745 h 3409948"/>
              <a:gd name="connsiteX28" fmla="*/ 5418385 w 5979222"/>
              <a:gd name="connsiteY28" fmla="*/ 3022892 h 3409948"/>
              <a:gd name="connsiteX29" fmla="*/ 5473533 w 5979222"/>
              <a:gd name="connsiteY29" fmla="*/ 3037903 h 3409948"/>
              <a:gd name="connsiteX30" fmla="*/ 5486851 w 5979222"/>
              <a:gd name="connsiteY30" fmla="*/ 3037903 h 3409948"/>
              <a:gd name="connsiteX31" fmla="*/ 5498888 w 5979222"/>
              <a:gd name="connsiteY31" fmla="*/ 2979992 h 3409948"/>
              <a:gd name="connsiteX32" fmla="*/ 5425471 w 5979222"/>
              <a:gd name="connsiteY32" fmla="*/ 2973680 h 3409948"/>
              <a:gd name="connsiteX33" fmla="*/ 5213670 w 5979222"/>
              <a:gd name="connsiteY33" fmla="*/ 2973680 h 3409948"/>
              <a:gd name="connsiteX34" fmla="*/ 5083481 w 5979222"/>
              <a:gd name="connsiteY34" fmla="*/ 3062807 h 3409948"/>
              <a:gd name="connsiteX35" fmla="*/ 5169875 w 5979222"/>
              <a:gd name="connsiteY35" fmla="*/ 3170014 h 3409948"/>
              <a:gd name="connsiteX36" fmla="*/ 5251744 w 5979222"/>
              <a:gd name="connsiteY36" fmla="*/ 3166091 h 3409948"/>
              <a:gd name="connsiteX37" fmla="*/ 5266769 w 5979222"/>
              <a:gd name="connsiteY37" fmla="*/ 3105366 h 3409948"/>
              <a:gd name="connsiteX38" fmla="*/ 5253878 w 5979222"/>
              <a:gd name="connsiteY38" fmla="*/ 3105366 h 3409948"/>
              <a:gd name="connsiteX39" fmla="*/ 5180546 w 5979222"/>
              <a:gd name="connsiteY39" fmla="*/ 3119694 h 3409948"/>
              <a:gd name="connsiteX40" fmla="*/ 5142813 w 5979222"/>
              <a:gd name="connsiteY40" fmla="*/ 3063745 h 3409948"/>
              <a:gd name="connsiteX41" fmla="*/ 5206584 w 5979222"/>
              <a:gd name="connsiteY41" fmla="*/ 3022892 h 3409948"/>
              <a:gd name="connsiteX42" fmla="*/ 5261732 w 5979222"/>
              <a:gd name="connsiteY42" fmla="*/ 3037903 h 3409948"/>
              <a:gd name="connsiteX43" fmla="*/ 5275050 w 5979222"/>
              <a:gd name="connsiteY43" fmla="*/ 3037903 h 3409948"/>
              <a:gd name="connsiteX44" fmla="*/ 5287087 w 5979222"/>
              <a:gd name="connsiteY44" fmla="*/ 2979992 h 3409948"/>
              <a:gd name="connsiteX45" fmla="*/ 5213670 w 5979222"/>
              <a:gd name="connsiteY45" fmla="*/ 2973680 h 3409948"/>
              <a:gd name="connsiteX46" fmla="*/ 5674749 w 5979222"/>
              <a:gd name="connsiteY46" fmla="*/ 2959181 h 3409948"/>
              <a:gd name="connsiteX47" fmla="*/ 5628564 w 5979222"/>
              <a:gd name="connsiteY47" fmla="*/ 2993296 h 3409948"/>
              <a:gd name="connsiteX48" fmla="*/ 5691310 w 5979222"/>
              <a:gd name="connsiteY48" fmla="*/ 3049842 h 3409948"/>
              <a:gd name="connsiteX49" fmla="*/ 5256098 w 5979222"/>
              <a:gd name="connsiteY49" fmla="*/ 2897091 h 3409948"/>
              <a:gd name="connsiteX50" fmla="*/ 5563598 w 5979222"/>
              <a:gd name="connsiteY50" fmla="*/ 2958072 h 3409948"/>
              <a:gd name="connsiteX51" fmla="*/ 5499827 w 5979222"/>
              <a:gd name="connsiteY51" fmla="*/ 3076964 h 3409948"/>
              <a:gd name="connsiteX52" fmla="*/ 5743898 w 5979222"/>
              <a:gd name="connsiteY52" fmla="*/ 2897091 h 3409948"/>
              <a:gd name="connsiteX53" fmla="*/ 5647687 w 5979222"/>
              <a:gd name="connsiteY53" fmla="*/ 2814873 h 3409948"/>
              <a:gd name="connsiteX54" fmla="*/ 5605685 w 5979222"/>
              <a:gd name="connsiteY54" fmla="*/ 2888477 h 3409948"/>
              <a:gd name="connsiteX55" fmla="*/ 5661602 w 5979222"/>
              <a:gd name="connsiteY55" fmla="*/ 2888477 h 3409948"/>
              <a:gd name="connsiteX56" fmla="*/ 0 w 5979222"/>
              <a:gd name="connsiteY56" fmla="*/ 0 h 3409948"/>
              <a:gd name="connsiteX57" fmla="*/ 5979222 w 5979222"/>
              <a:gd name="connsiteY57" fmla="*/ 0 h 3409948"/>
              <a:gd name="connsiteX58" fmla="*/ 5979222 w 5979222"/>
              <a:gd name="connsiteY58" fmla="*/ 3409948 h 3409948"/>
              <a:gd name="connsiteX59" fmla="*/ 0 w 5979222"/>
              <a:gd name="connsiteY59" fmla="*/ 3409948 h 3409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979222" h="3409948">
                <a:moveTo>
                  <a:pt x="4840264" y="2977774"/>
                </a:moveTo>
                <a:lnTo>
                  <a:pt x="4838045" y="2988947"/>
                </a:lnTo>
                <a:cubicBezTo>
                  <a:pt x="4847008" y="2988947"/>
                  <a:pt x="4849399" y="2991165"/>
                  <a:pt x="4848033" y="2998329"/>
                </a:cubicBezTo>
                <a:cubicBezTo>
                  <a:pt x="4848033" y="2998329"/>
                  <a:pt x="4822507" y="3128564"/>
                  <a:pt x="4819434" y="3142295"/>
                </a:cubicBezTo>
                <a:cubicBezTo>
                  <a:pt x="4817129" y="3152359"/>
                  <a:pt x="4817129" y="3154833"/>
                  <a:pt x="4805690" y="3155003"/>
                </a:cubicBezTo>
                <a:lnTo>
                  <a:pt x="4803470" y="3166261"/>
                </a:lnTo>
                <a:lnTo>
                  <a:pt x="4879705" y="3166261"/>
                </a:lnTo>
                <a:lnTo>
                  <a:pt x="4881925" y="3155003"/>
                </a:lnTo>
                <a:cubicBezTo>
                  <a:pt x="4873814" y="3155003"/>
                  <a:pt x="4870058" y="3152615"/>
                  <a:pt x="4871424" y="3145622"/>
                </a:cubicBezTo>
                <a:lnTo>
                  <a:pt x="4890461" y="3049587"/>
                </a:lnTo>
                <a:lnTo>
                  <a:pt x="4973184" y="3166176"/>
                </a:lnTo>
                <a:lnTo>
                  <a:pt x="5032772" y="3166176"/>
                </a:lnTo>
                <a:lnTo>
                  <a:pt x="5065981" y="2998243"/>
                </a:lnTo>
                <a:cubicBezTo>
                  <a:pt x="5067262" y="2991591"/>
                  <a:pt x="5068713" y="2989032"/>
                  <a:pt x="5076481" y="2989032"/>
                </a:cubicBezTo>
                <a:lnTo>
                  <a:pt x="5078701" y="2977774"/>
                </a:lnTo>
                <a:lnTo>
                  <a:pt x="5008186" y="2977774"/>
                </a:lnTo>
                <a:lnTo>
                  <a:pt x="5005966" y="2989032"/>
                </a:lnTo>
                <a:cubicBezTo>
                  <a:pt x="5012796" y="2989032"/>
                  <a:pt x="5014418" y="2992103"/>
                  <a:pt x="5013308" y="2997902"/>
                </a:cubicBezTo>
                <a:lnTo>
                  <a:pt x="4996405" y="3083190"/>
                </a:lnTo>
                <a:lnTo>
                  <a:pt x="4920426" y="2977774"/>
                </a:lnTo>
                <a:close/>
                <a:moveTo>
                  <a:pt x="5425471" y="2973680"/>
                </a:moveTo>
                <a:cubicBezTo>
                  <a:pt x="5330711" y="2975898"/>
                  <a:pt x="5309283" y="3006516"/>
                  <a:pt x="5295282" y="3062807"/>
                </a:cubicBezTo>
                <a:cubicBezTo>
                  <a:pt x="5280514" y="3121997"/>
                  <a:pt x="5291441" y="3170014"/>
                  <a:pt x="5381676" y="3170014"/>
                </a:cubicBezTo>
                <a:cubicBezTo>
                  <a:pt x="5407970" y="3170014"/>
                  <a:pt x="5463545" y="3166091"/>
                  <a:pt x="5463545" y="3166091"/>
                </a:cubicBezTo>
                <a:lnTo>
                  <a:pt x="5478570" y="3105366"/>
                </a:lnTo>
                <a:lnTo>
                  <a:pt x="5465679" y="3105366"/>
                </a:lnTo>
                <a:cubicBezTo>
                  <a:pt x="5463545" y="3115856"/>
                  <a:pt x="5452020" y="3119694"/>
                  <a:pt x="5392347" y="3119694"/>
                </a:cubicBezTo>
                <a:cubicBezTo>
                  <a:pt x="5357004" y="3119694"/>
                  <a:pt x="5341467" y="3116027"/>
                  <a:pt x="5354614" y="3063745"/>
                </a:cubicBezTo>
                <a:cubicBezTo>
                  <a:pt x="5361614" y="3035856"/>
                  <a:pt x="5375700" y="3023915"/>
                  <a:pt x="5418385" y="3022892"/>
                </a:cubicBezTo>
                <a:cubicBezTo>
                  <a:pt x="5469350" y="3021698"/>
                  <a:pt x="5475412" y="3028350"/>
                  <a:pt x="5473533" y="3037903"/>
                </a:cubicBezTo>
                <a:lnTo>
                  <a:pt x="5486851" y="3037903"/>
                </a:lnTo>
                <a:lnTo>
                  <a:pt x="5498888" y="2979992"/>
                </a:lnTo>
                <a:cubicBezTo>
                  <a:pt x="5498888" y="2979992"/>
                  <a:pt x="5455350" y="2972913"/>
                  <a:pt x="5425471" y="2973680"/>
                </a:cubicBezTo>
                <a:close/>
                <a:moveTo>
                  <a:pt x="5213670" y="2973680"/>
                </a:moveTo>
                <a:cubicBezTo>
                  <a:pt x="5118910" y="2975898"/>
                  <a:pt x="5097482" y="3006516"/>
                  <a:pt x="5083481" y="3062807"/>
                </a:cubicBezTo>
                <a:cubicBezTo>
                  <a:pt x="5068713" y="3121997"/>
                  <a:pt x="5079640" y="3170014"/>
                  <a:pt x="5169875" y="3170014"/>
                </a:cubicBezTo>
                <a:cubicBezTo>
                  <a:pt x="5196169" y="3170014"/>
                  <a:pt x="5251744" y="3166091"/>
                  <a:pt x="5251744" y="3166091"/>
                </a:cubicBezTo>
                <a:lnTo>
                  <a:pt x="5266769" y="3105366"/>
                </a:lnTo>
                <a:lnTo>
                  <a:pt x="5253878" y="3105366"/>
                </a:lnTo>
                <a:cubicBezTo>
                  <a:pt x="5251915" y="3115941"/>
                  <a:pt x="5240219" y="3119694"/>
                  <a:pt x="5180546" y="3119694"/>
                </a:cubicBezTo>
                <a:cubicBezTo>
                  <a:pt x="5145203" y="3119694"/>
                  <a:pt x="5129666" y="3116027"/>
                  <a:pt x="5142813" y="3063745"/>
                </a:cubicBezTo>
                <a:cubicBezTo>
                  <a:pt x="5149813" y="3035856"/>
                  <a:pt x="5163899" y="3023915"/>
                  <a:pt x="5206584" y="3022892"/>
                </a:cubicBezTo>
                <a:cubicBezTo>
                  <a:pt x="5257549" y="3021698"/>
                  <a:pt x="5263611" y="3028350"/>
                  <a:pt x="5261732" y="3037903"/>
                </a:cubicBezTo>
                <a:lnTo>
                  <a:pt x="5275050" y="3037903"/>
                </a:lnTo>
                <a:lnTo>
                  <a:pt x="5287087" y="2979992"/>
                </a:lnTo>
                <a:cubicBezTo>
                  <a:pt x="5287087" y="2979992"/>
                  <a:pt x="5243549" y="2972913"/>
                  <a:pt x="5213670" y="2973680"/>
                </a:cubicBezTo>
                <a:close/>
                <a:moveTo>
                  <a:pt x="5674749" y="2959181"/>
                </a:moveTo>
                <a:lnTo>
                  <a:pt x="5628564" y="2993296"/>
                </a:lnTo>
                <a:lnTo>
                  <a:pt x="5691310" y="3049842"/>
                </a:lnTo>
                <a:close/>
                <a:moveTo>
                  <a:pt x="5256098" y="2897091"/>
                </a:moveTo>
                <a:lnTo>
                  <a:pt x="5563598" y="2958072"/>
                </a:lnTo>
                <a:lnTo>
                  <a:pt x="5499827" y="3076964"/>
                </a:lnTo>
                <a:lnTo>
                  <a:pt x="5743898" y="2897091"/>
                </a:lnTo>
                <a:close/>
                <a:moveTo>
                  <a:pt x="5647687" y="2814873"/>
                </a:moveTo>
                <a:lnTo>
                  <a:pt x="5605685" y="2888477"/>
                </a:lnTo>
                <a:lnTo>
                  <a:pt x="5661602" y="2888477"/>
                </a:lnTo>
                <a:close/>
                <a:moveTo>
                  <a:pt x="0" y="0"/>
                </a:moveTo>
                <a:lnTo>
                  <a:pt x="5979222" y="0"/>
                </a:lnTo>
                <a:lnTo>
                  <a:pt x="5979222" y="3409948"/>
                </a:lnTo>
                <a:lnTo>
                  <a:pt x="0" y="340994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294E58F-5E60-D543-A132-E7C66B6385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533" y="518825"/>
            <a:ext cx="5248993" cy="3557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0"/>
              <a:t>Click to add a headline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7FD7DD6-7508-0649-8B43-06EE8E63C6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400" y="4302961"/>
            <a:ext cx="5248992" cy="1281863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B1D9EF-D1E0-B949-9C25-8C33D43558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9375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79E65D53-FE25-C843-B591-6A55723555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9375" y="3045489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</p:spTree>
    <p:extLst>
      <p:ext uri="{BB962C8B-B14F-4D97-AF65-F5344CB8AC3E}">
        <p14:creationId xmlns:p14="http://schemas.microsoft.com/office/powerpoint/2010/main" val="217445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1/2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DA76B7-AA88-5343-B896-1CB3A0F4C276}"/>
              </a:ext>
            </a:extLst>
          </p:cNvPr>
          <p:cNvSpPr/>
          <p:nvPr/>
        </p:nvSpPr>
        <p:spPr>
          <a:xfrm>
            <a:off x="0" y="0"/>
            <a:ext cx="62192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5E1A61-F20E-C244-95C8-24DC9AFF0A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2778" y="2"/>
            <a:ext cx="5984875" cy="6857999"/>
          </a:xfrm>
          <a:custGeom>
            <a:avLst/>
            <a:gdLst>
              <a:gd name="connsiteX0" fmla="*/ 4840264 w 5984875"/>
              <a:gd name="connsiteY0" fmla="*/ 6426573 h 6857999"/>
              <a:gd name="connsiteX1" fmla="*/ 4838045 w 5984875"/>
              <a:gd name="connsiteY1" fmla="*/ 6437746 h 6857999"/>
              <a:gd name="connsiteX2" fmla="*/ 4848033 w 5984875"/>
              <a:gd name="connsiteY2" fmla="*/ 6447128 h 6857999"/>
              <a:gd name="connsiteX3" fmla="*/ 4819434 w 5984875"/>
              <a:gd name="connsiteY3" fmla="*/ 6591094 h 6857999"/>
              <a:gd name="connsiteX4" fmla="*/ 4805690 w 5984875"/>
              <a:gd name="connsiteY4" fmla="*/ 6603802 h 6857999"/>
              <a:gd name="connsiteX5" fmla="*/ 4803470 w 5984875"/>
              <a:gd name="connsiteY5" fmla="*/ 6615060 h 6857999"/>
              <a:gd name="connsiteX6" fmla="*/ 4879705 w 5984875"/>
              <a:gd name="connsiteY6" fmla="*/ 6615060 h 6857999"/>
              <a:gd name="connsiteX7" fmla="*/ 4881925 w 5984875"/>
              <a:gd name="connsiteY7" fmla="*/ 6603802 h 6857999"/>
              <a:gd name="connsiteX8" fmla="*/ 4871424 w 5984875"/>
              <a:gd name="connsiteY8" fmla="*/ 6594421 h 6857999"/>
              <a:gd name="connsiteX9" fmla="*/ 4890461 w 5984875"/>
              <a:gd name="connsiteY9" fmla="*/ 6498386 h 6857999"/>
              <a:gd name="connsiteX10" fmla="*/ 4973184 w 5984875"/>
              <a:gd name="connsiteY10" fmla="*/ 6614975 h 6857999"/>
              <a:gd name="connsiteX11" fmla="*/ 5032772 w 5984875"/>
              <a:gd name="connsiteY11" fmla="*/ 6614975 h 6857999"/>
              <a:gd name="connsiteX12" fmla="*/ 5065981 w 5984875"/>
              <a:gd name="connsiteY12" fmla="*/ 6447042 h 6857999"/>
              <a:gd name="connsiteX13" fmla="*/ 5076481 w 5984875"/>
              <a:gd name="connsiteY13" fmla="*/ 6437831 h 6857999"/>
              <a:gd name="connsiteX14" fmla="*/ 5078701 w 5984875"/>
              <a:gd name="connsiteY14" fmla="*/ 6426573 h 6857999"/>
              <a:gd name="connsiteX15" fmla="*/ 5008186 w 5984875"/>
              <a:gd name="connsiteY15" fmla="*/ 6426573 h 6857999"/>
              <a:gd name="connsiteX16" fmla="*/ 5005966 w 5984875"/>
              <a:gd name="connsiteY16" fmla="*/ 6437831 h 6857999"/>
              <a:gd name="connsiteX17" fmla="*/ 5013308 w 5984875"/>
              <a:gd name="connsiteY17" fmla="*/ 6446701 h 6857999"/>
              <a:gd name="connsiteX18" fmla="*/ 4996405 w 5984875"/>
              <a:gd name="connsiteY18" fmla="*/ 6531989 h 6857999"/>
              <a:gd name="connsiteX19" fmla="*/ 4920426 w 5984875"/>
              <a:gd name="connsiteY19" fmla="*/ 6426573 h 6857999"/>
              <a:gd name="connsiteX20" fmla="*/ 5425471 w 5984875"/>
              <a:gd name="connsiteY20" fmla="*/ 6422479 h 6857999"/>
              <a:gd name="connsiteX21" fmla="*/ 5295282 w 5984875"/>
              <a:gd name="connsiteY21" fmla="*/ 6511606 h 6857999"/>
              <a:gd name="connsiteX22" fmla="*/ 5381676 w 5984875"/>
              <a:gd name="connsiteY22" fmla="*/ 6618813 h 6857999"/>
              <a:gd name="connsiteX23" fmla="*/ 5463545 w 5984875"/>
              <a:gd name="connsiteY23" fmla="*/ 6614890 h 6857999"/>
              <a:gd name="connsiteX24" fmla="*/ 5478570 w 5984875"/>
              <a:gd name="connsiteY24" fmla="*/ 6554165 h 6857999"/>
              <a:gd name="connsiteX25" fmla="*/ 5465679 w 5984875"/>
              <a:gd name="connsiteY25" fmla="*/ 6554165 h 6857999"/>
              <a:gd name="connsiteX26" fmla="*/ 5392347 w 5984875"/>
              <a:gd name="connsiteY26" fmla="*/ 6568493 h 6857999"/>
              <a:gd name="connsiteX27" fmla="*/ 5354614 w 5984875"/>
              <a:gd name="connsiteY27" fmla="*/ 6512544 h 6857999"/>
              <a:gd name="connsiteX28" fmla="*/ 5418385 w 5984875"/>
              <a:gd name="connsiteY28" fmla="*/ 6471691 h 6857999"/>
              <a:gd name="connsiteX29" fmla="*/ 5473533 w 5984875"/>
              <a:gd name="connsiteY29" fmla="*/ 6486702 h 6857999"/>
              <a:gd name="connsiteX30" fmla="*/ 5486851 w 5984875"/>
              <a:gd name="connsiteY30" fmla="*/ 6486702 h 6857999"/>
              <a:gd name="connsiteX31" fmla="*/ 5498888 w 5984875"/>
              <a:gd name="connsiteY31" fmla="*/ 6428791 h 6857999"/>
              <a:gd name="connsiteX32" fmla="*/ 5425471 w 5984875"/>
              <a:gd name="connsiteY32" fmla="*/ 6422479 h 6857999"/>
              <a:gd name="connsiteX33" fmla="*/ 5213670 w 5984875"/>
              <a:gd name="connsiteY33" fmla="*/ 6422479 h 6857999"/>
              <a:gd name="connsiteX34" fmla="*/ 5083481 w 5984875"/>
              <a:gd name="connsiteY34" fmla="*/ 6511606 h 6857999"/>
              <a:gd name="connsiteX35" fmla="*/ 5169875 w 5984875"/>
              <a:gd name="connsiteY35" fmla="*/ 6618813 h 6857999"/>
              <a:gd name="connsiteX36" fmla="*/ 5251744 w 5984875"/>
              <a:gd name="connsiteY36" fmla="*/ 6614890 h 6857999"/>
              <a:gd name="connsiteX37" fmla="*/ 5266769 w 5984875"/>
              <a:gd name="connsiteY37" fmla="*/ 6554165 h 6857999"/>
              <a:gd name="connsiteX38" fmla="*/ 5253878 w 5984875"/>
              <a:gd name="connsiteY38" fmla="*/ 6554165 h 6857999"/>
              <a:gd name="connsiteX39" fmla="*/ 5180546 w 5984875"/>
              <a:gd name="connsiteY39" fmla="*/ 6568493 h 6857999"/>
              <a:gd name="connsiteX40" fmla="*/ 5142813 w 5984875"/>
              <a:gd name="connsiteY40" fmla="*/ 6512544 h 6857999"/>
              <a:gd name="connsiteX41" fmla="*/ 5206584 w 5984875"/>
              <a:gd name="connsiteY41" fmla="*/ 6471691 h 6857999"/>
              <a:gd name="connsiteX42" fmla="*/ 5261732 w 5984875"/>
              <a:gd name="connsiteY42" fmla="*/ 6486702 h 6857999"/>
              <a:gd name="connsiteX43" fmla="*/ 5275050 w 5984875"/>
              <a:gd name="connsiteY43" fmla="*/ 6486702 h 6857999"/>
              <a:gd name="connsiteX44" fmla="*/ 5287087 w 5984875"/>
              <a:gd name="connsiteY44" fmla="*/ 6428791 h 6857999"/>
              <a:gd name="connsiteX45" fmla="*/ 5213670 w 5984875"/>
              <a:gd name="connsiteY45" fmla="*/ 6422479 h 6857999"/>
              <a:gd name="connsiteX46" fmla="*/ 5674749 w 5984875"/>
              <a:gd name="connsiteY46" fmla="*/ 6407980 h 6857999"/>
              <a:gd name="connsiteX47" fmla="*/ 5628564 w 5984875"/>
              <a:gd name="connsiteY47" fmla="*/ 6442095 h 6857999"/>
              <a:gd name="connsiteX48" fmla="*/ 5691310 w 5984875"/>
              <a:gd name="connsiteY48" fmla="*/ 6498641 h 6857999"/>
              <a:gd name="connsiteX49" fmla="*/ 5256098 w 5984875"/>
              <a:gd name="connsiteY49" fmla="*/ 6345890 h 6857999"/>
              <a:gd name="connsiteX50" fmla="*/ 5563598 w 5984875"/>
              <a:gd name="connsiteY50" fmla="*/ 6406871 h 6857999"/>
              <a:gd name="connsiteX51" fmla="*/ 5499827 w 5984875"/>
              <a:gd name="connsiteY51" fmla="*/ 6525763 h 6857999"/>
              <a:gd name="connsiteX52" fmla="*/ 5743898 w 5984875"/>
              <a:gd name="connsiteY52" fmla="*/ 6345890 h 6857999"/>
              <a:gd name="connsiteX53" fmla="*/ 5647687 w 5984875"/>
              <a:gd name="connsiteY53" fmla="*/ 6263672 h 6857999"/>
              <a:gd name="connsiteX54" fmla="*/ 5605685 w 5984875"/>
              <a:gd name="connsiteY54" fmla="*/ 6337276 h 6857999"/>
              <a:gd name="connsiteX55" fmla="*/ 5661602 w 5984875"/>
              <a:gd name="connsiteY55" fmla="*/ 6337276 h 6857999"/>
              <a:gd name="connsiteX56" fmla="*/ 0 w 5984875"/>
              <a:gd name="connsiteY56" fmla="*/ 0 h 6857999"/>
              <a:gd name="connsiteX57" fmla="*/ 5984875 w 5984875"/>
              <a:gd name="connsiteY57" fmla="*/ 0 h 6857999"/>
              <a:gd name="connsiteX58" fmla="*/ 5984875 w 5984875"/>
              <a:gd name="connsiteY58" fmla="*/ 6857999 h 6857999"/>
              <a:gd name="connsiteX59" fmla="*/ 0 w 5984875"/>
              <a:gd name="connsiteY5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984875" h="6857999">
                <a:moveTo>
                  <a:pt x="4840264" y="6426573"/>
                </a:moveTo>
                <a:lnTo>
                  <a:pt x="4838045" y="6437746"/>
                </a:lnTo>
                <a:cubicBezTo>
                  <a:pt x="4847008" y="6437746"/>
                  <a:pt x="4849399" y="6439964"/>
                  <a:pt x="4848033" y="6447128"/>
                </a:cubicBezTo>
                <a:cubicBezTo>
                  <a:pt x="4848033" y="6447128"/>
                  <a:pt x="4822507" y="6577363"/>
                  <a:pt x="4819434" y="6591094"/>
                </a:cubicBezTo>
                <a:cubicBezTo>
                  <a:pt x="4817129" y="6601158"/>
                  <a:pt x="4817129" y="6603632"/>
                  <a:pt x="4805690" y="6603802"/>
                </a:cubicBezTo>
                <a:lnTo>
                  <a:pt x="4803470" y="6615060"/>
                </a:lnTo>
                <a:lnTo>
                  <a:pt x="4879705" y="6615060"/>
                </a:lnTo>
                <a:lnTo>
                  <a:pt x="4881925" y="6603802"/>
                </a:lnTo>
                <a:cubicBezTo>
                  <a:pt x="4873814" y="6603802"/>
                  <a:pt x="4870058" y="6601414"/>
                  <a:pt x="4871424" y="6594421"/>
                </a:cubicBezTo>
                <a:lnTo>
                  <a:pt x="4890461" y="6498386"/>
                </a:lnTo>
                <a:lnTo>
                  <a:pt x="4973184" y="6614975"/>
                </a:lnTo>
                <a:lnTo>
                  <a:pt x="5032772" y="6614975"/>
                </a:lnTo>
                <a:lnTo>
                  <a:pt x="5065981" y="6447042"/>
                </a:lnTo>
                <a:cubicBezTo>
                  <a:pt x="5067262" y="6440390"/>
                  <a:pt x="5068713" y="6437831"/>
                  <a:pt x="5076481" y="6437831"/>
                </a:cubicBezTo>
                <a:lnTo>
                  <a:pt x="5078701" y="6426573"/>
                </a:lnTo>
                <a:lnTo>
                  <a:pt x="5008186" y="6426573"/>
                </a:lnTo>
                <a:lnTo>
                  <a:pt x="5005966" y="6437831"/>
                </a:lnTo>
                <a:cubicBezTo>
                  <a:pt x="5012796" y="6437831"/>
                  <a:pt x="5014418" y="6440902"/>
                  <a:pt x="5013308" y="6446701"/>
                </a:cubicBezTo>
                <a:lnTo>
                  <a:pt x="4996405" y="6531989"/>
                </a:lnTo>
                <a:lnTo>
                  <a:pt x="4920426" y="6426573"/>
                </a:lnTo>
                <a:close/>
                <a:moveTo>
                  <a:pt x="5425471" y="6422479"/>
                </a:moveTo>
                <a:cubicBezTo>
                  <a:pt x="5330711" y="6424697"/>
                  <a:pt x="5309283" y="6455315"/>
                  <a:pt x="5295282" y="6511606"/>
                </a:cubicBezTo>
                <a:cubicBezTo>
                  <a:pt x="5280514" y="6570796"/>
                  <a:pt x="5291441" y="6618813"/>
                  <a:pt x="5381676" y="6618813"/>
                </a:cubicBezTo>
                <a:cubicBezTo>
                  <a:pt x="5407970" y="6618813"/>
                  <a:pt x="5463545" y="6614890"/>
                  <a:pt x="5463545" y="6614890"/>
                </a:cubicBezTo>
                <a:lnTo>
                  <a:pt x="5478570" y="6554165"/>
                </a:lnTo>
                <a:lnTo>
                  <a:pt x="5465679" y="6554165"/>
                </a:lnTo>
                <a:cubicBezTo>
                  <a:pt x="5463545" y="6564655"/>
                  <a:pt x="5452020" y="6568493"/>
                  <a:pt x="5392347" y="6568493"/>
                </a:cubicBezTo>
                <a:cubicBezTo>
                  <a:pt x="5357004" y="6568493"/>
                  <a:pt x="5341467" y="6564826"/>
                  <a:pt x="5354614" y="6512544"/>
                </a:cubicBezTo>
                <a:cubicBezTo>
                  <a:pt x="5361614" y="6484655"/>
                  <a:pt x="5375700" y="6472714"/>
                  <a:pt x="5418385" y="6471691"/>
                </a:cubicBezTo>
                <a:cubicBezTo>
                  <a:pt x="5469350" y="6470497"/>
                  <a:pt x="5475412" y="6477149"/>
                  <a:pt x="5473533" y="6486702"/>
                </a:cubicBezTo>
                <a:lnTo>
                  <a:pt x="5486851" y="6486702"/>
                </a:lnTo>
                <a:lnTo>
                  <a:pt x="5498888" y="6428791"/>
                </a:lnTo>
                <a:cubicBezTo>
                  <a:pt x="5498888" y="6428791"/>
                  <a:pt x="5455350" y="6421712"/>
                  <a:pt x="5425471" y="6422479"/>
                </a:cubicBezTo>
                <a:close/>
                <a:moveTo>
                  <a:pt x="5213670" y="6422479"/>
                </a:moveTo>
                <a:cubicBezTo>
                  <a:pt x="5118910" y="6424697"/>
                  <a:pt x="5097482" y="6455315"/>
                  <a:pt x="5083481" y="6511606"/>
                </a:cubicBezTo>
                <a:cubicBezTo>
                  <a:pt x="5068713" y="6570796"/>
                  <a:pt x="5079640" y="6618813"/>
                  <a:pt x="5169875" y="6618813"/>
                </a:cubicBezTo>
                <a:cubicBezTo>
                  <a:pt x="5196169" y="6618813"/>
                  <a:pt x="5251744" y="6614890"/>
                  <a:pt x="5251744" y="6614890"/>
                </a:cubicBezTo>
                <a:lnTo>
                  <a:pt x="5266769" y="6554165"/>
                </a:lnTo>
                <a:lnTo>
                  <a:pt x="5253878" y="6554165"/>
                </a:lnTo>
                <a:cubicBezTo>
                  <a:pt x="5251915" y="6564740"/>
                  <a:pt x="5240219" y="6568493"/>
                  <a:pt x="5180546" y="6568493"/>
                </a:cubicBezTo>
                <a:cubicBezTo>
                  <a:pt x="5145203" y="6568493"/>
                  <a:pt x="5129666" y="6564826"/>
                  <a:pt x="5142813" y="6512544"/>
                </a:cubicBezTo>
                <a:cubicBezTo>
                  <a:pt x="5149813" y="6484655"/>
                  <a:pt x="5163899" y="6472714"/>
                  <a:pt x="5206584" y="6471691"/>
                </a:cubicBezTo>
                <a:cubicBezTo>
                  <a:pt x="5257549" y="6470497"/>
                  <a:pt x="5263611" y="6477149"/>
                  <a:pt x="5261732" y="6486702"/>
                </a:cubicBezTo>
                <a:lnTo>
                  <a:pt x="5275050" y="6486702"/>
                </a:lnTo>
                <a:lnTo>
                  <a:pt x="5287087" y="6428791"/>
                </a:lnTo>
                <a:cubicBezTo>
                  <a:pt x="5287087" y="6428791"/>
                  <a:pt x="5243549" y="6421712"/>
                  <a:pt x="5213670" y="6422479"/>
                </a:cubicBezTo>
                <a:close/>
                <a:moveTo>
                  <a:pt x="5674749" y="6407980"/>
                </a:moveTo>
                <a:lnTo>
                  <a:pt x="5628564" y="6442095"/>
                </a:lnTo>
                <a:lnTo>
                  <a:pt x="5691310" y="6498641"/>
                </a:lnTo>
                <a:close/>
                <a:moveTo>
                  <a:pt x="5256098" y="6345890"/>
                </a:moveTo>
                <a:lnTo>
                  <a:pt x="5563598" y="6406871"/>
                </a:lnTo>
                <a:lnTo>
                  <a:pt x="5499827" y="6525763"/>
                </a:lnTo>
                <a:lnTo>
                  <a:pt x="5743898" y="6345890"/>
                </a:lnTo>
                <a:close/>
                <a:moveTo>
                  <a:pt x="5647687" y="6263672"/>
                </a:moveTo>
                <a:lnTo>
                  <a:pt x="5605685" y="6337276"/>
                </a:lnTo>
                <a:lnTo>
                  <a:pt x="5661602" y="6337276"/>
                </a:lnTo>
                <a:close/>
                <a:moveTo>
                  <a:pt x="0" y="0"/>
                </a:moveTo>
                <a:lnTo>
                  <a:pt x="5984875" y="0"/>
                </a:lnTo>
                <a:lnTo>
                  <a:pt x="598487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60CD56-029C-4E4D-9A3E-C7B4DFEACA75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9" name="textruta 5">
              <a:extLst>
                <a:ext uri="{FF2B5EF4-FFF2-40B4-BE49-F238E27FC236}">
                  <a16:creationId xmlns:a16="http://schemas.microsoft.com/office/drawing/2014/main" id="{F2419698-7C13-784D-A968-8A19AFFFEA93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10" name="textruta 8">
              <a:extLst>
                <a:ext uri="{FF2B5EF4-FFF2-40B4-BE49-F238E27FC236}">
                  <a16:creationId xmlns:a16="http://schemas.microsoft.com/office/drawing/2014/main" id="{1D731251-34EA-7648-9DE6-76C1ECD72759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ktangel 9">
              <a:extLst>
                <a:ext uri="{FF2B5EF4-FFF2-40B4-BE49-F238E27FC236}">
                  <a16:creationId xmlns:a16="http://schemas.microsoft.com/office/drawing/2014/main" id="{12532C46-2140-B347-BAF2-AB55D38183A2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2" name="Rektangel 10">
              <a:extLst>
                <a:ext uri="{FF2B5EF4-FFF2-40B4-BE49-F238E27FC236}">
                  <a16:creationId xmlns:a16="http://schemas.microsoft.com/office/drawing/2014/main" id="{7A07B89B-F23E-FF42-94A5-31A66B58F8AC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AC902-B7F6-0E4E-8B98-EB0D8FC7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64B5F-01D2-E045-855B-ED5FCEE5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057A1-4A00-5948-A7A4-F7CC3B6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3A995DD-1AAD-E54B-899D-A6FB771942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600" y="2030400"/>
            <a:ext cx="5248993" cy="3779850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97031CC-5CEB-3F41-898E-1D1205279C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9375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A69FE45-B18D-0547-AAFD-98C5824B85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1" y="518400"/>
            <a:ext cx="5248792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17" name="Group 42">
            <a:extLst>
              <a:ext uri="{FF2B5EF4-FFF2-40B4-BE49-F238E27FC236}">
                <a16:creationId xmlns:a16="http://schemas.microsoft.com/office/drawing/2014/main" id="{BDBAF4BB-89D3-6C43-8393-905ABA6EC2EC}"/>
              </a:ext>
            </a:extLst>
          </p:cNvPr>
          <p:cNvGrpSpPr/>
          <p:nvPr/>
        </p:nvGrpSpPr>
        <p:grpSpPr>
          <a:xfrm>
            <a:off x="12395260" y="2242606"/>
            <a:ext cx="1681523" cy="1615827"/>
            <a:chOff x="12395260" y="2295907"/>
            <a:chExt cx="1681523" cy="1615827"/>
          </a:xfrm>
        </p:grpSpPr>
        <p:sp>
          <p:nvSpPr>
            <p:cNvPr id="18" name="textruta 12">
              <a:extLst>
                <a:ext uri="{FF2B5EF4-FFF2-40B4-BE49-F238E27FC236}">
                  <a16:creationId xmlns:a16="http://schemas.microsoft.com/office/drawing/2014/main" id="{A70534DE-1C7B-E442-ABFF-DFED1E651E18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19" name="Picture 9">
              <a:extLst>
                <a:ext uri="{FF2B5EF4-FFF2-40B4-BE49-F238E27FC236}">
                  <a16:creationId xmlns:a16="http://schemas.microsoft.com/office/drawing/2014/main" id="{DB2D6552-801B-9E4D-9EB4-181133E34A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0" name="Oval 4">
              <a:extLst>
                <a:ext uri="{FF2B5EF4-FFF2-40B4-BE49-F238E27FC236}">
                  <a16:creationId xmlns:a16="http://schemas.microsoft.com/office/drawing/2014/main" id="{A3C9CA06-D555-8A4D-9765-3A8352EB4132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1" name="Connector: Elbow 131">
              <a:extLst>
                <a:ext uri="{FF2B5EF4-FFF2-40B4-BE49-F238E27FC236}">
                  <a16:creationId xmlns:a16="http://schemas.microsoft.com/office/drawing/2014/main" id="{F5F2C1D8-AA93-1B4D-ADDC-AFCD83FF5C33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847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1/4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DA76B7-AA88-5343-B896-1CB3A0F4C276}"/>
              </a:ext>
            </a:extLst>
          </p:cNvPr>
          <p:cNvSpPr/>
          <p:nvPr/>
        </p:nvSpPr>
        <p:spPr>
          <a:xfrm>
            <a:off x="0" y="0"/>
            <a:ext cx="62192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10F53C-679B-8B49-BC54-AE43AB1F9756}"/>
              </a:ext>
            </a:extLst>
          </p:cNvPr>
          <p:cNvSpPr/>
          <p:nvPr/>
        </p:nvSpPr>
        <p:spPr>
          <a:xfrm>
            <a:off x="5731392" y="2781300"/>
            <a:ext cx="6460608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60CD56-029C-4E4D-9A3E-C7B4DFEACA75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9" name="textruta 5">
              <a:extLst>
                <a:ext uri="{FF2B5EF4-FFF2-40B4-BE49-F238E27FC236}">
                  <a16:creationId xmlns:a16="http://schemas.microsoft.com/office/drawing/2014/main" id="{F2419698-7C13-784D-A968-8A19AFFFEA93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10" name="textruta 8">
              <a:extLst>
                <a:ext uri="{FF2B5EF4-FFF2-40B4-BE49-F238E27FC236}">
                  <a16:creationId xmlns:a16="http://schemas.microsoft.com/office/drawing/2014/main" id="{1D731251-34EA-7648-9DE6-76C1ECD72759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ktangel 9">
              <a:extLst>
                <a:ext uri="{FF2B5EF4-FFF2-40B4-BE49-F238E27FC236}">
                  <a16:creationId xmlns:a16="http://schemas.microsoft.com/office/drawing/2014/main" id="{12532C46-2140-B347-BAF2-AB55D38183A2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2" name="Rektangel 10">
              <a:extLst>
                <a:ext uri="{FF2B5EF4-FFF2-40B4-BE49-F238E27FC236}">
                  <a16:creationId xmlns:a16="http://schemas.microsoft.com/office/drawing/2014/main" id="{7A07B89B-F23E-FF42-94A5-31A66B58F8AC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AC902-B7F6-0E4E-8B98-EB0D8FC7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64B5F-01D2-E045-855B-ED5FCEE5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057A1-4A00-5948-A7A4-F7CC3B6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08295B3-8085-2843-A587-25A2ABAE42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2778" y="2"/>
            <a:ext cx="5979222" cy="3409948"/>
          </a:xfrm>
          <a:solidFill>
            <a:schemeClr val="bg2"/>
          </a:solidFill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0BCB144-E786-D245-B35C-C141811DDDF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12778" y="3448800"/>
            <a:ext cx="5979222" cy="3409948"/>
          </a:xfrm>
          <a:custGeom>
            <a:avLst/>
            <a:gdLst>
              <a:gd name="connsiteX0" fmla="*/ 4840264 w 5979222"/>
              <a:gd name="connsiteY0" fmla="*/ 2977774 h 3409948"/>
              <a:gd name="connsiteX1" fmla="*/ 4838045 w 5979222"/>
              <a:gd name="connsiteY1" fmla="*/ 2988947 h 3409948"/>
              <a:gd name="connsiteX2" fmla="*/ 4848033 w 5979222"/>
              <a:gd name="connsiteY2" fmla="*/ 2998329 h 3409948"/>
              <a:gd name="connsiteX3" fmla="*/ 4819434 w 5979222"/>
              <a:gd name="connsiteY3" fmla="*/ 3142295 h 3409948"/>
              <a:gd name="connsiteX4" fmla="*/ 4805690 w 5979222"/>
              <a:gd name="connsiteY4" fmla="*/ 3155003 h 3409948"/>
              <a:gd name="connsiteX5" fmla="*/ 4803470 w 5979222"/>
              <a:gd name="connsiteY5" fmla="*/ 3166261 h 3409948"/>
              <a:gd name="connsiteX6" fmla="*/ 4879705 w 5979222"/>
              <a:gd name="connsiteY6" fmla="*/ 3166261 h 3409948"/>
              <a:gd name="connsiteX7" fmla="*/ 4881925 w 5979222"/>
              <a:gd name="connsiteY7" fmla="*/ 3155003 h 3409948"/>
              <a:gd name="connsiteX8" fmla="*/ 4871424 w 5979222"/>
              <a:gd name="connsiteY8" fmla="*/ 3145622 h 3409948"/>
              <a:gd name="connsiteX9" fmla="*/ 4890461 w 5979222"/>
              <a:gd name="connsiteY9" fmla="*/ 3049587 h 3409948"/>
              <a:gd name="connsiteX10" fmla="*/ 4973184 w 5979222"/>
              <a:gd name="connsiteY10" fmla="*/ 3166176 h 3409948"/>
              <a:gd name="connsiteX11" fmla="*/ 5032772 w 5979222"/>
              <a:gd name="connsiteY11" fmla="*/ 3166176 h 3409948"/>
              <a:gd name="connsiteX12" fmla="*/ 5065981 w 5979222"/>
              <a:gd name="connsiteY12" fmla="*/ 2998243 h 3409948"/>
              <a:gd name="connsiteX13" fmla="*/ 5076481 w 5979222"/>
              <a:gd name="connsiteY13" fmla="*/ 2989032 h 3409948"/>
              <a:gd name="connsiteX14" fmla="*/ 5078701 w 5979222"/>
              <a:gd name="connsiteY14" fmla="*/ 2977774 h 3409948"/>
              <a:gd name="connsiteX15" fmla="*/ 5008186 w 5979222"/>
              <a:gd name="connsiteY15" fmla="*/ 2977774 h 3409948"/>
              <a:gd name="connsiteX16" fmla="*/ 5005966 w 5979222"/>
              <a:gd name="connsiteY16" fmla="*/ 2989032 h 3409948"/>
              <a:gd name="connsiteX17" fmla="*/ 5013308 w 5979222"/>
              <a:gd name="connsiteY17" fmla="*/ 2997902 h 3409948"/>
              <a:gd name="connsiteX18" fmla="*/ 4996405 w 5979222"/>
              <a:gd name="connsiteY18" fmla="*/ 3083190 h 3409948"/>
              <a:gd name="connsiteX19" fmla="*/ 4920426 w 5979222"/>
              <a:gd name="connsiteY19" fmla="*/ 2977774 h 3409948"/>
              <a:gd name="connsiteX20" fmla="*/ 5425471 w 5979222"/>
              <a:gd name="connsiteY20" fmla="*/ 2973680 h 3409948"/>
              <a:gd name="connsiteX21" fmla="*/ 5295282 w 5979222"/>
              <a:gd name="connsiteY21" fmla="*/ 3062807 h 3409948"/>
              <a:gd name="connsiteX22" fmla="*/ 5381676 w 5979222"/>
              <a:gd name="connsiteY22" fmla="*/ 3170014 h 3409948"/>
              <a:gd name="connsiteX23" fmla="*/ 5463545 w 5979222"/>
              <a:gd name="connsiteY23" fmla="*/ 3166091 h 3409948"/>
              <a:gd name="connsiteX24" fmla="*/ 5478570 w 5979222"/>
              <a:gd name="connsiteY24" fmla="*/ 3105366 h 3409948"/>
              <a:gd name="connsiteX25" fmla="*/ 5465679 w 5979222"/>
              <a:gd name="connsiteY25" fmla="*/ 3105366 h 3409948"/>
              <a:gd name="connsiteX26" fmla="*/ 5392347 w 5979222"/>
              <a:gd name="connsiteY26" fmla="*/ 3119694 h 3409948"/>
              <a:gd name="connsiteX27" fmla="*/ 5354614 w 5979222"/>
              <a:gd name="connsiteY27" fmla="*/ 3063745 h 3409948"/>
              <a:gd name="connsiteX28" fmla="*/ 5418385 w 5979222"/>
              <a:gd name="connsiteY28" fmla="*/ 3022892 h 3409948"/>
              <a:gd name="connsiteX29" fmla="*/ 5473533 w 5979222"/>
              <a:gd name="connsiteY29" fmla="*/ 3037903 h 3409948"/>
              <a:gd name="connsiteX30" fmla="*/ 5486851 w 5979222"/>
              <a:gd name="connsiteY30" fmla="*/ 3037903 h 3409948"/>
              <a:gd name="connsiteX31" fmla="*/ 5498888 w 5979222"/>
              <a:gd name="connsiteY31" fmla="*/ 2979992 h 3409948"/>
              <a:gd name="connsiteX32" fmla="*/ 5425471 w 5979222"/>
              <a:gd name="connsiteY32" fmla="*/ 2973680 h 3409948"/>
              <a:gd name="connsiteX33" fmla="*/ 5213670 w 5979222"/>
              <a:gd name="connsiteY33" fmla="*/ 2973680 h 3409948"/>
              <a:gd name="connsiteX34" fmla="*/ 5083481 w 5979222"/>
              <a:gd name="connsiteY34" fmla="*/ 3062807 h 3409948"/>
              <a:gd name="connsiteX35" fmla="*/ 5169875 w 5979222"/>
              <a:gd name="connsiteY35" fmla="*/ 3170014 h 3409948"/>
              <a:gd name="connsiteX36" fmla="*/ 5251744 w 5979222"/>
              <a:gd name="connsiteY36" fmla="*/ 3166091 h 3409948"/>
              <a:gd name="connsiteX37" fmla="*/ 5266769 w 5979222"/>
              <a:gd name="connsiteY37" fmla="*/ 3105366 h 3409948"/>
              <a:gd name="connsiteX38" fmla="*/ 5253878 w 5979222"/>
              <a:gd name="connsiteY38" fmla="*/ 3105366 h 3409948"/>
              <a:gd name="connsiteX39" fmla="*/ 5180546 w 5979222"/>
              <a:gd name="connsiteY39" fmla="*/ 3119694 h 3409948"/>
              <a:gd name="connsiteX40" fmla="*/ 5142813 w 5979222"/>
              <a:gd name="connsiteY40" fmla="*/ 3063745 h 3409948"/>
              <a:gd name="connsiteX41" fmla="*/ 5206584 w 5979222"/>
              <a:gd name="connsiteY41" fmla="*/ 3022892 h 3409948"/>
              <a:gd name="connsiteX42" fmla="*/ 5261732 w 5979222"/>
              <a:gd name="connsiteY42" fmla="*/ 3037903 h 3409948"/>
              <a:gd name="connsiteX43" fmla="*/ 5275050 w 5979222"/>
              <a:gd name="connsiteY43" fmla="*/ 3037903 h 3409948"/>
              <a:gd name="connsiteX44" fmla="*/ 5287087 w 5979222"/>
              <a:gd name="connsiteY44" fmla="*/ 2979992 h 3409948"/>
              <a:gd name="connsiteX45" fmla="*/ 5213670 w 5979222"/>
              <a:gd name="connsiteY45" fmla="*/ 2973680 h 3409948"/>
              <a:gd name="connsiteX46" fmla="*/ 5674749 w 5979222"/>
              <a:gd name="connsiteY46" fmla="*/ 2959181 h 3409948"/>
              <a:gd name="connsiteX47" fmla="*/ 5628564 w 5979222"/>
              <a:gd name="connsiteY47" fmla="*/ 2993296 h 3409948"/>
              <a:gd name="connsiteX48" fmla="*/ 5691310 w 5979222"/>
              <a:gd name="connsiteY48" fmla="*/ 3049842 h 3409948"/>
              <a:gd name="connsiteX49" fmla="*/ 5256098 w 5979222"/>
              <a:gd name="connsiteY49" fmla="*/ 2897091 h 3409948"/>
              <a:gd name="connsiteX50" fmla="*/ 5563598 w 5979222"/>
              <a:gd name="connsiteY50" fmla="*/ 2958072 h 3409948"/>
              <a:gd name="connsiteX51" fmla="*/ 5499827 w 5979222"/>
              <a:gd name="connsiteY51" fmla="*/ 3076964 h 3409948"/>
              <a:gd name="connsiteX52" fmla="*/ 5743898 w 5979222"/>
              <a:gd name="connsiteY52" fmla="*/ 2897091 h 3409948"/>
              <a:gd name="connsiteX53" fmla="*/ 5647687 w 5979222"/>
              <a:gd name="connsiteY53" fmla="*/ 2814873 h 3409948"/>
              <a:gd name="connsiteX54" fmla="*/ 5605685 w 5979222"/>
              <a:gd name="connsiteY54" fmla="*/ 2888477 h 3409948"/>
              <a:gd name="connsiteX55" fmla="*/ 5661602 w 5979222"/>
              <a:gd name="connsiteY55" fmla="*/ 2888477 h 3409948"/>
              <a:gd name="connsiteX56" fmla="*/ 0 w 5979222"/>
              <a:gd name="connsiteY56" fmla="*/ 0 h 3409948"/>
              <a:gd name="connsiteX57" fmla="*/ 5979222 w 5979222"/>
              <a:gd name="connsiteY57" fmla="*/ 0 h 3409948"/>
              <a:gd name="connsiteX58" fmla="*/ 5979222 w 5979222"/>
              <a:gd name="connsiteY58" fmla="*/ 3409948 h 3409948"/>
              <a:gd name="connsiteX59" fmla="*/ 0 w 5979222"/>
              <a:gd name="connsiteY59" fmla="*/ 3409948 h 3409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979222" h="3409948">
                <a:moveTo>
                  <a:pt x="4840264" y="2977774"/>
                </a:moveTo>
                <a:lnTo>
                  <a:pt x="4838045" y="2988947"/>
                </a:lnTo>
                <a:cubicBezTo>
                  <a:pt x="4847008" y="2988947"/>
                  <a:pt x="4849399" y="2991165"/>
                  <a:pt x="4848033" y="2998329"/>
                </a:cubicBezTo>
                <a:cubicBezTo>
                  <a:pt x="4848033" y="2998329"/>
                  <a:pt x="4822507" y="3128564"/>
                  <a:pt x="4819434" y="3142295"/>
                </a:cubicBezTo>
                <a:cubicBezTo>
                  <a:pt x="4817129" y="3152359"/>
                  <a:pt x="4817129" y="3154833"/>
                  <a:pt x="4805690" y="3155003"/>
                </a:cubicBezTo>
                <a:lnTo>
                  <a:pt x="4803470" y="3166261"/>
                </a:lnTo>
                <a:lnTo>
                  <a:pt x="4879705" y="3166261"/>
                </a:lnTo>
                <a:lnTo>
                  <a:pt x="4881925" y="3155003"/>
                </a:lnTo>
                <a:cubicBezTo>
                  <a:pt x="4873814" y="3155003"/>
                  <a:pt x="4870058" y="3152615"/>
                  <a:pt x="4871424" y="3145622"/>
                </a:cubicBezTo>
                <a:lnTo>
                  <a:pt x="4890461" y="3049587"/>
                </a:lnTo>
                <a:lnTo>
                  <a:pt x="4973184" y="3166176"/>
                </a:lnTo>
                <a:lnTo>
                  <a:pt x="5032772" y="3166176"/>
                </a:lnTo>
                <a:lnTo>
                  <a:pt x="5065981" y="2998243"/>
                </a:lnTo>
                <a:cubicBezTo>
                  <a:pt x="5067262" y="2991591"/>
                  <a:pt x="5068713" y="2989032"/>
                  <a:pt x="5076481" y="2989032"/>
                </a:cubicBezTo>
                <a:lnTo>
                  <a:pt x="5078701" y="2977774"/>
                </a:lnTo>
                <a:lnTo>
                  <a:pt x="5008186" y="2977774"/>
                </a:lnTo>
                <a:lnTo>
                  <a:pt x="5005966" y="2989032"/>
                </a:lnTo>
                <a:cubicBezTo>
                  <a:pt x="5012796" y="2989032"/>
                  <a:pt x="5014418" y="2992103"/>
                  <a:pt x="5013308" y="2997902"/>
                </a:cubicBezTo>
                <a:lnTo>
                  <a:pt x="4996405" y="3083190"/>
                </a:lnTo>
                <a:lnTo>
                  <a:pt x="4920426" y="2977774"/>
                </a:lnTo>
                <a:close/>
                <a:moveTo>
                  <a:pt x="5425471" y="2973680"/>
                </a:moveTo>
                <a:cubicBezTo>
                  <a:pt x="5330711" y="2975898"/>
                  <a:pt x="5309283" y="3006516"/>
                  <a:pt x="5295282" y="3062807"/>
                </a:cubicBezTo>
                <a:cubicBezTo>
                  <a:pt x="5280514" y="3121997"/>
                  <a:pt x="5291441" y="3170014"/>
                  <a:pt x="5381676" y="3170014"/>
                </a:cubicBezTo>
                <a:cubicBezTo>
                  <a:pt x="5407970" y="3170014"/>
                  <a:pt x="5463545" y="3166091"/>
                  <a:pt x="5463545" y="3166091"/>
                </a:cubicBezTo>
                <a:lnTo>
                  <a:pt x="5478570" y="3105366"/>
                </a:lnTo>
                <a:lnTo>
                  <a:pt x="5465679" y="3105366"/>
                </a:lnTo>
                <a:cubicBezTo>
                  <a:pt x="5463545" y="3115856"/>
                  <a:pt x="5452020" y="3119694"/>
                  <a:pt x="5392347" y="3119694"/>
                </a:cubicBezTo>
                <a:cubicBezTo>
                  <a:pt x="5357004" y="3119694"/>
                  <a:pt x="5341467" y="3116027"/>
                  <a:pt x="5354614" y="3063745"/>
                </a:cubicBezTo>
                <a:cubicBezTo>
                  <a:pt x="5361614" y="3035856"/>
                  <a:pt x="5375700" y="3023915"/>
                  <a:pt x="5418385" y="3022892"/>
                </a:cubicBezTo>
                <a:cubicBezTo>
                  <a:pt x="5469350" y="3021698"/>
                  <a:pt x="5475412" y="3028350"/>
                  <a:pt x="5473533" y="3037903"/>
                </a:cubicBezTo>
                <a:lnTo>
                  <a:pt x="5486851" y="3037903"/>
                </a:lnTo>
                <a:lnTo>
                  <a:pt x="5498888" y="2979992"/>
                </a:lnTo>
                <a:cubicBezTo>
                  <a:pt x="5498888" y="2979992"/>
                  <a:pt x="5455350" y="2972913"/>
                  <a:pt x="5425471" y="2973680"/>
                </a:cubicBezTo>
                <a:close/>
                <a:moveTo>
                  <a:pt x="5213670" y="2973680"/>
                </a:moveTo>
                <a:cubicBezTo>
                  <a:pt x="5118910" y="2975898"/>
                  <a:pt x="5097482" y="3006516"/>
                  <a:pt x="5083481" y="3062807"/>
                </a:cubicBezTo>
                <a:cubicBezTo>
                  <a:pt x="5068713" y="3121997"/>
                  <a:pt x="5079640" y="3170014"/>
                  <a:pt x="5169875" y="3170014"/>
                </a:cubicBezTo>
                <a:cubicBezTo>
                  <a:pt x="5196169" y="3170014"/>
                  <a:pt x="5251744" y="3166091"/>
                  <a:pt x="5251744" y="3166091"/>
                </a:cubicBezTo>
                <a:lnTo>
                  <a:pt x="5266769" y="3105366"/>
                </a:lnTo>
                <a:lnTo>
                  <a:pt x="5253878" y="3105366"/>
                </a:lnTo>
                <a:cubicBezTo>
                  <a:pt x="5251915" y="3115941"/>
                  <a:pt x="5240219" y="3119694"/>
                  <a:pt x="5180546" y="3119694"/>
                </a:cubicBezTo>
                <a:cubicBezTo>
                  <a:pt x="5145203" y="3119694"/>
                  <a:pt x="5129666" y="3116027"/>
                  <a:pt x="5142813" y="3063745"/>
                </a:cubicBezTo>
                <a:cubicBezTo>
                  <a:pt x="5149813" y="3035856"/>
                  <a:pt x="5163899" y="3023915"/>
                  <a:pt x="5206584" y="3022892"/>
                </a:cubicBezTo>
                <a:cubicBezTo>
                  <a:pt x="5257549" y="3021698"/>
                  <a:pt x="5263611" y="3028350"/>
                  <a:pt x="5261732" y="3037903"/>
                </a:cubicBezTo>
                <a:lnTo>
                  <a:pt x="5275050" y="3037903"/>
                </a:lnTo>
                <a:lnTo>
                  <a:pt x="5287087" y="2979992"/>
                </a:lnTo>
                <a:cubicBezTo>
                  <a:pt x="5287087" y="2979992"/>
                  <a:pt x="5243549" y="2972913"/>
                  <a:pt x="5213670" y="2973680"/>
                </a:cubicBezTo>
                <a:close/>
                <a:moveTo>
                  <a:pt x="5674749" y="2959181"/>
                </a:moveTo>
                <a:lnTo>
                  <a:pt x="5628564" y="2993296"/>
                </a:lnTo>
                <a:lnTo>
                  <a:pt x="5691310" y="3049842"/>
                </a:lnTo>
                <a:close/>
                <a:moveTo>
                  <a:pt x="5256098" y="2897091"/>
                </a:moveTo>
                <a:lnTo>
                  <a:pt x="5563598" y="2958072"/>
                </a:lnTo>
                <a:lnTo>
                  <a:pt x="5499827" y="3076964"/>
                </a:lnTo>
                <a:lnTo>
                  <a:pt x="5743898" y="2897091"/>
                </a:lnTo>
                <a:close/>
                <a:moveTo>
                  <a:pt x="5647687" y="2814873"/>
                </a:moveTo>
                <a:lnTo>
                  <a:pt x="5605685" y="2888477"/>
                </a:lnTo>
                <a:lnTo>
                  <a:pt x="5661602" y="2888477"/>
                </a:lnTo>
                <a:close/>
                <a:moveTo>
                  <a:pt x="0" y="0"/>
                </a:moveTo>
                <a:lnTo>
                  <a:pt x="5979222" y="0"/>
                </a:lnTo>
                <a:lnTo>
                  <a:pt x="5979222" y="3409948"/>
                </a:lnTo>
                <a:lnTo>
                  <a:pt x="0" y="340994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1A8AE1E-8C73-5443-9A2E-32D556D34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600" y="2030400"/>
            <a:ext cx="5248792" cy="3779850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872502-DCF4-6244-98B5-C19A4DC7EE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9375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55FFDC9-F276-7344-9EF5-E372195721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9375" y="3045489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DB7D088-C13A-A040-B83A-7D10BDA3B9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1" y="518400"/>
            <a:ext cx="5248792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22" name="Group 42">
            <a:extLst>
              <a:ext uri="{FF2B5EF4-FFF2-40B4-BE49-F238E27FC236}">
                <a16:creationId xmlns:a16="http://schemas.microsoft.com/office/drawing/2014/main" id="{13D54809-C162-F94C-A322-0D4FE2C98952}"/>
              </a:ext>
            </a:extLst>
          </p:cNvPr>
          <p:cNvGrpSpPr/>
          <p:nvPr/>
        </p:nvGrpSpPr>
        <p:grpSpPr>
          <a:xfrm>
            <a:off x="12395260" y="2242606"/>
            <a:ext cx="1681523" cy="1615827"/>
            <a:chOff x="12395260" y="2295907"/>
            <a:chExt cx="1681523" cy="1615827"/>
          </a:xfrm>
        </p:grpSpPr>
        <p:sp>
          <p:nvSpPr>
            <p:cNvPr id="23" name="textruta 12">
              <a:extLst>
                <a:ext uri="{FF2B5EF4-FFF2-40B4-BE49-F238E27FC236}">
                  <a16:creationId xmlns:a16="http://schemas.microsoft.com/office/drawing/2014/main" id="{602098F5-0611-FB41-9039-1A94D714872A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4" name="Picture 9">
              <a:extLst>
                <a:ext uri="{FF2B5EF4-FFF2-40B4-BE49-F238E27FC236}">
                  <a16:creationId xmlns:a16="http://schemas.microsoft.com/office/drawing/2014/main" id="{52A483A9-8FDD-4941-95C2-87725F67BF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5" name="Oval 4">
              <a:extLst>
                <a:ext uri="{FF2B5EF4-FFF2-40B4-BE49-F238E27FC236}">
                  <a16:creationId xmlns:a16="http://schemas.microsoft.com/office/drawing/2014/main" id="{97B7BF3A-ECBE-FB42-87B0-7A86D2F04588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7" name="Connector: Elbow 131">
              <a:extLst>
                <a:ext uri="{FF2B5EF4-FFF2-40B4-BE49-F238E27FC236}">
                  <a16:creationId xmlns:a16="http://schemas.microsoft.com/office/drawing/2014/main" id="{AF6EC6DE-1DFB-BB4A-9391-E87FA84269C2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020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1/4-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375A1C2-DB84-AE49-A14D-B16C79AA08FC}"/>
              </a:ext>
            </a:extLst>
          </p:cNvPr>
          <p:cNvSpPr/>
          <p:nvPr/>
        </p:nvSpPr>
        <p:spPr>
          <a:xfrm>
            <a:off x="-1" y="0"/>
            <a:ext cx="907415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F83338-7BA0-6142-BF82-58FFDC76E06F}"/>
              </a:ext>
            </a:extLst>
          </p:cNvPr>
          <p:cNvSpPr/>
          <p:nvPr/>
        </p:nvSpPr>
        <p:spPr>
          <a:xfrm>
            <a:off x="8945880" y="0"/>
            <a:ext cx="3246120" cy="496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852EF-6A40-EA4B-AF01-3674A6CDB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8800" y="6492075"/>
            <a:ext cx="757125" cy="190800"/>
          </a:xfrm>
        </p:spPr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D2B8C-24FF-BC4E-AFFF-54EC5E2B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7999" y="6492075"/>
            <a:ext cx="4166875" cy="190800"/>
          </a:xfrm>
        </p:spPr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50E6B-B658-9649-BF4D-A1C8A211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2400" y="6492075"/>
            <a:ext cx="355800" cy="190800"/>
          </a:xfrm>
        </p:spPr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D6F39C7F-FAD1-2A4D-A25D-C08A8AF839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74150" y="0"/>
            <a:ext cx="3123503" cy="6857998"/>
          </a:xfrm>
          <a:custGeom>
            <a:avLst/>
            <a:gdLst>
              <a:gd name="connsiteX0" fmla="*/ 1978892 w 3123503"/>
              <a:gd name="connsiteY0" fmla="*/ 6426574 h 6857998"/>
              <a:gd name="connsiteX1" fmla="*/ 1976673 w 3123503"/>
              <a:gd name="connsiteY1" fmla="*/ 6437747 h 6857998"/>
              <a:gd name="connsiteX2" fmla="*/ 1986661 w 3123503"/>
              <a:gd name="connsiteY2" fmla="*/ 6447129 h 6857998"/>
              <a:gd name="connsiteX3" fmla="*/ 1958062 w 3123503"/>
              <a:gd name="connsiteY3" fmla="*/ 6591095 h 6857998"/>
              <a:gd name="connsiteX4" fmla="*/ 1944318 w 3123503"/>
              <a:gd name="connsiteY4" fmla="*/ 6603803 h 6857998"/>
              <a:gd name="connsiteX5" fmla="*/ 1942098 w 3123503"/>
              <a:gd name="connsiteY5" fmla="*/ 6615061 h 6857998"/>
              <a:gd name="connsiteX6" fmla="*/ 2018333 w 3123503"/>
              <a:gd name="connsiteY6" fmla="*/ 6615061 h 6857998"/>
              <a:gd name="connsiteX7" fmla="*/ 2020553 w 3123503"/>
              <a:gd name="connsiteY7" fmla="*/ 6603803 h 6857998"/>
              <a:gd name="connsiteX8" fmla="*/ 2010052 w 3123503"/>
              <a:gd name="connsiteY8" fmla="*/ 6594422 h 6857998"/>
              <a:gd name="connsiteX9" fmla="*/ 2029089 w 3123503"/>
              <a:gd name="connsiteY9" fmla="*/ 6498387 h 6857998"/>
              <a:gd name="connsiteX10" fmla="*/ 2111812 w 3123503"/>
              <a:gd name="connsiteY10" fmla="*/ 6614976 h 6857998"/>
              <a:gd name="connsiteX11" fmla="*/ 2171400 w 3123503"/>
              <a:gd name="connsiteY11" fmla="*/ 6614976 h 6857998"/>
              <a:gd name="connsiteX12" fmla="*/ 2204609 w 3123503"/>
              <a:gd name="connsiteY12" fmla="*/ 6447043 h 6857998"/>
              <a:gd name="connsiteX13" fmla="*/ 2215109 w 3123503"/>
              <a:gd name="connsiteY13" fmla="*/ 6437832 h 6857998"/>
              <a:gd name="connsiteX14" fmla="*/ 2217329 w 3123503"/>
              <a:gd name="connsiteY14" fmla="*/ 6426574 h 6857998"/>
              <a:gd name="connsiteX15" fmla="*/ 2146814 w 3123503"/>
              <a:gd name="connsiteY15" fmla="*/ 6426574 h 6857998"/>
              <a:gd name="connsiteX16" fmla="*/ 2144594 w 3123503"/>
              <a:gd name="connsiteY16" fmla="*/ 6437832 h 6857998"/>
              <a:gd name="connsiteX17" fmla="*/ 2151936 w 3123503"/>
              <a:gd name="connsiteY17" fmla="*/ 6446702 h 6857998"/>
              <a:gd name="connsiteX18" fmla="*/ 2135033 w 3123503"/>
              <a:gd name="connsiteY18" fmla="*/ 6531990 h 6857998"/>
              <a:gd name="connsiteX19" fmla="*/ 2059054 w 3123503"/>
              <a:gd name="connsiteY19" fmla="*/ 6426574 h 6857998"/>
              <a:gd name="connsiteX20" fmla="*/ 2564099 w 3123503"/>
              <a:gd name="connsiteY20" fmla="*/ 6422480 h 6857998"/>
              <a:gd name="connsiteX21" fmla="*/ 2433910 w 3123503"/>
              <a:gd name="connsiteY21" fmla="*/ 6511607 h 6857998"/>
              <a:gd name="connsiteX22" fmla="*/ 2520304 w 3123503"/>
              <a:gd name="connsiteY22" fmla="*/ 6618814 h 6857998"/>
              <a:gd name="connsiteX23" fmla="*/ 2602173 w 3123503"/>
              <a:gd name="connsiteY23" fmla="*/ 6614891 h 6857998"/>
              <a:gd name="connsiteX24" fmla="*/ 2617198 w 3123503"/>
              <a:gd name="connsiteY24" fmla="*/ 6554166 h 6857998"/>
              <a:gd name="connsiteX25" fmla="*/ 2604307 w 3123503"/>
              <a:gd name="connsiteY25" fmla="*/ 6554166 h 6857998"/>
              <a:gd name="connsiteX26" fmla="*/ 2530975 w 3123503"/>
              <a:gd name="connsiteY26" fmla="*/ 6568494 h 6857998"/>
              <a:gd name="connsiteX27" fmla="*/ 2493242 w 3123503"/>
              <a:gd name="connsiteY27" fmla="*/ 6512545 h 6857998"/>
              <a:gd name="connsiteX28" fmla="*/ 2557013 w 3123503"/>
              <a:gd name="connsiteY28" fmla="*/ 6471692 h 6857998"/>
              <a:gd name="connsiteX29" fmla="*/ 2612161 w 3123503"/>
              <a:gd name="connsiteY29" fmla="*/ 6486703 h 6857998"/>
              <a:gd name="connsiteX30" fmla="*/ 2625479 w 3123503"/>
              <a:gd name="connsiteY30" fmla="*/ 6486703 h 6857998"/>
              <a:gd name="connsiteX31" fmla="*/ 2637516 w 3123503"/>
              <a:gd name="connsiteY31" fmla="*/ 6428792 h 6857998"/>
              <a:gd name="connsiteX32" fmla="*/ 2564099 w 3123503"/>
              <a:gd name="connsiteY32" fmla="*/ 6422480 h 6857998"/>
              <a:gd name="connsiteX33" fmla="*/ 2352298 w 3123503"/>
              <a:gd name="connsiteY33" fmla="*/ 6422480 h 6857998"/>
              <a:gd name="connsiteX34" fmla="*/ 2222109 w 3123503"/>
              <a:gd name="connsiteY34" fmla="*/ 6511607 h 6857998"/>
              <a:gd name="connsiteX35" fmla="*/ 2308503 w 3123503"/>
              <a:gd name="connsiteY35" fmla="*/ 6618814 h 6857998"/>
              <a:gd name="connsiteX36" fmla="*/ 2390372 w 3123503"/>
              <a:gd name="connsiteY36" fmla="*/ 6614891 h 6857998"/>
              <a:gd name="connsiteX37" fmla="*/ 2405397 w 3123503"/>
              <a:gd name="connsiteY37" fmla="*/ 6554166 h 6857998"/>
              <a:gd name="connsiteX38" fmla="*/ 2392506 w 3123503"/>
              <a:gd name="connsiteY38" fmla="*/ 6554166 h 6857998"/>
              <a:gd name="connsiteX39" fmla="*/ 2319174 w 3123503"/>
              <a:gd name="connsiteY39" fmla="*/ 6568494 h 6857998"/>
              <a:gd name="connsiteX40" fmla="*/ 2281441 w 3123503"/>
              <a:gd name="connsiteY40" fmla="*/ 6512545 h 6857998"/>
              <a:gd name="connsiteX41" fmla="*/ 2345212 w 3123503"/>
              <a:gd name="connsiteY41" fmla="*/ 6471692 h 6857998"/>
              <a:gd name="connsiteX42" fmla="*/ 2400360 w 3123503"/>
              <a:gd name="connsiteY42" fmla="*/ 6486703 h 6857998"/>
              <a:gd name="connsiteX43" fmla="*/ 2413678 w 3123503"/>
              <a:gd name="connsiteY43" fmla="*/ 6486703 h 6857998"/>
              <a:gd name="connsiteX44" fmla="*/ 2425715 w 3123503"/>
              <a:gd name="connsiteY44" fmla="*/ 6428792 h 6857998"/>
              <a:gd name="connsiteX45" fmla="*/ 2352298 w 3123503"/>
              <a:gd name="connsiteY45" fmla="*/ 6422480 h 6857998"/>
              <a:gd name="connsiteX46" fmla="*/ 2813377 w 3123503"/>
              <a:gd name="connsiteY46" fmla="*/ 6407981 h 6857998"/>
              <a:gd name="connsiteX47" fmla="*/ 2767192 w 3123503"/>
              <a:gd name="connsiteY47" fmla="*/ 6442096 h 6857998"/>
              <a:gd name="connsiteX48" fmla="*/ 2829938 w 3123503"/>
              <a:gd name="connsiteY48" fmla="*/ 6498642 h 6857998"/>
              <a:gd name="connsiteX49" fmla="*/ 2394726 w 3123503"/>
              <a:gd name="connsiteY49" fmla="*/ 6345891 h 6857998"/>
              <a:gd name="connsiteX50" fmla="*/ 2702226 w 3123503"/>
              <a:gd name="connsiteY50" fmla="*/ 6406872 h 6857998"/>
              <a:gd name="connsiteX51" fmla="*/ 2638455 w 3123503"/>
              <a:gd name="connsiteY51" fmla="*/ 6525764 h 6857998"/>
              <a:gd name="connsiteX52" fmla="*/ 2882526 w 3123503"/>
              <a:gd name="connsiteY52" fmla="*/ 6345891 h 6857998"/>
              <a:gd name="connsiteX53" fmla="*/ 2786315 w 3123503"/>
              <a:gd name="connsiteY53" fmla="*/ 6263673 h 6857998"/>
              <a:gd name="connsiteX54" fmla="*/ 2744313 w 3123503"/>
              <a:gd name="connsiteY54" fmla="*/ 6337277 h 6857998"/>
              <a:gd name="connsiteX55" fmla="*/ 2800230 w 3123503"/>
              <a:gd name="connsiteY55" fmla="*/ 6337277 h 6857998"/>
              <a:gd name="connsiteX56" fmla="*/ 0 w 3123503"/>
              <a:gd name="connsiteY56" fmla="*/ 0 h 6857998"/>
              <a:gd name="connsiteX57" fmla="*/ 3123503 w 3123503"/>
              <a:gd name="connsiteY57" fmla="*/ 0 h 6857998"/>
              <a:gd name="connsiteX58" fmla="*/ 3123503 w 3123503"/>
              <a:gd name="connsiteY58" fmla="*/ 6857998 h 6857998"/>
              <a:gd name="connsiteX59" fmla="*/ 0 w 3123503"/>
              <a:gd name="connsiteY59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3123503" h="6857998">
                <a:moveTo>
                  <a:pt x="1978892" y="6426574"/>
                </a:moveTo>
                <a:lnTo>
                  <a:pt x="1976673" y="6437747"/>
                </a:lnTo>
                <a:cubicBezTo>
                  <a:pt x="1985636" y="6437747"/>
                  <a:pt x="1988027" y="6439965"/>
                  <a:pt x="1986661" y="6447129"/>
                </a:cubicBezTo>
                <a:cubicBezTo>
                  <a:pt x="1986661" y="6447129"/>
                  <a:pt x="1961135" y="6577364"/>
                  <a:pt x="1958062" y="6591095"/>
                </a:cubicBezTo>
                <a:cubicBezTo>
                  <a:pt x="1955757" y="6601159"/>
                  <a:pt x="1955757" y="6603633"/>
                  <a:pt x="1944318" y="6603803"/>
                </a:cubicBezTo>
                <a:lnTo>
                  <a:pt x="1942098" y="6615061"/>
                </a:lnTo>
                <a:lnTo>
                  <a:pt x="2018333" y="6615061"/>
                </a:lnTo>
                <a:lnTo>
                  <a:pt x="2020553" y="6603803"/>
                </a:lnTo>
                <a:cubicBezTo>
                  <a:pt x="2012442" y="6603803"/>
                  <a:pt x="2008686" y="6601415"/>
                  <a:pt x="2010052" y="6594422"/>
                </a:cubicBezTo>
                <a:lnTo>
                  <a:pt x="2029089" y="6498387"/>
                </a:lnTo>
                <a:lnTo>
                  <a:pt x="2111812" y="6614976"/>
                </a:lnTo>
                <a:lnTo>
                  <a:pt x="2171400" y="6614976"/>
                </a:lnTo>
                <a:lnTo>
                  <a:pt x="2204609" y="6447043"/>
                </a:lnTo>
                <a:cubicBezTo>
                  <a:pt x="2205890" y="6440391"/>
                  <a:pt x="2207341" y="6437832"/>
                  <a:pt x="2215109" y="6437832"/>
                </a:cubicBezTo>
                <a:lnTo>
                  <a:pt x="2217329" y="6426574"/>
                </a:lnTo>
                <a:lnTo>
                  <a:pt x="2146814" y="6426574"/>
                </a:lnTo>
                <a:lnTo>
                  <a:pt x="2144594" y="6437832"/>
                </a:lnTo>
                <a:cubicBezTo>
                  <a:pt x="2151424" y="6437832"/>
                  <a:pt x="2153046" y="6440903"/>
                  <a:pt x="2151936" y="6446702"/>
                </a:cubicBezTo>
                <a:lnTo>
                  <a:pt x="2135033" y="6531990"/>
                </a:lnTo>
                <a:lnTo>
                  <a:pt x="2059054" y="6426574"/>
                </a:lnTo>
                <a:close/>
                <a:moveTo>
                  <a:pt x="2564099" y="6422480"/>
                </a:moveTo>
                <a:cubicBezTo>
                  <a:pt x="2469339" y="6424698"/>
                  <a:pt x="2447911" y="6455316"/>
                  <a:pt x="2433910" y="6511607"/>
                </a:cubicBezTo>
                <a:cubicBezTo>
                  <a:pt x="2419142" y="6570797"/>
                  <a:pt x="2430069" y="6618814"/>
                  <a:pt x="2520304" y="6618814"/>
                </a:cubicBezTo>
                <a:cubicBezTo>
                  <a:pt x="2546598" y="6618814"/>
                  <a:pt x="2602173" y="6614891"/>
                  <a:pt x="2602173" y="6614891"/>
                </a:cubicBezTo>
                <a:lnTo>
                  <a:pt x="2617198" y="6554166"/>
                </a:lnTo>
                <a:lnTo>
                  <a:pt x="2604307" y="6554166"/>
                </a:lnTo>
                <a:cubicBezTo>
                  <a:pt x="2602173" y="6564656"/>
                  <a:pt x="2590648" y="6568494"/>
                  <a:pt x="2530975" y="6568494"/>
                </a:cubicBezTo>
                <a:cubicBezTo>
                  <a:pt x="2495632" y="6568494"/>
                  <a:pt x="2480095" y="6564827"/>
                  <a:pt x="2493242" y="6512545"/>
                </a:cubicBezTo>
                <a:cubicBezTo>
                  <a:pt x="2500242" y="6484656"/>
                  <a:pt x="2514328" y="6472715"/>
                  <a:pt x="2557013" y="6471692"/>
                </a:cubicBezTo>
                <a:cubicBezTo>
                  <a:pt x="2607978" y="6470498"/>
                  <a:pt x="2614040" y="6477150"/>
                  <a:pt x="2612161" y="6486703"/>
                </a:cubicBezTo>
                <a:lnTo>
                  <a:pt x="2625479" y="6486703"/>
                </a:lnTo>
                <a:lnTo>
                  <a:pt x="2637516" y="6428792"/>
                </a:lnTo>
                <a:cubicBezTo>
                  <a:pt x="2637516" y="6428792"/>
                  <a:pt x="2593978" y="6421713"/>
                  <a:pt x="2564099" y="6422480"/>
                </a:cubicBezTo>
                <a:close/>
                <a:moveTo>
                  <a:pt x="2352298" y="6422480"/>
                </a:moveTo>
                <a:cubicBezTo>
                  <a:pt x="2257538" y="6424698"/>
                  <a:pt x="2236110" y="6455316"/>
                  <a:pt x="2222109" y="6511607"/>
                </a:cubicBezTo>
                <a:cubicBezTo>
                  <a:pt x="2207341" y="6570797"/>
                  <a:pt x="2218268" y="6618814"/>
                  <a:pt x="2308503" y="6618814"/>
                </a:cubicBezTo>
                <a:cubicBezTo>
                  <a:pt x="2334797" y="6618814"/>
                  <a:pt x="2390372" y="6614891"/>
                  <a:pt x="2390372" y="6614891"/>
                </a:cubicBezTo>
                <a:lnTo>
                  <a:pt x="2405397" y="6554166"/>
                </a:lnTo>
                <a:lnTo>
                  <a:pt x="2392506" y="6554166"/>
                </a:lnTo>
                <a:cubicBezTo>
                  <a:pt x="2390543" y="6564741"/>
                  <a:pt x="2378847" y="6568494"/>
                  <a:pt x="2319174" y="6568494"/>
                </a:cubicBezTo>
                <a:cubicBezTo>
                  <a:pt x="2283831" y="6568494"/>
                  <a:pt x="2268294" y="6564827"/>
                  <a:pt x="2281441" y="6512545"/>
                </a:cubicBezTo>
                <a:cubicBezTo>
                  <a:pt x="2288441" y="6484656"/>
                  <a:pt x="2302527" y="6472715"/>
                  <a:pt x="2345212" y="6471692"/>
                </a:cubicBezTo>
                <a:cubicBezTo>
                  <a:pt x="2396177" y="6470498"/>
                  <a:pt x="2402239" y="6477150"/>
                  <a:pt x="2400360" y="6486703"/>
                </a:cubicBezTo>
                <a:lnTo>
                  <a:pt x="2413678" y="6486703"/>
                </a:lnTo>
                <a:lnTo>
                  <a:pt x="2425715" y="6428792"/>
                </a:lnTo>
                <a:cubicBezTo>
                  <a:pt x="2425715" y="6428792"/>
                  <a:pt x="2382177" y="6421713"/>
                  <a:pt x="2352298" y="6422480"/>
                </a:cubicBezTo>
                <a:close/>
                <a:moveTo>
                  <a:pt x="2813377" y="6407981"/>
                </a:moveTo>
                <a:lnTo>
                  <a:pt x="2767192" y="6442096"/>
                </a:lnTo>
                <a:lnTo>
                  <a:pt x="2829938" y="6498642"/>
                </a:lnTo>
                <a:close/>
                <a:moveTo>
                  <a:pt x="2394726" y="6345891"/>
                </a:moveTo>
                <a:lnTo>
                  <a:pt x="2702226" y="6406872"/>
                </a:lnTo>
                <a:lnTo>
                  <a:pt x="2638455" y="6525764"/>
                </a:lnTo>
                <a:lnTo>
                  <a:pt x="2882526" y="6345891"/>
                </a:lnTo>
                <a:close/>
                <a:moveTo>
                  <a:pt x="2786315" y="6263673"/>
                </a:moveTo>
                <a:lnTo>
                  <a:pt x="2744313" y="6337277"/>
                </a:lnTo>
                <a:lnTo>
                  <a:pt x="2800230" y="6337277"/>
                </a:lnTo>
                <a:close/>
                <a:moveTo>
                  <a:pt x="0" y="0"/>
                </a:moveTo>
                <a:lnTo>
                  <a:pt x="3123503" y="0"/>
                </a:lnTo>
                <a:lnTo>
                  <a:pt x="3123503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CD90F0-643B-4840-8A3F-A1447A02817E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21" name="textruta 5">
              <a:extLst>
                <a:ext uri="{FF2B5EF4-FFF2-40B4-BE49-F238E27FC236}">
                  <a16:creationId xmlns:a16="http://schemas.microsoft.com/office/drawing/2014/main" id="{8CBCF54A-8D6E-CA4D-8A28-30F50E05C78D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22" name="textruta 8">
              <a:extLst>
                <a:ext uri="{FF2B5EF4-FFF2-40B4-BE49-F238E27FC236}">
                  <a16:creationId xmlns:a16="http://schemas.microsoft.com/office/drawing/2014/main" id="{14F9EBB7-D9C8-5843-B06F-61E5A1352D0D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ktangel 9">
              <a:extLst>
                <a:ext uri="{FF2B5EF4-FFF2-40B4-BE49-F238E27FC236}">
                  <a16:creationId xmlns:a16="http://schemas.microsoft.com/office/drawing/2014/main" id="{6349365F-772F-C840-8F16-30D133DA87D3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4" name="Rektangel 10">
              <a:extLst>
                <a:ext uri="{FF2B5EF4-FFF2-40B4-BE49-F238E27FC236}">
                  <a16:creationId xmlns:a16="http://schemas.microsoft.com/office/drawing/2014/main" id="{2E931A5C-2656-E640-AC4E-8768FBF9A8D8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0F404C7-8DC9-0C4C-A090-423CA82345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600" y="2030400"/>
            <a:ext cx="7158692" cy="3779850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3E7A065-EBE4-9541-A350-1E23E6D3B1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79671" y="6446193"/>
            <a:ext cx="1210609" cy="190800"/>
          </a:xfrm>
        </p:spPr>
        <p:txBody>
          <a:bodyPr anchor="b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2360A07-5D11-F94D-B85F-11A31080A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1" y="518400"/>
            <a:ext cx="7158692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19" name="Group 42">
            <a:extLst>
              <a:ext uri="{FF2B5EF4-FFF2-40B4-BE49-F238E27FC236}">
                <a16:creationId xmlns:a16="http://schemas.microsoft.com/office/drawing/2014/main" id="{FC3ED0A6-4A45-E447-AA37-02EED2CDB594}"/>
              </a:ext>
            </a:extLst>
          </p:cNvPr>
          <p:cNvGrpSpPr/>
          <p:nvPr/>
        </p:nvGrpSpPr>
        <p:grpSpPr>
          <a:xfrm>
            <a:off x="12395260" y="2242606"/>
            <a:ext cx="1681523" cy="1615827"/>
            <a:chOff x="12395260" y="2295907"/>
            <a:chExt cx="1681523" cy="1615827"/>
          </a:xfrm>
        </p:grpSpPr>
        <p:sp>
          <p:nvSpPr>
            <p:cNvPr id="26" name="textruta 12">
              <a:extLst>
                <a:ext uri="{FF2B5EF4-FFF2-40B4-BE49-F238E27FC236}">
                  <a16:creationId xmlns:a16="http://schemas.microsoft.com/office/drawing/2014/main" id="{3C65FD73-616F-B946-AA6C-FE9B0E5BBE4C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7" name="Picture 9">
              <a:extLst>
                <a:ext uri="{FF2B5EF4-FFF2-40B4-BE49-F238E27FC236}">
                  <a16:creationId xmlns:a16="http://schemas.microsoft.com/office/drawing/2014/main" id="{5B7F8D06-06FC-C949-A6CD-6B424F14FA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8" name="Oval 4">
              <a:extLst>
                <a:ext uri="{FF2B5EF4-FFF2-40B4-BE49-F238E27FC236}">
                  <a16:creationId xmlns:a16="http://schemas.microsoft.com/office/drawing/2014/main" id="{6DAC113A-0D50-464C-88A6-B1650B63E5FB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9" name="Connector: Elbow 131">
              <a:extLst>
                <a:ext uri="{FF2B5EF4-FFF2-40B4-BE49-F238E27FC236}">
                  <a16:creationId xmlns:a16="http://schemas.microsoft.com/office/drawing/2014/main" id="{F9315DF8-B8B2-2444-A3A9-03B2457FC123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30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6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1/4-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375A1C2-DB84-AE49-A14D-B16C79AA08FC}"/>
              </a:ext>
            </a:extLst>
          </p:cNvPr>
          <p:cNvSpPr/>
          <p:nvPr/>
        </p:nvSpPr>
        <p:spPr>
          <a:xfrm>
            <a:off x="-1" y="0"/>
            <a:ext cx="907415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F83338-7BA0-6142-BF82-58FFDC76E06F}"/>
              </a:ext>
            </a:extLst>
          </p:cNvPr>
          <p:cNvSpPr/>
          <p:nvPr/>
        </p:nvSpPr>
        <p:spPr>
          <a:xfrm>
            <a:off x="8945880" y="0"/>
            <a:ext cx="3246120" cy="496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DDEFCB7C-D68D-0F46-81F7-50D3989C753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74150" y="3448050"/>
            <a:ext cx="3123503" cy="3409950"/>
          </a:xfrm>
          <a:custGeom>
            <a:avLst/>
            <a:gdLst>
              <a:gd name="connsiteX0" fmla="*/ 1978892 w 3123503"/>
              <a:gd name="connsiteY0" fmla="*/ 2978524 h 3409950"/>
              <a:gd name="connsiteX1" fmla="*/ 1976673 w 3123503"/>
              <a:gd name="connsiteY1" fmla="*/ 2989697 h 3409950"/>
              <a:gd name="connsiteX2" fmla="*/ 1986661 w 3123503"/>
              <a:gd name="connsiteY2" fmla="*/ 2999079 h 3409950"/>
              <a:gd name="connsiteX3" fmla="*/ 1958062 w 3123503"/>
              <a:gd name="connsiteY3" fmla="*/ 3143045 h 3409950"/>
              <a:gd name="connsiteX4" fmla="*/ 1944318 w 3123503"/>
              <a:gd name="connsiteY4" fmla="*/ 3155753 h 3409950"/>
              <a:gd name="connsiteX5" fmla="*/ 1942098 w 3123503"/>
              <a:gd name="connsiteY5" fmla="*/ 3167011 h 3409950"/>
              <a:gd name="connsiteX6" fmla="*/ 2018333 w 3123503"/>
              <a:gd name="connsiteY6" fmla="*/ 3167011 h 3409950"/>
              <a:gd name="connsiteX7" fmla="*/ 2020553 w 3123503"/>
              <a:gd name="connsiteY7" fmla="*/ 3155753 h 3409950"/>
              <a:gd name="connsiteX8" fmla="*/ 2010052 w 3123503"/>
              <a:gd name="connsiteY8" fmla="*/ 3146372 h 3409950"/>
              <a:gd name="connsiteX9" fmla="*/ 2029089 w 3123503"/>
              <a:gd name="connsiteY9" fmla="*/ 3050337 h 3409950"/>
              <a:gd name="connsiteX10" fmla="*/ 2111812 w 3123503"/>
              <a:gd name="connsiteY10" fmla="*/ 3166926 h 3409950"/>
              <a:gd name="connsiteX11" fmla="*/ 2171400 w 3123503"/>
              <a:gd name="connsiteY11" fmla="*/ 3166926 h 3409950"/>
              <a:gd name="connsiteX12" fmla="*/ 2204609 w 3123503"/>
              <a:gd name="connsiteY12" fmla="*/ 2998993 h 3409950"/>
              <a:gd name="connsiteX13" fmla="*/ 2215109 w 3123503"/>
              <a:gd name="connsiteY13" fmla="*/ 2989782 h 3409950"/>
              <a:gd name="connsiteX14" fmla="*/ 2217329 w 3123503"/>
              <a:gd name="connsiteY14" fmla="*/ 2978524 h 3409950"/>
              <a:gd name="connsiteX15" fmla="*/ 2146814 w 3123503"/>
              <a:gd name="connsiteY15" fmla="*/ 2978524 h 3409950"/>
              <a:gd name="connsiteX16" fmla="*/ 2144594 w 3123503"/>
              <a:gd name="connsiteY16" fmla="*/ 2989782 h 3409950"/>
              <a:gd name="connsiteX17" fmla="*/ 2151936 w 3123503"/>
              <a:gd name="connsiteY17" fmla="*/ 2998652 h 3409950"/>
              <a:gd name="connsiteX18" fmla="*/ 2135033 w 3123503"/>
              <a:gd name="connsiteY18" fmla="*/ 3083940 h 3409950"/>
              <a:gd name="connsiteX19" fmla="*/ 2059054 w 3123503"/>
              <a:gd name="connsiteY19" fmla="*/ 2978524 h 3409950"/>
              <a:gd name="connsiteX20" fmla="*/ 2564099 w 3123503"/>
              <a:gd name="connsiteY20" fmla="*/ 2974430 h 3409950"/>
              <a:gd name="connsiteX21" fmla="*/ 2433910 w 3123503"/>
              <a:gd name="connsiteY21" fmla="*/ 3063557 h 3409950"/>
              <a:gd name="connsiteX22" fmla="*/ 2520304 w 3123503"/>
              <a:gd name="connsiteY22" fmla="*/ 3170764 h 3409950"/>
              <a:gd name="connsiteX23" fmla="*/ 2602173 w 3123503"/>
              <a:gd name="connsiteY23" fmla="*/ 3166841 h 3409950"/>
              <a:gd name="connsiteX24" fmla="*/ 2617198 w 3123503"/>
              <a:gd name="connsiteY24" fmla="*/ 3106116 h 3409950"/>
              <a:gd name="connsiteX25" fmla="*/ 2604307 w 3123503"/>
              <a:gd name="connsiteY25" fmla="*/ 3106116 h 3409950"/>
              <a:gd name="connsiteX26" fmla="*/ 2530975 w 3123503"/>
              <a:gd name="connsiteY26" fmla="*/ 3120444 h 3409950"/>
              <a:gd name="connsiteX27" fmla="*/ 2493242 w 3123503"/>
              <a:gd name="connsiteY27" fmla="*/ 3064495 h 3409950"/>
              <a:gd name="connsiteX28" fmla="*/ 2557013 w 3123503"/>
              <a:gd name="connsiteY28" fmla="*/ 3023642 h 3409950"/>
              <a:gd name="connsiteX29" fmla="*/ 2612161 w 3123503"/>
              <a:gd name="connsiteY29" fmla="*/ 3038653 h 3409950"/>
              <a:gd name="connsiteX30" fmla="*/ 2625479 w 3123503"/>
              <a:gd name="connsiteY30" fmla="*/ 3038653 h 3409950"/>
              <a:gd name="connsiteX31" fmla="*/ 2637516 w 3123503"/>
              <a:gd name="connsiteY31" fmla="*/ 2980742 h 3409950"/>
              <a:gd name="connsiteX32" fmla="*/ 2564099 w 3123503"/>
              <a:gd name="connsiteY32" fmla="*/ 2974430 h 3409950"/>
              <a:gd name="connsiteX33" fmla="*/ 2352298 w 3123503"/>
              <a:gd name="connsiteY33" fmla="*/ 2974430 h 3409950"/>
              <a:gd name="connsiteX34" fmla="*/ 2222109 w 3123503"/>
              <a:gd name="connsiteY34" fmla="*/ 3063557 h 3409950"/>
              <a:gd name="connsiteX35" fmla="*/ 2308503 w 3123503"/>
              <a:gd name="connsiteY35" fmla="*/ 3170764 h 3409950"/>
              <a:gd name="connsiteX36" fmla="*/ 2390372 w 3123503"/>
              <a:gd name="connsiteY36" fmla="*/ 3166841 h 3409950"/>
              <a:gd name="connsiteX37" fmla="*/ 2405397 w 3123503"/>
              <a:gd name="connsiteY37" fmla="*/ 3106116 h 3409950"/>
              <a:gd name="connsiteX38" fmla="*/ 2392506 w 3123503"/>
              <a:gd name="connsiteY38" fmla="*/ 3106116 h 3409950"/>
              <a:gd name="connsiteX39" fmla="*/ 2319174 w 3123503"/>
              <a:gd name="connsiteY39" fmla="*/ 3120444 h 3409950"/>
              <a:gd name="connsiteX40" fmla="*/ 2281441 w 3123503"/>
              <a:gd name="connsiteY40" fmla="*/ 3064495 h 3409950"/>
              <a:gd name="connsiteX41" fmla="*/ 2345212 w 3123503"/>
              <a:gd name="connsiteY41" fmla="*/ 3023642 h 3409950"/>
              <a:gd name="connsiteX42" fmla="*/ 2400360 w 3123503"/>
              <a:gd name="connsiteY42" fmla="*/ 3038653 h 3409950"/>
              <a:gd name="connsiteX43" fmla="*/ 2413678 w 3123503"/>
              <a:gd name="connsiteY43" fmla="*/ 3038653 h 3409950"/>
              <a:gd name="connsiteX44" fmla="*/ 2425715 w 3123503"/>
              <a:gd name="connsiteY44" fmla="*/ 2980742 h 3409950"/>
              <a:gd name="connsiteX45" fmla="*/ 2352298 w 3123503"/>
              <a:gd name="connsiteY45" fmla="*/ 2974430 h 3409950"/>
              <a:gd name="connsiteX46" fmla="*/ 2813377 w 3123503"/>
              <a:gd name="connsiteY46" fmla="*/ 2959931 h 3409950"/>
              <a:gd name="connsiteX47" fmla="*/ 2767192 w 3123503"/>
              <a:gd name="connsiteY47" fmla="*/ 2994046 h 3409950"/>
              <a:gd name="connsiteX48" fmla="*/ 2829938 w 3123503"/>
              <a:gd name="connsiteY48" fmla="*/ 3050592 h 3409950"/>
              <a:gd name="connsiteX49" fmla="*/ 2394726 w 3123503"/>
              <a:gd name="connsiteY49" fmla="*/ 2897841 h 3409950"/>
              <a:gd name="connsiteX50" fmla="*/ 2702226 w 3123503"/>
              <a:gd name="connsiteY50" fmla="*/ 2958822 h 3409950"/>
              <a:gd name="connsiteX51" fmla="*/ 2638455 w 3123503"/>
              <a:gd name="connsiteY51" fmla="*/ 3077714 h 3409950"/>
              <a:gd name="connsiteX52" fmla="*/ 2882526 w 3123503"/>
              <a:gd name="connsiteY52" fmla="*/ 2897841 h 3409950"/>
              <a:gd name="connsiteX53" fmla="*/ 2786315 w 3123503"/>
              <a:gd name="connsiteY53" fmla="*/ 2815623 h 3409950"/>
              <a:gd name="connsiteX54" fmla="*/ 2744313 w 3123503"/>
              <a:gd name="connsiteY54" fmla="*/ 2889227 h 3409950"/>
              <a:gd name="connsiteX55" fmla="*/ 2800230 w 3123503"/>
              <a:gd name="connsiteY55" fmla="*/ 2889227 h 3409950"/>
              <a:gd name="connsiteX56" fmla="*/ 0 w 3123503"/>
              <a:gd name="connsiteY56" fmla="*/ 0 h 3409950"/>
              <a:gd name="connsiteX57" fmla="*/ 3123503 w 3123503"/>
              <a:gd name="connsiteY57" fmla="*/ 0 h 3409950"/>
              <a:gd name="connsiteX58" fmla="*/ 3123503 w 3123503"/>
              <a:gd name="connsiteY58" fmla="*/ 3409950 h 3409950"/>
              <a:gd name="connsiteX59" fmla="*/ 0 w 3123503"/>
              <a:gd name="connsiteY59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3123503" h="3409950">
                <a:moveTo>
                  <a:pt x="1978892" y="2978524"/>
                </a:moveTo>
                <a:lnTo>
                  <a:pt x="1976673" y="2989697"/>
                </a:lnTo>
                <a:cubicBezTo>
                  <a:pt x="1985636" y="2989697"/>
                  <a:pt x="1988027" y="2991915"/>
                  <a:pt x="1986661" y="2999079"/>
                </a:cubicBezTo>
                <a:cubicBezTo>
                  <a:pt x="1986661" y="2999079"/>
                  <a:pt x="1961135" y="3129314"/>
                  <a:pt x="1958062" y="3143045"/>
                </a:cubicBezTo>
                <a:cubicBezTo>
                  <a:pt x="1955757" y="3153109"/>
                  <a:pt x="1955757" y="3155583"/>
                  <a:pt x="1944318" y="3155753"/>
                </a:cubicBezTo>
                <a:lnTo>
                  <a:pt x="1942098" y="3167011"/>
                </a:lnTo>
                <a:lnTo>
                  <a:pt x="2018333" y="3167011"/>
                </a:lnTo>
                <a:lnTo>
                  <a:pt x="2020553" y="3155753"/>
                </a:lnTo>
                <a:cubicBezTo>
                  <a:pt x="2012442" y="3155753"/>
                  <a:pt x="2008686" y="3153365"/>
                  <a:pt x="2010052" y="3146372"/>
                </a:cubicBezTo>
                <a:lnTo>
                  <a:pt x="2029089" y="3050337"/>
                </a:lnTo>
                <a:lnTo>
                  <a:pt x="2111812" y="3166926"/>
                </a:lnTo>
                <a:lnTo>
                  <a:pt x="2171400" y="3166926"/>
                </a:lnTo>
                <a:lnTo>
                  <a:pt x="2204609" y="2998993"/>
                </a:lnTo>
                <a:cubicBezTo>
                  <a:pt x="2205890" y="2992341"/>
                  <a:pt x="2207341" y="2989782"/>
                  <a:pt x="2215109" y="2989782"/>
                </a:cubicBezTo>
                <a:lnTo>
                  <a:pt x="2217329" y="2978524"/>
                </a:lnTo>
                <a:lnTo>
                  <a:pt x="2146814" y="2978524"/>
                </a:lnTo>
                <a:lnTo>
                  <a:pt x="2144594" y="2989782"/>
                </a:lnTo>
                <a:cubicBezTo>
                  <a:pt x="2151424" y="2989782"/>
                  <a:pt x="2153046" y="2992853"/>
                  <a:pt x="2151936" y="2998652"/>
                </a:cubicBezTo>
                <a:lnTo>
                  <a:pt x="2135033" y="3083940"/>
                </a:lnTo>
                <a:lnTo>
                  <a:pt x="2059054" y="2978524"/>
                </a:lnTo>
                <a:close/>
                <a:moveTo>
                  <a:pt x="2564099" y="2974430"/>
                </a:moveTo>
                <a:cubicBezTo>
                  <a:pt x="2469339" y="2976648"/>
                  <a:pt x="2447911" y="3007266"/>
                  <a:pt x="2433910" y="3063557"/>
                </a:cubicBezTo>
                <a:cubicBezTo>
                  <a:pt x="2419142" y="3122747"/>
                  <a:pt x="2430069" y="3170764"/>
                  <a:pt x="2520304" y="3170764"/>
                </a:cubicBezTo>
                <a:cubicBezTo>
                  <a:pt x="2546598" y="3170764"/>
                  <a:pt x="2602173" y="3166841"/>
                  <a:pt x="2602173" y="3166841"/>
                </a:cubicBezTo>
                <a:lnTo>
                  <a:pt x="2617198" y="3106116"/>
                </a:lnTo>
                <a:lnTo>
                  <a:pt x="2604307" y="3106116"/>
                </a:lnTo>
                <a:cubicBezTo>
                  <a:pt x="2602173" y="3116606"/>
                  <a:pt x="2590648" y="3120444"/>
                  <a:pt x="2530975" y="3120444"/>
                </a:cubicBezTo>
                <a:cubicBezTo>
                  <a:pt x="2495632" y="3120444"/>
                  <a:pt x="2480095" y="3116777"/>
                  <a:pt x="2493242" y="3064495"/>
                </a:cubicBezTo>
                <a:cubicBezTo>
                  <a:pt x="2500242" y="3036606"/>
                  <a:pt x="2514328" y="3024665"/>
                  <a:pt x="2557013" y="3023642"/>
                </a:cubicBezTo>
                <a:cubicBezTo>
                  <a:pt x="2607978" y="3022448"/>
                  <a:pt x="2614040" y="3029100"/>
                  <a:pt x="2612161" y="3038653"/>
                </a:cubicBezTo>
                <a:lnTo>
                  <a:pt x="2625479" y="3038653"/>
                </a:lnTo>
                <a:lnTo>
                  <a:pt x="2637516" y="2980742"/>
                </a:lnTo>
                <a:cubicBezTo>
                  <a:pt x="2637516" y="2980742"/>
                  <a:pt x="2593978" y="2973663"/>
                  <a:pt x="2564099" y="2974430"/>
                </a:cubicBezTo>
                <a:close/>
                <a:moveTo>
                  <a:pt x="2352298" y="2974430"/>
                </a:moveTo>
                <a:cubicBezTo>
                  <a:pt x="2257538" y="2976648"/>
                  <a:pt x="2236110" y="3007266"/>
                  <a:pt x="2222109" y="3063557"/>
                </a:cubicBezTo>
                <a:cubicBezTo>
                  <a:pt x="2207341" y="3122747"/>
                  <a:pt x="2218268" y="3170764"/>
                  <a:pt x="2308503" y="3170764"/>
                </a:cubicBezTo>
                <a:cubicBezTo>
                  <a:pt x="2334797" y="3170764"/>
                  <a:pt x="2390372" y="3166841"/>
                  <a:pt x="2390372" y="3166841"/>
                </a:cubicBezTo>
                <a:lnTo>
                  <a:pt x="2405397" y="3106116"/>
                </a:lnTo>
                <a:lnTo>
                  <a:pt x="2392506" y="3106116"/>
                </a:lnTo>
                <a:cubicBezTo>
                  <a:pt x="2390543" y="3116691"/>
                  <a:pt x="2378847" y="3120444"/>
                  <a:pt x="2319174" y="3120444"/>
                </a:cubicBezTo>
                <a:cubicBezTo>
                  <a:pt x="2283831" y="3120444"/>
                  <a:pt x="2268294" y="3116777"/>
                  <a:pt x="2281441" y="3064495"/>
                </a:cubicBezTo>
                <a:cubicBezTo>
                  <a:pt x="2288441" y="3036606"/>
                  <a:pt x="2302527" y="3024665"/>
                  <a:pt x="2345212" y="3023642"/>
                </a:cubicBezTo>
                <a:cubicBezTo>
                  <a:pt x="2396177" y="3022448"/>
                  <a:pt x="2402239" y="3029100"/>
                  <a:pt x="2400360" y="3038653"/>
                </a:cubicBezTo>
                <a:lnTo>
                  <a:pt x="2413678" y="3038653"/>
                </a:lnTo>
                <a:lnTo>
                  <a:pt x="2425715" y="2980742"/>
                </a:lnTo>
                <a:cubicBezTo>
                  <a:pt x="2425715" y="2980742"/>
                  <a:pt x="2382177" y="2973663"/>
                  <a:pt x="2352298" y="2974430"/>
                </a:cubicBezTo>
                <a:close/>
                <a:moveTo>
                  <a:pt x="2813377" y="2959931"/>
                </a:moveTo>
                <a:lnTo>
                  <a:pt x="2767192" y="2994046"/>
                </a:lnTo>
                <a:lnTo>
                  <a:pt x="2829938" y="3050592"/>
                </a:lnTo>
                <a:close/>
                <a:moveTo>
                  <a:pt x="2394726" y="2897841"/>
                </a:moveTo>
                <a:lnTo>
                  <a:pt x="2702226" y="2958822"/>
                </a:lnTo>
                <a:lnTo>
                  <a:pt x="2638455" y="3077714"/>
                </a:lnTo>
                <a:lnTo>
                  <a:pt x="2882526" y="2897841"/>
                </a:lnTo>
                <a:close/>
                <a:moveTo>
                  <a:pt x="2786315" y="2815623"/>
                </a:moveTo>
                <a:lnTo>
                  <a:pt x="2744313" y="2889227"/>
                </a:lnTo>
                <a:lnTo>
                  <a:pt x="2800230" y="2889227"/>
                </a:lnTo>
                <a:close/>
                <a:moveTo>
                  <a:pt x="0" y="0"/>
                </a:moveTo>
                <a:lnTo>
                  <a:pt x="3123503" y="0"/>
                </a:lnTo>
                <a:lnTo>
                  <a:pt x="3123503" y="3409950"/>
                </a:lnTo>
                <a:lnTo>
                  <a:pt x="0" y="3409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852EF-6A40-EA4B-AF01-3674A6CDB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8800" y="6492075"/>
            <a:ext cx="757125" cy="190800"/>
          </a:xfrm>
        </p:spPr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D2B8C-24FF-BC4E-AFFF-54EC5E2B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7999" y="6492075"/>
            <a:ext cx="4166875" cy="190800"/>
          </a:xfrm>
        </p:spPr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50E6B-B658-9649-BF4D-A1C8A211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2400" y="6492075"/>
            <a:ext cx="355800" cy="190800"/>
          </a:xfrm>
        </p:spPr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14589AF-8F08-0F44-9441-40ECBE9ED9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74150" y="0"/>
            <a:ext cx="3123503" cy="3409950"/>
          </a:xfrm>
          <a:solidFill>
            <a:schemeClr val="bg2"/>
          </a:solidFill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CD90F0-643B-4840-8A3F-A1447A02817E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21" name="textruta 5">
              <a:extLst>
                <a:ext uri="{FF2B5EF4-FFF2-40B4-BE49-F238E27FC236}">
                  <a16:creationId xmlns:a16="http://schemas.microsoft.com/office/drawing/2014/main" id="{8CBCF54A-8D6E-CA4D-8A28-30F50E05C78D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22" name="textruta 8">
              <a:extLst>
                <a:ext uri="{FF2B5EF4-FFF2-40B4-BE49-F238E27FC236}">
                  <a16:creationId xmlns:a16="http://schemas.microsoft.com/office/drawing/2014/main" id="{14F9EBB7-D9C8-5843-B06F-61E5A1352D0D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ktangel 9">
              <a:extLst>
                <a:ext uri="{FF2B5EF4-FFF2-40B4-BE49-F238E27FC236}">
                  <a16:creationId xmlns:a16="http://schemas.microsoft.com/office/drawing/2014/main" id="{6349365F-772F-C840-8F16-30D133DA87D3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4" name="Rektangel 10">
              <a:extLst>
                <a:ext uri="{FF2B5EF4-FFF2-40B4-BE49-F238E27FC236}">
                  <a16:creationId xmlns:a16="http://schemas.microsoft.com/office/drawing/2014/main" id="{2E931A5C-2656-E640-AC4E-8768FBF9A8D8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0F404C7-8DC9-0C4C-A090-423CA82345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600" y="2030400"/>
            <a:ext cx="7158692" cy="3779850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1FA6D3CE-2114-914E-9229-6937337B2E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79671" y="6446193"/>
            <a:ext cx="1210609" cy="190800"/>
          </a:xfrm>
        </p:spPr>
        <p:txBody>
          <a:bodyPr anchor="b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3130FC0C-E226-864B-A27A-C677AB5A0D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79671" y="3003084"/>
            <a:ext cx="1210609" cy="190800"/>
          </a:xfrm>
        </p:spPr>
        <p:txBody>
          <a:bodyPr anchor="b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548B67BF-B7CC-BB43-9F2E-B16D74B745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7158693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28" name="Group 42">
            <a:extLst>
              <a:ext uri="{FF2B5EF4-FFF2-40B4-BE49-F238E27FC236}">
                <a16:creationId xmlns:a16="http://schemas.microsoft.com/office/drawing/2014/main" id="{D48C379E-C0F0-A349-BA37-3AA7EDCCE098}"/>
              </a:ext>
            </a:extLst>
          </p:cNvPr>
          <p:cNvGrpSpPr/>
          <p:nvPr/>
        </p:nvGrpSpPr>
        <p:grpSpPr>
          <a:xfrm>
            <a:off x="12395260" y="2242606"/>
            <a:ext cx="1681523" cy="1615827"/>
            <a:chOff x="12395260" y="2295907"/>
            <a:chExt cx="1681523" cy="1615827"/>
          </a:xfrm>
        </p:grpSpPr>
        <p:sp>
          <p:nvSpPr>
            <p:cNvPr id="29" name="textruta 12">
              <a:extLst>
                <a:ext uri="{FF2B5EF4-FFF2-40B4-BE49-F238E27FC236}">
                  <a16:creationId xmlns:a16="http://schemas.microsoft.com/office/drawing/2014/main" id="{EDEAC18E-1F79-894F-9A7D-891063734CC3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30" name="Picture 9">
              <a:extLst>
                <a:ext uri="{FF2B5EF4-FFF2-40B4-BE49-F238E27FC236}">
                  <a16:creationId xmlns:a16="http://schemas.microsoft.com/office/drawing/2014/main" id="{9EBF6898-871E-F74B-8165-C41604E810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31" name="Oval 4">
              <a:extLst>
                <a:ext uri="{FF2B5EF4-FFF2-40B4-BE49-F238E27FC236}">
                  <a16:creationId xmlns:a16="http://schemas.microsoft.com/office/drawing/2014/main" id="{FB0417FB-63BE-C946-8EB4-C71B4AA3F8EA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32" name="Connector: Elbow 131">
              <a:extLst>
                <a:ext uri="{FF2B5EF4-FFF2-40B4-BE49-F238E27FC236}">
                  <a16:creationId xmlns:a16="http://schemas.microsoft.com/office/drawing/2014/main" id="{7BC381B0-A758-0441-9013-2678A56D0CE8}"/>
                </a:ext>
              </a:extLst>
            </p:cNvPr>
            <p:cNvCxnSpPr>
              <a:cxnSpLocks/>
              <a:endCxn id="31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890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10EEB-026B-624F-B6F1-A4EE7D04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496284-BBBE-FC43-A8C1-0187A646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82F59-E8EB-034F-AF22-0C3E2A3B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25EA46-4837-9A44-9D1D-6A3C9DE378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0" y="1576320"/>
            <a:ext cx="2635450" cy="3397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F6C89B0-928B-2843-BC76-BF445238AF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0291" y="1576320"/>
            <a:ext cx="2635450" cy="3397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E7F306-E7D5-B94F-B45A-114422DD60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4574" y="1576320"/>
            <a:ext cx="2635450" cy="3397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3E7753AA-026D-5E49-AE83-2516FE3C8A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8857" y="1576320"/>
            <a:ext cx="2635450" cy="3397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C6D35D3-BA34-A64E-AF70-745CE5705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600" y="5051425"/>
            <a:ext cx="2635250" cy="908800"/>
          </a:xfrm>
        </p:spPr>
        <p:txBody>
          <a:bodyPr/>
          <a:lstStyle>
            <a:lvl1pPr marL="0" indent="0">
              <a:buNone/>
              <a:defRPr sz="1800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BD9600A-9970-054D-BAD3-B942655E04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50291" y="5051425"/>
            <a:ext cx="2635250" cy="908800"/>
          </a:xfrm>
        </p:spPr>
        <p:txBody>
          <a:bodyPr/>
          <a:lstStyle>
            <a:lvl1pPr marL="0" indent="0">
              <a:buNone/>
              <a:defRPr sz="1800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725D3B3F-125D-EF4B-8BEE-1B1358D91E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4574" y="5051425"/>
            <a:ext cx="2635250" cy="908800"/>
          </a:xfrm>
        </p:spPr>
        <p:txBody>
          <a:bodyPr/>
          <a:lstStyle>
            <a:lvl1pPr marL="0" indent="0">
              <a:buNone/>
              <a:defRPr sz="1800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10480ECB-C057-6747-8007-DE8DB86780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78857" y="5051425"/>
            <a:ext cx="2635250" cy="908800"/>
          </a:xfrm>
        </p:spPr>
        <p:txBody>
          <a:bodyPr/>
          <a:lstStyle>
            <a:lvl1pPr marL="0" indent="0">
              <a:buNone/>
              <a:defRPr sz="1800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985765-0CAC-CC47-A2E7-7D4D00737BE7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29" name="Frihandsfigur 74">
              <a:extLst>
                <a:ext uri="{FF2B5EF4-FFF2-40B4-BE49-F238E27FC236}">
                  <a16:creationId xmlns:a16="http://schemas.microsoft.com/office/drawing/2014/main" id="{577E1916-3B44-2641-A87B-E95EC418DFE1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ihandsfigur 75">
              <a:extLst>
                <a:ext uri="{FF2B5EF4-FFF2-40B4-BE49-F238E27FC236}">
                  <a16:creationId xmlns:a16="http://schemas.microsoft.com/office/drawing/2014/main" id="{CE7D8E6C-31B6-4C49-9EFB-EA2B7E2662E2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ihandsfigur 76">
              <a:extLst>
                <a:ext uri="{FF2B5EF4-FFF2-40B4-BE49-F238E27FC236}">
                  <a16:creationId xmlns:a16="http://schemas.microsoft.com/office/drawing/2014/main" id="{BA32960F-E22A-E44B-AA6E-860ED099006B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ihandsfigur 78">
              <a:extLst>
                <a:ext uri="{FF2B5EF4-FFF2-40B4-BE49-F238E27FC236}">
                  <a16:creationId xmlns:a16="http://schemas.microsoft.com/office/drawing/2014/main" id="{835FD9A5-85FD-2246-856C-67F019831ABB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ihandsfigur 79">
              <a:extLst>
                <a:ext uri="{FF2B5EF4-FFF2-40B4-BE49-F238E27FC236}">
                  <a16:creationId xmlns:a16="http://schemas.microsoft.com/office/drawing/2014/main" id="{295CC68E-8ECC-5644-A13A-1D089C4632A3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ihandsfigur 80">
              <a:extLst>
                <a:ext uri="{FF2B5EF4-FFF2-40B4-BE49-F238E27FC236}">
                  <a16:creationId xmlns:a16="http://schemas.microsoft.com/office/drawing/2014/main" id="{0DE8049A-2DE4-0348-95D0-5F3C00653FE3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C146784-F5A8-0048-BF68-AFE21B1154A0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82400" y="2034000"/>
            <a:ext cx="2635200" cy="2797200"/>
          </a:xfrm>
        </p:spPr>
        <p:txBody>
          <a:bodyPr/>
          <a:lstStyle>
            <a:lvl1pPr marL="180000" indent="-180000">
              <a:spcAft>
                <a:spcPts val="200"/>
              </a:spcAft>
              <a:defRPr sz="1400"/>
            </a:lvl1pPr>
            <a:lvl2pPr marL="358775" indent="-179388">
              <a:spcAft>
                <a:spcPts val="200"/>
              </a:spcAft>
              <a:tabLst/>
              <a:defRPr sz="1400"/>
            </a:lvl2pPr>
            <a:lvl3pPr marL="540000" indent="-180000">
              <a:spcAft>
                <a:spcPts val="200"/>
              </a:spcAft>
              <a:defRPr sz="1200"/>
            </a:lvl3pPr>
            <a:lvl4pPr marL="720000" indent="-180000">
              <a:spcAft>
                <a:spcPts val="200"/>
              </a:spcAft>
              <a:defRPr sz="1200"/>
            </a:lvl4pPr>
            <a:lvl5pPr marL="900000" indent="-180000">
              <a:spcAft>
                <a:spcPts val="200"/>
              </a:spcAft>
              <a:defRPr sz="120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E0B7307A-45A7-7C47-8E57-A57CA8A579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11229265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36" name="Group 42">
            <a:extLst>
              <a:ext uri="{FF2B5EF4-FFF2-40B4-BE49-F238E27FC236}">
                <a16:creationId xmlns:a16="http://schemas.microsoft.com/office/drawing/2014/main" id="{8C611093-13C4-EA44-92FC-8FAC5A6DD043}"/>
              </a:ext>
            </a:extLst>
          </p:cNvPr>
          <p:cNvGrpSpPr/>
          <p:nvPr/>
        </p:nvGrpSpPr>
        <p:grpSpPr>
          <a:xfrm>
            <a:off x="12395260" y="0"/>
            <a:ext cx="1681523" cy="1615827"/>
            <a:chOff x="12395260" y="2295907"/>
            <a:chExt cx="1681523" cy="1615827"/>
          </a:xfrm>
        </p:grpSpPr>
        <p:sp>
          <p:nvSpPr>
            <p:cNvPr id="37" name="textruta 12">
              <a:extLst>
                <a:ext uri="{FF2B5EF4-FFF2-40B4-BE49-F238E27FC236}">
                  <a16:creationId xmlns:a16="http://schemas.microsoft.com/office/drawing/2014/main" id="{F8CCA06E-95EC-F949-9680-8A8F976CF7F7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41" name="Picture 9">
              <a:extLst>
                <a:ext uri="{FF2B5EF4-FFF2-40B4-BE49-F238E27FC236}">
                  <a16:creationId xmlns:a16="http://schemas.microsoft.com/office/drawing/2014/main" id="{61431F89-B3DE-054B-AD56-991318CB9F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42" name="Oval 4">
              <a:extLst>
                <a:ext uri="{FF2B5EF4-FFF2-40B4-BE49-F238E27FC236}">
                  <a16:creationId xmlns:a16="http://schemas.microsoft.com/office/drawing/2014/main" id="{58AB2A29-BF9C-5F4D-83E1-EB3076FA71D5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43" name="Connector: Elbow 131">
              <a:extLst>
                <a:ext uri="{FF2B5EF4-FFF2-40B4-BE49-F238E27FC236}">
                  <a16:creationId xmlns:a16="http://schemas.microsoft.com/office/drawing/2014/main" id="{3F6F24FF-04C4-3940-9218-79081C023FFB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Content Placeholder 11">
            <a:extLst>
              <a:ext uri="{FF2B5EF4-FFF2-40B4-BE49-F238E27FC236}">
                <a16:creationId xmlns:a16="http://schemas.microsoft.com/office/drawing/2014/main" id="{2505E1FD-0332-1147-9D33-3D76C1702ADC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350291" y="2034000"/>
            <a:ext cx="2635200" cy="2797200"/>
          </a:xfrm>
        </p:spPr>
        <p:txBody>
          <a:bodyPr/>
          <a:lstStyle>
            <a:lvl1pPr marL="180000" indent="-180000">
              <a:spcAft>
                <a:spcPts val="200"/>
              </a:spcAft>
              <a:defRPr sz="1400"/>
            </a:lvl1pPr>
            <a:lvl2pPr marL="358775" indent="-179388">
              <a:spcAft>
                <a:spcPts val="200"/>
              </a:spcAft>
              <a:tabLst/>
              <a:defRPr sz="1400"/>
            </a:lvl2pPr>
            <a:lvl3pPr marL="540000" indent="-180000">
              <a:spcAft>
                <a:spcPts val="200"/>
              </a:spcAft>
              <a:defRPr sz="1200"/>
            </a:lvl3pPr>
            <a:lvl4pPr marL="720000" indent="-180000">
              <a:spcAft>
                <a:spcPts val="200"/>
              </a:spcAft>
              <a:defRPr sz="1200"/>
            </a:lvl4pPr>
            <a:lvl5pPr marL="900000" indent="-180000">
              <a:spcAft>
                <a:spcPts val="200"/>
              </a:spcAft>
              <a:defRPr sz="120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5" name="Content Placeholder 11">
            <a:extLst>
              <a:ext uri="{FF2B5EF4-FFF2-40B4-BE49-F238E27FC236}">
                <a16:creationId xmlns:a16="http://schemas.microsoft.com/office/drawing/2014/main" id="{FCA9FE82-40C3-BE43-A2E2-0FBB5D5AEDD1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14574" y="2034000"/>
            <a:ext cx="2635200" cy="2797200"/>
          </a:xfrm>
        </p:spPr>
        <p:txBody>
          <a:bodyPr/>
          <a:lstStyle>
            <a:lvl1pPr marL="180000" indent="-180000">
              <a:spcAft>
                <a:spcPts val="200"/>
              </a:spcAft>
              <a:defRPr sz="1400"/>
            </a:lvl1pPr>
            <a:lvl2pPr marL="358775" indent="-179388">
              <a:spcAft>
                <a:spcPts val="200"/>
              </a:spcAft>
              <a:tabLst/>
              <a:defRPr sz="1400"/>
            </a:lvl2pPr>
            <a:lvl3pPr marL="540000" indent="-180000">
              <a:spcAft>
                <a:spcPts val="200"/>
              </a:spcAft>
              <a:defRPr sz="1200"/>
            </a:lvl3pPr>
            <a:lvl4pPr marL="720000" indent="-180000">
              <a:spcAft>
                <a:spcPts val="200"/>
              </a:spcAft>
              <a:defRPr sz="1200"/>
            </a:lvl4pPr>
            <a:lvl5pPr marL="900000" indent="-180000">
              <a:spcAft>
                <a:spcPts val="200"/>
              </a:spcAft>
              <a:defRPr sz="120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6" name="Content Placeholder 11">
            <a:extLst>
              <a:ext uri="{FF2B5EF4-FFF2-40B4-BE49-F238E27FC236}">
                <a16:creationId xmlns:a16="http://schemas.microsoft.com/office/drawing/2014/main" id="{E811BB84-6AC9-B04B-8E06-A81B895477EE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078857" y="2034000"/>
            <a:ext cx="2635200" cy="2797200"/>
          </a:xfrm>
        </p:spPr>
        <p:txBody>
          <a:bodyPr/>
          <a:lstStyle>
            <a:lvl1pPr marL="180000" indent="-180000">
              <a:spcAft>
                <a:spcPts val="200"/>
              </a:spcAft>
              <a:defRPr sz="1400"/>
            </a:lvl1pPr>
            <a:lvl2pPr marL="358775" indent="-179388">
              <a:spcAft>
                <a:spcPts val="200"/>
              </a:spcAft>
              <a:tabLst/>
              <a:defRPr sz="1400"/>
            </a:lvl2pPr>
            <a:lvl3pPr marL="540000" indent="-180000">
              <a:spcAft>
                <a:spcPts val="200"/>
              </a:spcAft>
              <a:defRPr sz="1200"/>
            </a:lvl3pPr>
            <a:lvl4pPr marL="720000" indent="-180000">
              <a:spcAft>
                <a:spcPts val="200"/>
              </a:spcAft>
              <a:defRPr sz="1200"/>
            </a:lvl4pPr>
            <a:lvl5pPr marL="900000" indent="-180000">
              <a:spcAft>
                <a:spcPts val="200"/>
              </a:spcAft>
              <a:defRPr sz="120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371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10EEB-026B-624F-B6F1-A4EE7D04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496284-BBBE-FC43-A8C1-0187A646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82F59-E8EB-034F-AF22-0C3E2A3B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25EA46-4837-9A44-9D1D-6A3C9DE378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0" y="1576320"/>
            <a:ext cx="2635450" cy="3397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F6C89B0-928B-2843-BC76-BF445238AF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0291" y="1576320"/>
            <a:ext cx="2635450" cy="3397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E7F306-E7D5-B94F-B45A-114422DD60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4574" y="1576320"/>
            <a:ext cx="2635450" cy="3397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3E7753AA-026D-5E49-AE83-2516FE3C8A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8857" y="1576320"/>
            <a:ext cx="2635450" cy="3397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C6D35D3-BA34-A64E-AF70-745CE57053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600" y="5051425"/>
            <a:ext cx="2635250" cy="908800"/>
          </a:xfrm>
        </p:spPr>
        <p:txBody>
          <a:bodyPr/>
          <a:lstStyle>
            <a:lvl1pPr marL="0" indent="0">
              <a:buNone/>
              <a:defRPr sz="1800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BD9600A-9970-054D-BAD3-B942655E04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50291" y="5051425"/>
            <a:ext cx="2635250" cy="908800"/>
          </a:xfrm>
        </p:spPr>
        <p:txBody>
          <a:bodyPr/>
          <a:lstStyle>
            <a:lvl1pPr marL="0" indent="0">
              <a:buNone/>
              <a:defRPr sz="1800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725D3B3F-125D-EF4B-8BEE-1B1358D91E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4574" y="5051425"/>
            <a:ext cx="2635250" cy="908800"/>
          </a:xfrm>
        </p:spPr>
        <p:txBody>
          <a:bodyPr/>
          <a:lstStyle>
            <a:lvl1pPr marL="0" indent="0">
              <a:buNone/>
              <a:defRPr sz="1800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10480ECB-C057-6747-8007-DE8DB86780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78857" y="5051425"/>
            <a:ext cx="2635250" cy="908800"/>
          </a:xfrm>
        </p:spPr>
        <p:txBody>
          <a:bodyPr/>
          <a:lstStyle>
            <a:lvl1pPr marL="0" indent="0">
              <a:buNone/>
              <a:defRPr sz="1800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985765-0CAC-CC47-A2E7-7D4D00737BE7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29" name="Frihandsfigur 74">
              <a:extLst>
                <a:ext uri="{FF2B5EF4-FFF2-40B4-BE49-F238E27FC236}">
                  <a16:creationId xmlns:a16="http://schemas.microsoft.com/office/drawing/2014/main" id="{577E1916-3B44-2641-A87B-E95EC418DFE1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ihandsfigur 75">
              <a:extLst>
                <a:ext uri="{FF2B5EF4-FFF2-40B4-BE49-F238E27FC236}">
                  <a16:creationId xmlns:a16="http://schemas.microsoft.com/office/drawing/2014/main" id="{CE7D8E6C-31B6-4C49-9EFB-EA2B7E2662E2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ihandsfigur 76">
              <a:extLst>
                <a:ext uri="{FF2B5EF4-FFF2-40B4-BE49-F238E27FC236}">
                  <a16:creationId xmlns:a16="http://schemas.microsoft.com/office/drawing/2014/main" id="{BA32960F-E22A-E44B-AA6E-860ED099006B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ihandsfigur 78">
              <a:extLst>
                <a:ext uri="{FF2B5EF4-FFF2-40B4-BE49-F238E27FC236}">
                  <a16:creationId xmlns:a16="http://schemas.microsoft.com/office/drawing/2014/main" id="{835FD9A5-85FD-2246-856C-67F019831ABB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ihandsfigur 79">
              <a:extLst>
                <a:ext uri="{FF2B5EF4-FFF2-40B4-BE49-F238E27FC236}">
                  <a16:creationId xmlns:a16="http://schemas.microsoft.com/office/drawing/2014/main" id="{295CC68E-8ECC-5644-A13A-1D089C4632A3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ihandsfigur 80">
              <a:extLst>
                <a:ext uri="{FF2B5EF4-FFF2-40B4-BE49-F238E27FC236}">
                  <a16:creationId xmlns:a16="http://schemas.microsoft.com/office/drawing/2014/main" id="{0DE8049A-2DE4-0348-95D0-5F3C00653FE3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E0B7307A-45A7-7C47-8E57-A57CA8A579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11229265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36" name="Group 42">
            <a:extLst>
              <a:ext uri="{FF2B5EF4-FFF2-40B4-BE49-F238E27FC236}">
                <a16:creationId xmlns:a16="http://schemas.microsoft.com/office/drawing/2014/main" id="{8C611093-13C4-EA44-92FC-8FAC5A6DD043}"/>
              </a:ext>
            </a:extLst>
          </p:cNvPr>
          <p:cNvGrpSpPr/>
          <p:nvPr/>
        </p:nvGrpSpPr>
        <p:grpSpPr>
          <a:xfrm>
            <a:off x="12395260" y="0"/>
            <a:ext cx="1681523" cy="1615827"/>
            <a:chOff x="12395260" y="2295907"/>
            <a:chExt cx="1681523" cy="1615827"/>
          </a:xfrm>
        </p:grpSpPr>
        <p:sp>
          <p:nvSpPr>
            <p:cNvPr id="37" name="textruta 12">
              <a:extLst>
                <a:ext uri="{FF2B5EF4-FFF2-40B4-BE49-F238E27FC236}">
                  <a16:creationId xmlns:a16="http://schemas.microsoft.com/office/drawing/2014/main" id="{F8CCA06E-95EC-F949-9680-8A8F976CF7F7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41" name="Picture 9">
              <a:extLst>
                <a:ext uri="{FF2B5EF4-FFF2-40B4-BE49-F238E27FC236}">
                  <a16:creationId xmlns:a16="http://schemas.microsoft.com/office/drawing/2014/main" id="{61431F89-B3DE-054B-AD56-991318CB9F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42" name="Oval 4">
              <a:extLst>
                <a:ext uri="{FF2B5EF4-FFF2-40B4-BE49-F238E27FC236}">
                  <a16:creationId xmlns:a16="http://schemas.microsoft.com/office/drawing/2014/main" id="{58AB2A29-BF9C-5F4D-83E1-EB3076FA71D5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43" name="Connector: Elbow 131">
              <a:extLst>
                <a:ext uri="{FF2B5EF4-FFF2-40B4-BE49-F238E27FC236}">
                  <a16:creationId xmlns:a16="http://schemas.microsoft.com/office/drawing/2014/main" id="{3F6F24FF-04C4-3940-9218-79081C023FFB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6C3AC3D-4CF7-E44E-9714-68FD32A7D97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82400" y="2034000"/>
            <a:ext cx="2635250" cy="2797175"/>
          </a:xfrm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44" name="Picture Placeholder 5">
            <a:extLst>
              <a:ext uri="{FF2B5EF4-FFF2-40B4-BE49-F238E27FC236}">
                <a16:creationId xmlns:a16="http://schemas.microsoft.com/office/drawing/2014/main" id="{FF44E2D0-DA5B-A146-BB30-E727B7BB433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350291" y="2034000"/>
            <a:ext cx="2635250" cy="2797175"/>
          </a:xfrm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45" name="Picture Placeholder 5">
            <a:extLst>
              <a:ext uri="{FF2B5EF4-FFF2-40B4-BE49-F238E27FC236}">
                <a16:creationId xmlns:a16="http://schemas.microsoft.com/office/drawing/2014/main" id="{CF423E48-2B1F-774F-94C7-C0A8A3F579B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214574" y="2034000"/>
            <a:ext cx="2635250" cy="2797175"/>
          </a:xfrm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46" name="Picture Placeholder 5">
            <a:extLst>
              <a:ext uri="{FF2B5EF4-FFF2-40B4-BE49-F238E27FC236}">
                <a16:creationId xmlns:a16="http://schemas.microsoft.com/office/drawing/2014/main" id="{2FBC2B09-64BD-8A44-B83D-EA3537203C8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78857" y="2034000"/>
            <a:ext cx="2635250" cy="2797175"/>
          </a:xfrm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273045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large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B6A9689-AFC5-C34E-BB9F-FC43842579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2778" y="2"/>
            <a:ext cx="5984875" cy="6857999"/>
          </a:xfrm>
          <a:custGeom>
            <a:avLst/>
            <a:gdLst>
              <a:gd name="connsiteX0" fmla="*/ 4840264 w 5984875"/>
              <a:gd name="connsiteY0" fmla="*/ 6426573 h 6857999"/>
              <a:gd name="connsiteX1" fmla="*/ 4838045 w 5984875"/>
              <a:gd name="connsiteY1" fmla="*/ 6437746 h 6857999"/>
              <a:gd name="connsiteX2" fmla="*/ 4848033 w 5984875"/>
              <a:gd name="connsiteY2" fmla="*/ 6447128 h 6857999"/>
              <a:gd name="connsiteX3" fmla="*/ 4819434 w 5984875"/>
              <a:gd name="connsiteY3" fmla="*/ 6591094 h 6857999"/>
              <a:gd name="connsiteX4" fmla="*/ 4805690 w 5984875"/>
              <a:gd name="connsiteY4" fmla="*/ 6603802 h 6857999"/>
              <a:gd name="connsiteX5" fmla="*/ 4803470 w 5984875"/>
              <a:gd name="connsiteY5" fmla="*/ 6615060 h 6857999"/>
              <a:gd name="connsiteX6" fmla="*/ 4879705 w 5984875"/>
              <a:gd name="connsiteY6" fmla="*/ 6615060 h 6857999"/>
              <a:gd name="connsiteX7" fmla="*/ 4881925 w 5984875"/>
              <a:gd name="connsiteY7" fmla="*/ 6603802 h 6857999"/>
              <a:gd name="connsiteX8" fmla="*/ 4871424 w 5984875"/>
              <a:gd name="connsiteY8" fmla="*/ 6594421 h 6857999"/>
              <a:gd name="connsiteX9" fmla="*/ 4890461 w 5984875"/>
              <a:gd name="connsiteY9" fmla="*/ 6498386 h 6857999"/>
              <a:gd name="connsiteX10" fmla="*/ 4973184 w 5984875"/>
              <a:gd name="connsiteY10" fmla="*/ 6614975 h 6857999"/>
              <a:gd name="connsiteX11" fmla="*/ 5032772 w 5984875"/>
              <a:gd name="connsiteY11" fmla="*/ 6614975 h 6857999"/>
              <a:gd name="connsiteX12" fmla="*/ 5065981 w 5984875"/>
              <a:gd name="connsiteY12" fmla="*/ 6447042 h 6857999"/>
              <a:gd name="connsiteX13" fmla="*/ 5076481 w 5984875"/>
              <a:gd name="connsiteY13" fmla="*/ 6437831 h 6857999"/>
              <a:gd name="connsiteX14" fmla="*/ 5078701 w 5984875"/>
              <a:gd name="connsiteY14" fmla="*/ 6426573 h 6857999"/>
              <a:gd name="connsiteX15" fmla="*/ 5008186 w 5984875"/>
              <a:gd name="connsiteY15" fmla="*/ 6426573 h 6857999"/>
              <a:gd name="connsiteX16" fmla="*/ 5005966 w 5984875"/>
              <a:gd name="connsiteY16" fmla="*/ 6437831 h 6857999"/>
              <a:gd name="connsiteX17" fmla="*/ 5013308 w 5984875"/>
              <a:gd name="connsiteY17" fmla="*/ 6446701 h 6857999"/>
              <a:gd name="connsiteX18" fmla="*/ 4996405 w 5984875"/>
              <a:gd name="connsiteY18" fmla="*/ 6531989 h 6857999"/>
              <a:gd name="connsiteX19" fmla="*/ 4920426 w 5984875"/>
              <a:gd name="connsiteY19" fmla="*/ 6426573 h 6857999"/>
              <a:gd name="connsiteX20" fmla="*/ 5425471 w 5984875"/>
              <a:gd name="connsiteY20" fmla="*/ 6422479 h 6857999"/>
              <a:gd name="connsiteX21" fmla="*/ 5295282 w 5984875"/>
              <a:gd name="connsiteY21" fmla="*/ 6511606 h 6857999"/>
              <a:gd name="connsiteX22" fmla="*/ 5381676 w 5984875"/>
              <a:gd name="connsiteY22" fmla="*/ 6618813 h 6857999"/>
              <a:gd name="connsiteX23" fmla="*/ 5463545 w 5984875"/>
              <a:gd name="connsiteY23" fmla="*/ 6614890 h 6857999"/>
              <a:gd name="connsiteX24" fmla="*/ 5478570 w 5984875"/>
              <a:gd name="connsiteY24" fmla="*/ 6554165 h 6857999"/>
              <a:gd name="connsiteX25" fmla="*/ 5465679 w 5984875"/>
              <a:gd name="connsiteY25" fmla="*/ 6554165 h 6857999"/>
              <a:gd name="connsiteX26" fmla="*/ 5392347 w 5984875"/>
              <a:gd name="connsiteY26" fmla="*/ 6568493 h 6857999"/>
              <a:gd name="connsiteX27" fmla="*/ 5354614 w 5984875"/>
              <a:gd name="connsiteY27" fmla="*/ 6512544 h 6857999"/>
              <a:gd name="connsiteX28" fmla="*/ 5418385 w 5984875"/>
              <a:gd name="connsiteY28" fmla="*/ 6471691 h 6857999"/>
              <a:gd name="connsiteX29" fmla="*/ 5473533 w 5984875"/>
              <a:gd name="connsiteY29" fmla="*/ 6486702 h 6857999"/>
              <a:gd name="connsiteX30" fmla="*/ 5486851 w 5984875"/>
              <a:gd name="connsiteY30" fmla="*/ 6486702 h 6857999"/>
              <a:gd name="connsiteX31" fmla="*/ 5498888 w 5984875"/>
              <a:gd name="connsiteY31" fmla="*/ 6428791 h 6857999"/>
              <a:gd name="connsiteX32" fmla="*/ 5425471 w 5984875"/>
              <a:gd name="connsiteY32" fmla="*/ 6422479 h 6857999"/>
              <a:gd name="connsiteX33" fmla="*/ 5213670 w 5984875"/>
              <a:gd name="connsiteY33" fmla="*/ 6422479 h 6857999"/>
              <a:gd name="connsiteX34" fmla="*/ 5083481 w 5984875"/>
              <a:gd name="connsiteY34" fmla="*/ 6511606 h 6857999"/>
              <a:gd name="connsiteX35" fmla="*/ 5169875 w 5984875"/>
              <a:gd name="connsiteY35" fmla="*/ 6618813 h 6857999"/>
              <a:gd name="connsiteX36" fmla="*/ 5251744 w 5984875"/>
              <a:gd name="connsiteY36" fmla="*/ 6614890 h 6857999"/>
              <a:gd name="connsiteX37" fmla="*/ 5266769 w 5984875"/>
              <a:gd name="connsiteY37" fmla="*/ 6554165 h 6857999"/>
              <a:gd name="connsiteX38" fmla="*/ 5253878 w 5984875"/>
              <a:gd name="connsiteY38" fmla="*/ 6554165 h 6857999"/>
              <a:gd name="connsiteX39" fmla="*/ 5180546 w 5984875"/>
              <a:gd name="connsiteY39" fmla="*/ 6568493 h 6857999"/>
              <a:gd name="connsiteX40" fmla="*/ 5142813 w 5984875"/>
              <a:gd name="connsiteY40" fmla="*/ 6512544 h 6857999"/>
              <a:gd name="connsiteX41" fmla="*/ 5206584 w 5984875"/>
              <a:gd name="connsiteY41" fmla="*/ 6471691 h 6857999"/>
              <a:gd name="connsiteX42" fmla="*/ 5261732 w 5984875"/>
              <a:gd name="connsiteY42" fmla="*/ 6486702 h 6857999"/>
              <a:gd name="connsiteX43" fmla="*/ 5275050 w 5984875"/>
              <a:gd name="connsiteY43" fmla="*/ 6486702 h 6857999"/>
              <a:gd name="connsiteX44" fmla="*/ 5287087 w 5984875"/>
              <a:gd name="connsiteY44" fmla="*/ 6428791 h 6857999"/>
              <a:gd name="connsiteX45" fmla="*/ 5213670 w 5984875"/>
              <a:gd name="connsiteY45" fmla="*/ 6422479 h 6857999"/>
              <a:gd name="connsiteX46" fmla="*/ 5674749 w 5984875"/>
              <a:gd name="connsiteY46" fmla="*/ 6407980 h 6857999"/>
              <a:gd name="connsiteX47" fmla="*/ 5628564 w 5984875"/>
              <a:gd name="connsiteY47" fmla="*/ 6442095 h 6857999"/>
              <a:gd name="connsiteX48" fmla="*/ 5691310 w 5984875"/>
              <a:gd name="connsiteY48" fmla="*/ 6498641 h 6857999"/>
              <a:gd name="connsiteX49" fmla="*/ 5256098 w 5984875"/>
              <a:gd name="connsiteY49" fmla="*/ 6345890 h 6857999"/>
              <a:gd name="connsiteX50" fmla="*/ 5563598 w 5984875"/>
              <a:gd name="connsiteY50" fmla="*/ 6406871 h 6857999"/>
              <a:gd name="connsiteX51" fmla="*/ 5499827 w 5984875"/>
              <a:gd name="connsiteY51" fmla="*/ 6525763 h 6857999"/>
              <a:gd name="connsiteX52" fmla="*/ 5743898 w 5984875"/>
              <a:gd name="connsiteY52" fmla="*/ 6345890 h 6857999"/>
              <a:gd name="connsiteX53" fmla="*/ 5647687 w 5984875"/>
              <a:gd name="connsiteY53" fmla="*/ 6263672 h 6857999"/>
              <a:gd name="connsiteX54" fmla="*/ 5605685 w 5984875"/>
              <a:gd name="connsiteY54" fmla="*/ 6337276 h 6857999"/>
              <a:gd name="connsiteX55" fmla="*/ 5661602 w 5984875"/>
              <a:gd name="connsiteY55" fmla="*/ 6337276 h 6857999"/>
              <a:gd name="connsiteX56" fmla="*/ 0 w 5984875"/>
              <a:gd name="connsiteY56" fmla="*/ 0 h 6857999"/>
              <a:gd name="connsiteX57" fmla="*/ 5984875 w 5984875"/>
              <a:gd name="connsiteY57" fmla="*/ 0 h 6857999"/>
              <a:gd name="connsiteX58" fmla="*/ 5984875 w 5984875"/>
              <a:gd name="connsiteY58" fmla="*/ 6857999 h 6857999"/>
              <a:gd name="connsiteX59" fmla="*/ 0 w 5984875"/>
              <a:gd name="connsiteY5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984875" h="6857999">
                <a:moveTo>
                  <a:pt x="4840264" y="6426573"/>
                </a:moveTo>
                <a:lnTo>
                  <a:pt x="4838045" y="6437746"/>
                </a:lnTo>
                <a:cubicBezTo>
                  <a:pt x="4847008" y="6437746"/>
                  <a:pt x="4849399" y="6439964"/>
                  <a:pt x="4848033" y="6447128"/>
                </a:cubicBezTo>
                <a:cubicBezTo>
                  <a:pt x="4848033" y="6447128"/>
                  <a:pt x="4822507" y="6577363"/>
                  <a:pt x="4819434" y="6591094"/>
                </a:cubicBezTo>
                <a:cubicBezTo>
                  <a:pt x="4817129" y="6601158"/>
                  <a:pt x="4817129" y="6603632"/>
                  <a:pt x="4805690" y="6603802"/>
                </a:cubicBezTo>
                <a:lnTo>
                  <a:pt x="4803470" y="6615060"/>
                </a:lnTo>
                <a:lnTo>
                  <a:pt x="4879705" y="6615060"/>
                </a:lnTo>
                <a:lnTo>
                  <a:pt x="4881925" y="6603802"/>
                </a:lnTo>
                <a:cubicBezTo>
                  <a:pt x="4873814" y="6603802"/>
                  <a:pt x="4870058" y="6601414"/>
                  <a:pt x="4871424" y="6594421"/>
                </a:cubicBezTo>
                <a:lnTo>
                  <a:pt x="4890461" y="6498386"/>
                </a:lnTo>
                <a:lnTo>
                  <a:pt x="4973184" y="6614975"/>
                </a:lnTo>
                <a:lnTo>
                  <a:pt x="5032772" y="6614975"/>
                </a:lnTo>
                <a:lnTo>
                  <a:pt x="5065981" y="6447042"/>
                </a:lnTo>
                <a:cubicBezTo>
                  <a:pt x="5067262" y="6440390"/>
                  <a:pt x="5068713" y="6437831"/>
                  <a:pt x="5076481" y="6437831"/>
                </a:cubicBezTo>
                <a:lnTo>
                  <a:pt x="5078701" y="6426573"/>
                </a:lnTo>
                <a:lnTo>
                  <a:pt x="5008186" y="6426573"/>
                </a:lnTo>
                <a:lnTo>
                  <a:pt x="5005966" y="6437831"/>
                </a:lnTo>
                <a:cubicBezTo>
                  <a:pt x="5012796" y="6437831"/>
                  <a:pt x="5014418" y="6440902"/>
                  <a:pt x="5013308" y="6446701"/>
                </a:cubicBezTo>
                <a:lnTo>
                  <a:pt x="4996405" y="6531989"/>
                </a:lnTo>
                <a:lnTo>
                  <a:pt x="4920426" y="6426573"/>
                </a:lnTo>
                <a:close/>
                <a:moveTo>
                  <a:pt x="5425471" y="6422479"/>
                </a:moveTo>
                <a:cubicBezTo>
                  <a:pt x="5330711" y="6424697"/>
                  <a:pt x="5309283" y="6455315"/>
                  <a:pt x="5295282" y="6511606"/>
                </a:cubicBezTo>
                <a:cubicBezTo>
                  <a:pt x="5280514" y="6570796"/>
                  <a:pt x="5291441" y="6618813"/>
                  <a:pt x="5381676" y="6618813"/>
                </a:cubicBezTo>
                <a:cubicBezTo>
                  <a:pt x="5407970" y="6618813"/>
                  <a:pt x="5463545" y="6614890"/>
                  <a:pt x="5463545" y="6614890"/>
                </a:cubicBezTo>
                <a:lnTo>
                  <a:pt x="5478570" y="6554165"/>
                </a:lnTo>
                <a:lnTo>
                  <a:pt x="5465679" y="6554165"/>
                </a:lnTo>
                <a:cubicBezTo>
                  <a:pt x="5463545" y="6564655"/>
                  <a:pt x="5452020" y="6568493"/>
                  <a:pt x="5392347" y="6568493"/>
                </a:cubicBezTo>
                <a:cubicBezTo>
                  <a:pt x="5357004" y="6568493"/>
                  <a:pt x="5341467" y="6564826"/>
                  <a:pt x="5354614" y="6512544"/>
                </a:cubicBezTo>
                <a:cubicBezTo>
                  <a:pt x="5361614" y="6484655"/>
                  <a:pt x="5375700" y="6472714"/>
                  <a:pt x="5418385" y="6471691"/>
                </a:cubicBezTo>
                <a:cubicBezTo>
                  <a:pt x="5469350" y="6470497"/>
                  <a:pt x="5475412" y="6477149"/>
                  <a:pt x="5473533" y="6486702"/>
                </a:cubicBezTo>
                <a:lnTo>
                  <a:pt x="5486851" y="6486702"/>
                </a:lnTo>
                <a:lnTo>
                  <a:pt x="5498888" y="6428791"/>
                </a:lnTo>
                <a:cubicBezTo>
                  <a:pt x="5498888" y="6428791"/>
                  <a:pt x="5455350" y="6421712"/>
                  <a:pt x="5425471" y="6422479"/>
                </a:cubicBezTo>
                <a:close/>
                <a:moveTo>
                  <a:pt x="5213670" y="6422479"/>
                </a:moveTo>
                <a:cubicBezTo>
                  <a:pt x="5118910" y="6424697"/>
                  <a:pt x="5097482" y="6455315"/>
                  <a:pt x="5083481" y="6511606"/>
                </a:cubicBezTo>
                <a:cubicBezTo>
                  <a:pt x="5068713" y="6570796"/>
                  <a:pt x="5079640" y="6618813"/>
                  <a:pt x="5169875" y="6618813"/>
                </a:cubicBezTo>
                <a:cubicBezTo>
                  <a:pt x="5196169" y="6618813"/>
                  <a:pt x="5251744" y="6614890"/>
                  <a:pt x="5251744" y="6614890"/>
                </a:cubicBezTo>
                <a:lnTo>
                  <a:pt x="5266769" y="6554165"/>
                </a:lnTo>
                <a:lnTo>
                  <a:pt x="5253878" y="6554165"/>
                </a:lnTo>
                <a:cubicBezTo>
                  <a:pt x="5251915" y="6564740"/>
                  <a:pt x="5240219" y="6568493"/>
                  <a:pt x="5180546" y="6568493"/>
                </a:cubicBezTo>
                <a:cubicBezTo>
                  <a:pt x="5145203" y="6568493"/>
                  <a:pt x="5129666" y="6564826"/>
                  <a:pt x="5142813" y="6512544"/>
                </a:cubicBezTo>
                <a:cubicBezTo>
                  <a:pt x="5149813" y="6484655"/>
                  <a:pt x="5163899" y="6472714"/>
                  <a:pt x="5206584" y="6471691"/>
                </a:cubicBezTo>
                <a:cubicBezTo>
                  <a:pt x="5257549" y="6470497"/>
                  <a:pt x="5263611" y="6477149"/>
                  <a:pt x="5261732" y="6486702"/>
                </a:cubicBezTo>
                <a:lnTo>
                  <a:pt x="5275050" y="6486702"/>
                </a:lnTo>
                <a:lnTo>
                  <a:pt x="5287087" y="6428791"/>
                </a:lnTo>
                <a:cubicBezTo>
                  <a:pt x="5287087" y="6428791"/>
                  <a:pt x="5243549" y="6421712"/>
                  <a:pt x="5213670" y="6422479"/>
                </a:cubicBezTo>
                <a:close/>
                <a:moveTo>
                  <a:pt x="5674749" y="6407980"/>
                </a:moveTo>
                <a:lnTo>
                  <a:pt x="5628564" y="6442095"/>
                </a:lnTo>
                <a:lnTo>
                  <a:pt x="5691310" y="6498641"/>
                </a:lnTo>
                <a:close/>
                <a:moveTo>
                  <a:pt x="5256098" y="6345890"/>
                </a:moveTo>
                <a:lnTo>
                  <a:pt x="5563598" y="6406871"/>
                </a:lnTo>
                <a:lnTo>
                  <a:pt x="5499827" y="6525763"/>
                </a:lnTo>
                <a:lnTo>
                  <a:pt x="5743898" y="6345890"/>
                </a:lnTo>
                <a:close/>
                <a:moveTo>
                  <a:pt x="5647687" y="6263672"/>
                </a:moveTo>
                <a:lnTo>
                  <a:pt x="5605685" y="6337276"/>
                </a:lnTo>
                <a:lnTo>
                  <a:pt x="5661602" y="6337276"/>
                </a:lnTo>
                <a:close/>
                <a:moveTo>
                  <a:pt x="0" y="0"/>
                </a:moveTo>
                <a:lnTo>
                  <a:pt x="5984875" y="0"/>
                </a:lnTo>
                <a:lnTo>
                  <a:pt x="598487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790A85A8-6950-EA4D-8633-5296EB7E69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176738" cy="6858000"/>
          </a:xfrm>
          <a:solidFill>
            <a:schemeClr val="bg2"/>
          </a:solidFill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BB8E8BCB-7075-1347-82D1-36DA1A44B6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9375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grpSp>
        <p:nvGrpSpPr>
          <p:cNvPr id="14" name="Group 7">
            <a:extLst>
              <a:ext uri="{FF2B5EF4-FFF2-40B4-BE49-F238E27FC236}">
                <a16:creationId xmlns:a16="http://schemas.microsoft.com/office/drawing/2014/main" id="{28D2520E-C1A9-9C4A-AF6D-7BAB466DE788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15" name="textruta 5">
              <a:extLst>
                <a:ext uri="{FF2B5EF4-FFF2-40B4-BE49-F238E27FC236}">
                  <a16:creationId xmlns:a16="http://schemas.microsoft.com/office/drawing/2014/main" id="{AF5DC38B-9E7E-C948-B4B9-A6382C58C4E1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16" name="textruta 8">
              <a:extLst>
                <a:ext uri="{FF2B5EF4-FFF2-40B4-BE49-F238E27FC236}">
                  <a16:creationId xmlns:a16="http://schemas.microsoft.com/office/drawing/2014/main" id="{07167E95-B433-B542-A201-84B20B0FBFA2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ktangel 9">
              <a:extLst>
                <a:ext uri="{FF2B5EF4-FFF2-40B4-BE49-F238E27FC236}">
                  <a16:creationId xmlns:a16="http://schemas.microsoft.com/office/drawing/2014/main" id="{6BAC64F4-5940-044E-B609-B058C9004745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Rektangel 10">
              <a:extLst>
                <a:ext uri="{FF2B5EF4-FFF2-40B4-BE49-F238E27FC236}">
                  <a16:creationId xmlns:a16="http://schemas.microsoft.com/office/drawing/2014/main" id="{A6AFB9FA-AB3E-AA49-910E-D6309BC1E7CF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B1AB648-0F73-BD49-B7BB-582782E7C6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6537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</p:spTree>
    <p:extLst>
      <p:ext uri="{BB962C8B-B14F-4D97-AF65-F5344CB8AC3E}">
        <p14:creationId xmlns:p14="http://schemas.microsoft.com/office/powerpoint/2010/main" val="2306766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large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B6A9689-AFC5-C34E-BB9F-FC43842579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2778" y="2"/>
            <a:ext cx="5984875" cy="6857999"/>
          </a:xfrm>
          <a:custGeom>
            <a:avLst/>
            <a:gdLst>
              <a:gd name="connsiteX0" fmla="*/ 4840264 w 5984875"/>
              <a:gd name="connsiteY0" fmla="*/ 6426573 h 6857999"/>
              <a:gd name="connsiteX1" fmla="*/ 4838045 w 5984875"/>
              <a:gd name="connsiteY1" fmla="*/ 6437746 h 6857999"/>
              <a:gd name="connsiteX2" fmla="*/ 4848033 w 5984875"/>
              <a:gd name="connsiteY2" fmla="*/ 6447128 h 6857999"/>
              <a:gd name="connsiteX3" fmla="*/ 4819434 w 5984875"/>
              <a:gd name="connsiteY3" fmla="*/ 6591094 h 6857999"/>
              <a:gd name="connsiteX4" fmla="*/ 4805690 w 5984875"/>
              <a:gd name="connsiteY4" fmla="*/ 6603802 h 6857999"/>
              <a:gd name="connsiteX5" fmla="*/ 4803470 w 5984875"/>
              <a:gd name="connsiteY5" fmla="*/ 6615060 h 6857999"/>
              <a:gd name="connsiteX6" fmla="*/ 4879705 w 5984875"/>
              <a:gd name="connsiteY6" fmla="*/ 6615060 h 6857999"/>
              <a:gd name="connsiteX7" fmla="*/ 4881925 w 5984875"/>
              <a:gd name="connsiteY7" fmla="*/ 6603802 h 6857999"/>
              <a:gd name="connsiteX8" fmla="*/ 4871424 w 5984875"/>
              <a:gd name="connsiteY8" fmla="*/ 6594421 h 6857999"/>
              <a:gd name="connsiteX9" fmla="*/ 4890461 w 5984875"/>
              <a:gd name="connsiteY9" fmla="*/ 6498386 h 6857999"/>
              <a:gd name="connsiteX10" fmla="*/ 4973184 w 5984875"/>
              <a:gd name="connsiteY10" fmla="*/ 6614975 h 6857999"/>
              <a:gd name="connsiteX11" fmla="*/ 5032772 w 5984875"/>
              <a:gd name="connsiteY11" fmla="*/ 6614975 h 6857999"/>
              <a:gd name="connsiteX12" fmla="*/ 5065981 w 5984875"/>
              <a:gd name="connsiteY12" fmla="*/ 6447042 h 6857999"/>
              <a:gd name="connsiteX13" fmla="*/ 5076481 w 5984875"/>
              <a:gd name="connsiteY13" fmla="*/ 6437831 h 6857999"/>
              <a:gd name="connsiteX14" fmla="*/ 5078701 w 5984875"/>
              <a:gd name="connsiteY14" fmla="*/ 6426573 h 6857999"/>
              <a:gd name="connsiteX15" fmla="*/ 5008186 w 5984875"/>
              <a:gd name="connsiteY15" fmla="*/ 6426573 h 6857999"/>
              <a:gd name="connsiteX16" fmla="*/ 5005966 w 5984875"/>
              <a:gd name="connsiteY16" fmla="*/ 6437831 h 6857999"/>
              <a:gd name="connsiteX17" fmla="*/ 5013308 w 5984875"/>
              <a:gd name="connsiteY17" fmla="*/ 6446701 h 6857999"/>
              <a:gd name="connsiteX18" fmla="*/ 4996405 w 5984875"/>
              <a:gd name="connsiteY18" fmla="*/ 6531989 h 6857999"/>
              <a:gd name="connsiteX19" fmla="*/ 4920426 w 5984875"/>
              <a:gd name="connsiteY19" fmla="*/ 6426573 h 6857999"/>
              <a:gd name="connsiteX20" fmla="*/ 5425471 w 5984875"/>
              <a:gd name="connsiteY20" fmla="*/ 6422479 h 6857999"/>
              <a:gd name="connsiteX21" fmla="*/ 5295282 w 5984875"/>
              <a:gd name="connsiteY21" fmla="*/ 6511606 h 6857999"/>
              <a:gd name="connsiteX22" fmla="*/ 5381676 w 5984875"/>
              <a:gd name="connsiteY22" fmla="*/ 6618813 h 6857999"/>
              <a:gd name="connsiteX23" fmla="*/ 5463545 w 5984875"/>
              <a:gd name="connsiteY23" fmla="*/ 6614890 h 6857999"/>
              <a:gd name="connsiteX24" fmla="*/ 5478570 w 5984875"/>
              <a:gd name="connsiteY24" fmla="*/ 6554165 h 6857999"/>
              <a:gd name="connsiteX25" fmla="*/ 5465679 w 5984875"/>
              <a:gd name="connsiteY25" fmla="*/ 6554165 h 6857999"/>
              <a:gd name="connsiteX26" fmla="*/ 5392347 w 5984875"/>
              <a:gd name="connsiteY26" fmla="*/ 6568493 h 6857999"/>
              <a:gd name="connsiteX27" fmla="*/ 5354614 w 5984875"/>
              <a:gd name="connsiteY27" fmla="*/ 6512544 h 6857999"/>
              <a:gd name="connsiteX28" fmla="*/ 5418385 w 5984875"/>
              <a:gd name="connsiteY28" fmla="*/ 6471691 h 6857999"/>
              <a:gd name="connsiteX29" fmla="*/ 5473533 w 5984875"/>
              <a:gd name="connsiteY29" fmla="*/ 6486702 h 6857999"/>
              <a:gd name="connsiteX30" fmla="*/ 5486851 w 5984875"/>
              <a:gd name="connsiteY30" fmla="*/ 6486702 h 6857999"/>
              <a:gd name="connsiteX31" fmla="*/ 5498888 w 5984875"/>
              <a:gd name="connsiteY31" fmla="*/ 6428791 h 6857999"/>
              <a:gd name="connsiteX32" fmla="*/ 5425471 w 5984875"/>
              <a:gd name="connsiteY32" fmla="*/ 6422479 h 6857999"/>
              <a:gd name="connsiteX33" fmla="*/ 5213670 w 5984875"/>
              <a:gd name="connsiteY33" fmla="*/ 6422479 h 6857999"/>
              <a:gd name="connsiteX34" fmla="*/ 5083481 w 5984875"/>
              <a:gd name="connsiteY34" fmla="*/ 6511606 h 6857999"/>
              <a:gd name="connsiteX35" fmla="*/ 5169875 w 5984875"/>
              <a:gd name="connsiteY35" fmla="*/ 6618813 h 6857999"/>
              <a:gd name="connsiteX36" fmla="*/ 5251744 w 5984875"/>
              <a:gd name="connsiteY36" fmla="*/ 6614890 h 6857999"/>
              <a:gd name="connsiteX37" fmla="*/ 5266769 w 5984875"/>
              <a:gd name="connsiteY37" fmla="*/ 6554165 h 6857999"/>
              <a:gd name="connsiteX38" fmla="*/ 5253878 w 5984875"/>
              <a:gd name="connsiteY38" fmla="*/ 6554165 h 6857999"/>
              <a:gd name="connsiteX39" fmla="*/ 5180546 w 5984875"/>
              <a:gd name="connsiteY39" fmla="*/ 6568493 h 6857999"/>
              <a:gd name="connsiteX40" fmla="*/ 5142813 w 5984875"/>
              <a:gd name="connsiteY40" fmla="*/ 6512544 h 6857999"/>
              <a:gd name="connsiteX41" fmla="*/ 5206584 w 5984875"/>
              <a:gd name="connsiteY41" fmla="*/ 6471691 h 6857999"/>
              <a:gd name="connsiteX42" fmla="*/ 5261732 w 5984875"/>
              <a:gd name="connsiteY42" fmla="*/ 6486702 h 6857999"/>
              <a:gd name="connsiteX43" fmla="*/ 5275050 w 5984875"/>
              <a:gd name="connsiteY43" fmla="*/ 6486702 h 6857999"/>
              <a:gd name="connsiteX44" fmla="*/ 5287087 w 5984875"/>
              <a:gd name="connsiteY44" fmla="*/ 6428791 h 6857999"/>
              <a:gd name="connsiteX45" fmla="*/ 5213670 w 5984875"/>
              <a:gd name="connsiteY45" fmla="*/ 6422479 h 6857999"/>
              <a:gd name="connsiteX46" fmla="*/ 5674749 w 5984875"/>
              <a:gd name="connsiteY46" fmla="*/ 6407980 h 6857999"/>
              <a:gd name="connsiteX47" fmla="*/ 5628564 w 5984875"/>
              <a:gd name="connsiteY47" fmla="*/ 6442095 h 6857999"/>
              <a:gd name="connsiteX48" fmla="*/ 5691310 w 5984875"/>
              <a:gd name="connsiteY48" fmla="*/ 6498641 h 6857999"/>
              <a:gd name="connsiteX49" fmla="*/ 5256098 w 5984875"/>
              <a:gd name="connsiteY49" fmla="*/ 6345890 h 6857999"/>
              <a:gd name="connsiteX50" fmla="*/ 5563598 w 5984875"/>
              <a:gd name="connsiteY50" fmla="*/ 6406871 h 6857999"/>
              <a:gd name="connsiteX51" fmla="*/ 5499827 w 5984875"/>
              <a:gd name="connsiteY51" fmla="*/ 6525763 h 6857999"/>
              <a:gd name="connsiteX52" fmla="*/ 5743898 w 5984875"/>
              <a:gd name="connsiteY52" fmla="*/ 6345890 h 6857999"/>
              <a:gd name="connsiteX53" fmla="*/ 5647687 w 5984875"/>
              <a:gd name="connsiteY53" fmla="*/ 6263672 h 6857999"/>
              <a:gd name="connsiteX54" fmla="*/ 5605685 w 5984875"/>
              <a:gd name="connsiteY54" fmla="*/ 6337276 h 6857999"/>
              <a:gd name="connsiteX55" fmla="*/ 5661602 w 5984875"/>
              <a:gd name="connsiteY55" fmla="*/ 6337276 h 6857999"/>
              <a:gd name="connsiteX56" fmla="*/ 0 w 5984875"/>
              <a:gd name="connsiteY56" fmla="*/ 0 h 6857999"/>
              <a:gd name="connsiteX57" fmla="*/ 5984875 w 5984875"/>
              <a:gd name="connsiteY57" fmla="*/ 0 h 6857999"/>
              <a:gd name="connsiteX58" fmla="*/ 5984875 w 5984875"/>
              <a:gd name="connsiteY58" fmla="*/ 6857999 h 6857999"/>
              <a:gd name="connsiteX59" fmla="*/ 0 w 5984875"/>
              <a:gd name="connsiteY5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984875" h="6857999">
                <a:moveTo>
                  <a:pt x="4840264" y="6426573"/>
                </a:moveTo>
                <a:lnTo>
                  <a:pt x="4838045" y="6437746"/>
                </a:lnTo>
                <a:cubicBezTo>
                  <a:pt x="4847008" y="6437746"/>
                  <a:pt x="4849399" y="6439964"/>
                  <a:pt x="4848033" y="6447128"/>
                </a:cubicBezTo>
                <a:cubicBezTo>
                  <a:pt x="4848033" y="6447128"/>
                  <a:pt x="4822507" y="6577363"/>
                  <a:pt x="4819434" y="6591094"/>
                </a:cubicBezTo>
                <a:cubicBezTo>
                  <a:pt x="4817129" y="6601158"/>
                  <a:pt x="4817129" y="6603632"/>
                  <a:pt x="4805690" y="6603802"/>
                </a:cubicBezTo>
                <a:lnTo>
                  <a:pt x="4803470" y="6615060"/>
                </a:lnTo>
                <a:lnTo>
                  <a:pt x="4879705" y="6615060"/>
                </a:lnTo>
                <a:lnTo>
                  <a:pt x="4881925" y="6603802"/>
                </a:lnTo>
                <a:cubicBezTo>
                  <a:pt x="4873814" y="6603802"/>
                  <a:pt x="4870058" y="6601414"/>
                  <a:pt x="4871424" y="6594421"/>
                </a:cubicBezTo>
                <a:lnTo>
                  <a:pt x="4890461" y="6498386"/>
                </a:lnTo>
                <a:lnTo>
                  <a:pt x="4973184" y="6614975"/>
                </a:lnTo>
                <a:lnTo>
                  <a:pt x="5032772" y="6614975"/>
                </a:lnTo>
                <a:lnTo>
                  <a:pt x="5065981" y="6447042"/>
                </a:lnTo>
                <a:cubicBezTo>
                  <a:pt x="5067262" y="6440390"/>
                  <a:pt x="5068713" y="6437831"/>
                  <a:pt x="5076481" y="6437831"/>
                </a:cubicBezTo>
                <a:lnTo>
                  <a:pt x="5078701" y="6426573"/>
                </a:lnTo>
                <a:lnTo>
                  <a:pt x="5008186" y="6426573"/>
                </a:lnTo>
                <a:lnTo>
                  <a:pt x="5005966" y="6437831"/>
                </a:lnTo>
                <a:cubicBezTo>
                  <a:pt x="5012796" y="6437831"/>
                  <a:pt x="5014418" y="6440902"/>
                  <a:pt x="5013308" y="6446701"/>
                </a:cubicBezTo>
                <a:lnTo>
                  <a:pt x="4996405" y="6531989"/>
                </a:lnTo>
                <a:lnTo>
                  <a:pt x="4920426" y="6426573"/>
                </a:lnTo>
                <a:close/>
                <a:moveTo>
                  <a:pt x="5425471" y="6422479"/>
                </a:moveTo>
                <a:cubicBezTo>
                  <a:pt x="5330711" y="6424697"/>
                  <a:pt x="5309283" y="6455315"/>
                  <a:pt x="5295282" y="6511606"/>
                </a:cubicBezTo>
                <a:cubicBezTo>
                  <a:pt x="5280514" y="6570796"/>
                  <a:pt x="5291441" y="6618813"/>
                  <a:pt x="5381676" y="6618813"/>
                </a:cubicBezTo>
                <a:cubicBezTo>
                  <a:pt x="5407970" y="6618813"/>
                  <a:pt x="5463545" y="6614890"/>
                  <a:pt x="5463545" y="6614890"/>
                </a:cubicBezTo>
                <a:lnTo>
                  <a:pt x="5478570" y="6554165"/>
                </a:lnTo>
                <a:lnTo>
                  <a:pt x="5465679" y="6554165"/>
                </a:lnTo>
                <a:cubicBezTo>
                  <a:pt x="5463545" y="6564655"/>
                  <a:pt x="5452020" y="6568493"/>
                  <a:pt x="5392347" y="6568493"/>
                </a:cubicBezTo>
                <a:cubicBezTo>
                  <a:pt x="5357004" y="6568493"/>
                  <a:pt x="5341467" y="6564826"/>
                  <a:pt x="5354614" y="6512544"/>
                </a:cubicBezTo>
                <a:cubicBezTo>
                  <a:pt x="5361614" y="6484655"/>
                  <a:pt x="5375700" y="6472714"/>
                  <a:pt x="5418385" y="6471691"/>
                </a:cubicBezTo>
                <a:cubicBezTo>
                  <a:pt x="5469350" y="6470497"/>
                  <a:pt x="5475412" y="6477149"/>
                  <a:pt x="5473533" y="6486702"/>
                </a:cubicBezTo>
                <a:lnTo>
                  <a:pt x="5486851" y="6486702"/>
                </a:lnTo>
                <a:lnTo>
                  <a:pt x="5498888" y="6428791"/>
                </a:lnTo>
                <a:cubicBezTo>
                  <a:pt x="5498888" y="6428791"/>
                  <a:pt x="5455350" y="6421712"/>
                  <a:pt x="5425471" y="6422479"/>
                </a:cubicBezTo>
                <a:close/>
                <a:moveTo>
                  <a:pt x="5213670" y="6422479"/>
                </a:moveTo>
                <a:cubicBezTo>
                  <a:pt x="5118910" y="6424697"/>
                  <a:pt x="5097482" y="6455315"/>
                  <a:pt x="5083481" y="6511606"/>
                </a:cubicBezTo>
                <a:cubicBezTo>
                  <a:pt x="5068713" y="6570796"/>
                  <a:pt x="5079640" y="6618813"/>
                  <a:pt x="5169875" y="6618813"/>
                </a:cubicBezTo>
                <a:cubicBezTo>
                  <a:pt x="5196169" y="6618813"/>
                  <a:pt x="5251744" y="6614890"/>
                  <a:pt x="5251744" y="6614890"/>
                </a:cubicBezTo>
                <a:lnTo>
                  <a:pt x="5266769" y="6554165"/>
                </a:lnTo>
                <a:lnTo>
                  <a:pt x="5253878" y="6554165"/>
                </a:lnTo>
                <a:cubicBezTo>
                  <a:pt x="5251915" y="6564740"/>
                  <a:pt x="5240219" y="6568493"/>
                  <a:pt x="5180546" y="6568493"/>
                </a:cubicBezTo>
                <a:cubicBezTo>
                  <a:pt x="5145203" y="6568493"/>
                  <a:pt x="5129666" y="6564826"/>
                  <a:pt x="5142813" y="6512544"/>
                </a:cubicBezTo>
                <a:cubicBezTo>
                  <a:pt x="5149813" y="6484655"/>
                  <a:pt x="5163899" y="6472714"/>
                  <a:pt x="5206584" y="6471691"/>
                </a:cubicBezTo>
                <a:cubicBezTo>
                  <a:pt x="5257549" y="6470497"/>
                  <a:pt x="5263611" y="6477149"/>
                  <a:pt x="5261732" y="6486702"/>
                </a:cubicBezTo>
                <a:lnTo>
                  <a:pt x="5275050" y="6486702"/>
                </a:lnTo>
                <a:lnTo>
                  <a:pt x="5287087" y="6428791"/>
                </a:lnTo>
                <a:cubicBezTo>
                  <a:pt x="5287087" y="6428791"/>
                  <a:pt x="5243549" y="6421712"/>
                  <a:pt x="5213670" y="6422479"/>
                </a:cubicBezTo>
                <a:close/>
                <a:moveTo>
                  <a:pt x="5674749" y="6407980"/>
                </a:moveTo>
                <a:lnTo>
                  <a:pt x="5628564" y="6442095"/>
                </a:lnTo>
                <a:lnTo>
                  <a:pt x="5691310" y="6498641"/>
                </a:lnTo>
                <a:close/>
                <a:moveTo>
                  <a:pt x="5256098" y="6345890"/>
                </a:moveTo>
                <a:lnTo>
                  <a:pt x="5563598" y="6406871"/>
                </a:lnTo>
                <a:lnTo>
                  <a:pt x="5499827" y="6525763"/>
                </a:lnTo>
                <a:lnTo>
                  <a:pt x="5743898" y="6345890"/>
                </a:lnTo>
                <a:close/>
                <a:moveTo>
                  <a:pt x="5647687" y="6263672"/>
                </a:moveTo>
                <a:lnTo>
                  <a:pt x="5605685" y="6337276"/>
                </a:lnTo>
                <a:lnTo>
                  <a:pt x="5661602" y="6337276"/>
                </a:lnTo>
                <a:close/>
                <a:moveTo>
                  <a:pt x="0" y="0"/>
                </a:moveTo>
                <a:lnTo>
                  <a:pt x="5984875" y="0"/>
                </a:lnTo>
                <a:lnTo>
                  <a:pt x="598487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790A85A8-6950-EA4D-8633-5296EB7E69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176738" cy="3409948"/>
          </a:xfrm>
          <a:solidFill>
            <a:schemeClr val="bg2"/>
          </a:solidFill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4B18EBE8-5281-5A4A-88A9-48DD8712442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448052"/>
            <a:ext cx="6176738" cy="3409948"/>
          </a:xfrm>
          <a:solidFill>
            <a:schemeClr val="bg2"/>
          </a:solidFill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B1AB648-0F73-BD49-B7BB-582782E7C6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6537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8468C79-908B-F345-9ED9-F95D33374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6537" y="3045489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BB8E8BCB-7075-1347-82D1-36DA1A44B6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9375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grpSp>
        <p:nvGrpSpPr>
          <p:cNvPr id="14" name="Group 7">
            <a:extLst>
              <a:ext uri="{FF2B5EF4-FFF2-40B4-BE49-F238E27FC236}">
                <a16:creationId xmlns:a16="http://schemas.microsoft.com/office/drawing/2014/main" id="{28D2520E-C1A9-9C4A-AF6D-7BAB466DE788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15" name="textruta 5">
              <a:extLst>
                <a:ext uri="{FF2B5EF4-FFF2-40B4-BE49-F238E27FC236}">
                  <a16:creationId xmlns:a16="http://schemas.microsoft.com/office/drawing/2014/main" id="{AF5DC38B-9E7E-C948-B4B9-A6382C58C4E1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16" name="textruta 8">
              <a:extLst>
                <a:ext uri="{FF2B5EF4-FFF2-40B4-BE49-F238E27FC236}">
                  <a16:creationId xmlns:a16="http://schemas.microsoft.com/office/drawing/2014/main" id="{07167E95-B433-B542-A201-84B20B0FBFA2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ktangel 9">
              <a:extLst>
                <a:ext uri="{FF2B5EF4-FFF2-40B4-BE49-F238E27FC236}">
                  <a16:creationId xmlns:a16="http://schemas.microsoft.com/office/drawing/2014/main" id="{6BAC64F4-5940-044E-B609-B058C9004745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Rektangel 10">
              <a:extLst>
                <a:ext uri="{FF2B5EF4-FFF2-40B4-BE49-F238E27FC236}">
                  <a16:creationId xmlns:a16="http://schemas.microsoft.com/office/drawing/2014/main" id="{A6AFB9FA-AB3E-AA49-910E-D6309BC1E7CF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</p:spTree>
    <p:extLst>
      <p:ext uri="{BB962C8B-B14F-4D97-AF65-F5344CB8AC3E}">
        <p14:creationId xmlns:p14="http://schemas.microsoft.com/office/powerpoint/2010/main" val="63924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2D16B61-84B2-9340-A414-7C3B315942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12191999" cy="6857999"/>
          </a:xfrm>
          <a:custGeom>
            <a:avLst/>
            <a:gdLst>
              <a:gd name="connsiteX0" fmla="*/ 11053041 w 12191999"/>
              <a:gd name="connsiteY0" fmla="*/ 6426573 h 6857999"/>
              <a:gd name="connsiteX1" fmla="*/ 11050822 w 12191999"/>
              <a:gd name="connsiteY1" fmla="*/ 6437746 h 6857999"/>
              <a:gd name="connsiteX2" fmla="*/ 11060810 w 12191999"/>
              <a:gd name="connsiteY2" fmla="*/ 6447128 h 6857999"/>
              <a:gd name="connsiteX3" fmla="*/ 11032211 w 12191999"/>
              <a:gd name="connsiteY3" fmla="*/ 6591094 h 6857999"/>
              <a:gd name="connsiteX4" fmla="*/ 11018467 w 12191999"/>
              <a:gd name="connsiteY4" fmla="*/ 6603802 h 6857999"/>
              <a:gd name="connsiteX5" fmla="*/ 11016247 w 12191999"/>
              <a:gd name="connsiteY5" fmla="*/ 6615060 h 6857999"/>
              <a:gd name="connsiteX6" fmla="*/ 11092482 w 12191999"/>
              <a:gd name="connsiteY6" fmla="*/ 6615060 h 6857999"/>
              <a:gd name="connsiteX7" fmla="*/ 11094702 w 12191999"/>
              <a:gd name="connsiteY7" fmla="*/ 6603802 h 6857999"/>
              <a:gd name="connsiteX8" fmla="*/ 11084201 w 12191999"/>
              <a:gd name="connsiteY8" fmla="*/ 6594421 h 6857999"/>
              <a:gd name="connsiteX9" fmla="*/ 11103238 w 12191999"/>
              <a:gd name="connsiteY9" fmla="*/ 6498386 h 6857999"/>
              <a:gd name="connsiteX10" fmla="*/ 11185961 w 12191999"/>
              <a:gd name="connsiteY10" fmla="*/ 6614975 h 6857999"/>
              <a:gd name="connsiteX11" fmla="*/ 11245549 w 12191999"/>
              <a:gd name="connsiteY11" fmla="*/ 6614975 h 6857999"/>
              <a:gd name="connsiteX12" fmla="*/ 11278758 w 12191999"/>
              <a:gd name="connsiteY12" fmla="*/ 6447042 h 6857999"/>
              <a:gd name="connsiteX13" fmla="*/ 11289258 w 12191999"/>
              <a:gd name="connsiteY13" fmla="*/ 6437831 h 6857999"/>
              <a:gd name="connsiteX14" fmla="*/ 11291478 w 12191999"/>
              <a:gd name="connsiteY14" fmla="*/ 6426573 h 6857999"/>
              <a:gd name="connsiteX15" fmla="*/ 11220963 w 12191999"/>
              <a:gd name="connsiteY15" fmla="*/ 6426573 h 6857999"/>
              <a:gd name="connsiteX16" fmla="*/ 11218743 w 12191999"/>
              <a:gd name="connsiteY16" fmla="*/ 6437831 h 6857999"/>
              <a:gd name="connsiteX17" fmla="*/ 11226085 w 12191999"/>
              <a:gd name="connsiteY17" fmla="*/ 6446701 h 6857999"/>
              <a:gd name="connsiteX18" fmla="*/ 11209182 w 12191999"/>
              <a:gd name="connsiteY18" fmla="*/ 6531989 h 6857999"/>
              <a:gd name="connsiteX19" fmla="*/ 11133203 w 12191999"/>
              <a:gd name="connsiteY19" fmla="*/ 6426573 h 6857999"/>
              <a:gd name="connsiteX20" fmla="*/ 11638248 w 12191999"/>
              <a:gd name="connsiteY20" fmla="*/ 6422479 h 6857999"/>
              <a:gd name="connsiteX21" fmla="*/ 11508059 w 12191999"/>
              <a:gd name="connsiteY21" fmla="*/ 6511606 h 6857999"/>
              <a:gd name="connsiteX22" fmla="*/ 11594453 w 12191999"/>
              <a:gd name="connsiteY22" fmla="*/ 6618813 h 6857999"/>
              <a:gd name="connsiteX23" fmla="*/ 11676322 w 12191999"/>
              <a:gd name="connsiteY23" fmla="*/ 6614890 h 6857999"/>
              <a:gd name="connsiteX24" fmla="*/ 11691347 w 12191999"/>
              <a:gd name="connsiteY24" fmla="*/ 6554165 h 6857999"/>
              <a:gd name="connsiteX25" fmla="*/ 11678456 w 12191999"/>
              <a:gd name="connsiteY25" fmla="*/ 6554165 h 6857999"/>
              <a:gd name="connsiteX26" fmla="*/ 11605124 w 12191999"/>
              <a:gd name="connsiteY26" fmla="*/ 6568493 h 6857999"/>
              <a:gd name="connsiteX27" fmla="*/ 11567391 w 12191999"/>
              <a:gd name="connsiteY27" fmla="*/ 6512544 h 6857999"/>
              <a:gd name="connsiteX28" fmla="*/ 11631162 w 12191999"/>
              <a:gd name="connsiteY28" fmla="*/ 6471691 h 6857999"/>
              <a:gd name="connsiteX29" fmla="*/ 11686310 w 12191999"/>
              <a:gd name="connsiteY29" fmla="*/ 6486702 h 6857999"/>
              <a:gd name="connsiteX30" fmla="*/ 11699628 w 12191999"/>
              <a:gd name="connsiteY30" fmla="*/ 6486702 h 6857999"/>
              <a:gd name="connsiteX31" fmla="*/ 11711665 w 12191999"/>
              <a:gd name="connsiteY31" fmla="*/ 6428791 h 6857999"/>
              <a:gd name="connsiteX32" fmla="*/ 11638248 w 12191999"/>
              <a:gd name="connsiteY32" fmla="*/ 6422479 h 6857999"/>
              <a:gd name="connsiteX33" fmla="*/ 11426447 w 12191999"/>
              <a:gd name="connsiteY33" fmla="*/ 6422479 h 6857999"/>
              <a:gd name="connsiteX34" fmla="*/ 11296258 w 12191999"/>
              <a:gd name="connsiteY34" fmla="*/ 6511606 h 6857999"/>
              <a:gd name="connsiteX35" fmla="*/ 11382652 w 12191999"/>
              <a:gd name="connsiteY35" fmla="*/ 6618813 h 6857999"/>
              <a:gd name="connsiteX36" fmla="*/ 11464521 w 12191999"/>
              <a:gd name="connsiteY36" fmla="*/ 6614890 h 6857999"/>
              <a:gd name="connsiteX37" fmla="*/ 11479546 w 12191999"/>
              <a:gd name="connsiteY37" fmla="*/ 6554165 h 6857999"/>
              <a:gd name="connsiteX38" fmla="*/ 11466655 w 12191999"/>
              <a:gd name="connsiteY38" fmla="*/ 6554165 h 6857999"/>
              <a:gd name="connsiteX39" fmla="*/ 11393323 w 12191999"/>
              <a:gd name="connsiteY39" fmla="*/ 6568493 h 6857999"/>
              <a:gd name="connsiteX40" fmla="*/ 11355590 w 12191999"/>
              <a:gd name="connsiteY40" fmla="*/ 6512544 h 6857999"/>
              <a:gd name="connsiteX41" fmla="*/ 11419361 w 12191999"/>
              <a:gd name="connsiteY41" fmla="*/ 6471691 h 6857999"/>
              <a:gd name="connsiteX42" fmla="*/ 11474509 w 12191999"/>
              <a:gd name="connsiteY42" fmla="*/ 6486702 h 6857999"/>
              <a:gd name="connsiteX43" fmla="*/ 11487827 w 12191999"/>
              <a:gd name="connsiteY43" fmla="*/ 6486702 h 6857999"/>
              <a:gd name="connsiteX44" fmla="*/ 11499864 w 12191999"/>
              <a:gd name="connsiteY44" fmla="*/ 6428791 h 6857999"/>
              <a:gd name="connsiteX45" fmla="*/ 11426447 w 12191999"/>
              <a:gd name="connsiteY45" fmla="*/ 6422479 h 6857999"/>
              <a:gd name="connsiteX46" fmla="*/ 11887526 w 12191999"/>
              <a:gd name="connsiteY46" fmla="*/ 6407980 h 6857999"/>
              <a:gd name="connsiteX47" fmla="*/ 11841341 w 12191999"/>
              <a:gd name="connsiteY47" fmla="*/ 6442095 h 6857999"/>
              <a:gd name="connsiteX48" fmla="*/ 11904087 w 12191999"/>
              <a:gd name="connsiteY48" fmla="*/ 6498641 h 6857999"/>
              <a:gd name="connsiteX49" fmla="*/ 11468875 w 12191999"/>
              <a:gd name="connsiteY49" fmla="*/ 6345890 h 6857999"/>
              <a:gd name="connsiteX50" fmla="*/ 11776375 w 12191999"/>
              <a:gd name="connsiteY50" fmla="*/ 6406871 h 6857999"/>
              <a:gd name="connsiteX51" fmla="*/ 11712604 w 12191999"/>
              <a:gd name="connsiteY51" fmla="*/ 6525763 h 6857999"/>
              <a:gd name="connsiteX52" fmla="*/ 11956675 w 12191999"/>
              <a:gd name="connsiteY52" fmla="*/ 6345890 h 6857999"/>
              <a:gd name="connsiteX53" fmla="*/ 11860464 w 12191999"/>
              <a:gd name="connsiteY53" fmla="*/ 6263672 h 6857999"/>
              <a:gd name="connsiteX54" fmla="*/ 11818462 w 12191999"/>
              <a:gd name="connsiteY54" fmla="*/ 6337276 h 6857999"/>
              <a:gd name="connsiteX55" fmla="*/ 11874379 w 12191999"/>
              <a:gd name="connsiteY55" fmla="*/ 6337276 h 6857999"/>
              <a:gd name="connsiteX56" fmla="*/ 0 w 12191999"/>
              <a:gd name="connsiteY56" fmla="*/ 0 h 6857999"/>
              <a:gd name="connsiteX57" fmla="*/ 12191999 w 12191999"/>
              <a:gd name="connsiteY57" fmla="*/ 0 h 6857999"/>
              <a:gd name="connsiteX58" fmla="*/ 12191999 w 12191999"/>
              <a:gd name="connsiteY58" fmla="*/ 6857999 h 6857999"/>
              <a:gd name="connsiteX59" fmla="*/ 0 w 12191999"/>
              <a:gd name="connsiteY5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999" h="6857999">
                <a:moveTo>
                  <a:pt x="11053041" y="6426573"/>
                </a:moveTo>
                <a:lnTo>
                  <a:pt x="11050822" y="6437746"/>
                </a:lnTo>
                <a:cubicBezTo>
                  <a:pt x="11059785" y="6437746"/>
                  <a:pt x="11062176" y="6439964"/>
                  <a:pt x="11060810" y="6447128"/>
                </a:cubicBezTo>
                <a:cubicBezTo>
                  <a:pt x="11060810" y="6447128"/>
                  <a:pt x="11035284" y="6577363"/>
                  <a:pt x="11032211" y="6591094"/>
                </a:cubicBezTo>
                <a:cubicBezTo>
                  <a:pt x="11029906" y="6601158"/>
                  <a:pt x="11029906" y="6603632"/>
                  <a:pt x="11018467" y="6603802"/>
                </a:cubicBezTo>
                <a:lnTo>
                  <a:pt x="11016247" y="6615060"/>
                </a:lnTo>
                <a:lnTo>
                  <a:pt x="11092482" y="6615060"/>
                </a:lnTo>
                <a:lnTo>
                  <a:pt x="11094702" y="6603802"/>
                </a:lnTo>
                <a:cubicBezTo>
                  <a:pt x="11086591" y="6603802"/>
                  <a:pt x="11082835" y="6601414"/>
                  <a:pt x="11084201" y="6594421"/>
                </a:cubicBezTo>
                <a:lnTo>
                  <a:pt x="11103238" y="6498386"/>
                </a:lnTo>
                <a:lnTo>
                  <a:pt x="11185961" y="6614975"/>
                </a:lnTo>
                <a:lnTo>
                  <a:pt x="11245549" y="6614975"/>
                </a:lnTo>
                <a:lnTo>
                  <a:pt x="11278758" y="6447042"/>
                </a:lnTo>
                <a:cubicBezTo>
                  <a:pt x="11280039" y="6440390"/>
                  <a:pt x="11281490" y="6437831"/>
                  <a:pt x="11289258" y="6437831"/>
                </a:cubicBezTo>
                <a:lnTo>
                  <a:pt x="11291478" y="6426573"/>
                </a:lnTo>
                <a:lnTo>
                  <a:pt x="11220963" y="6426573"/>
                </a:lnTo>
                <a:lnTo>
                  <a:pt x="11218743" y="6437831"/>
                </a:lnTo>
                <a:cubicBezTo>
                  <a:pt x="11225573" y="6437831"/>
                  <a:pt x="11227195" y="6440902"/>
                  <a:pt x="11226085" y="6446701"/>
                </a:cubicBezTo>
                <a:lnTo>
                  <a:pt x="11209182" y="6531989"/>
                </a:lnTo>
                <a:lnTo>
                  <a:pt x="11133203" y="6426573"/>
                </a:lnTo>
                <a:close/>
                <a:moveTo>
                  <a:pt x="11638248" y="6422479"/>
                </a:moveTo>
                <a:cubicBezTo>
                  <a:pt x="11543488" y="6424697"/>
                  <a:pt x="11522060" y="6455315"/>
                  <a:pt x="11508059" y="6511606"/>
                </a:cubicBezTo>
                <a:cubicBezTo>
                  <a:pt x="11493291" y="6570796"/>
                  <a:pt x="11504218" y="6618813"/>
                  <a:pt x="11594453" y="6618813"/>
                </a:cubicBezTo>
                <a:cubicBezTo>
                  <a:pt x="11620747" y="6618813"/>
                  <a:pt x="11676322" y="6614890"/>
                  <a:pt x="11676322" y="6614890"/>
                </a:cubicBezTo>
                <a:lnTo>
                  <a:pt x="11691347" y="6554165"/>
                </a:lnTo>
                <a:lnTo>
                  <a:pt x="11678456" y="6554165"/>
                </a:lnTo>
                <a:cubicBezTo>
                  <a:pt x="11676322" y="6564655"/>
                  <a:pt x="11664797" y="6568493"/>
                  <a:pt x="11605124" y="6568493"/>
                </a:cubicBezTo>
                <a:cubicBezTo>
                  <a:pt x="11569781" y="6568493"/>
                  <a:pt x="11554244" y="6564826"/>
                  <a:pt x="11567391" y="6512544"/>
                </a:cubicBezTo>
                <a:cubicBezTo>
                  <a:pt x="11574391" y="6484655"/>
                  <a:pt x="11588477" y="6472714"/>
                  <a:pt x="11631162" y="6471691"/>
                </a:cubicBezTo>
                <a:cubicBezTo>
                  <a:pt x="11682127" y="6470497"/>
                  <a:pt x="11688189" y="6477149"/>
                  <a:pt x="11686310" y="6486702"/>
                </a:cubicBezTo>
                <a:lnTo>
                  <a:pt x="11699628" y="6486702"/>
                </a:lnTo>
                <a:lnTo>
                  <a:pt x="11711665" y="6428791"/>
                </a:lnTo>
                <a:cubicBezTo>
                  <a:pt x="11711665" y="6428791"/>
                  <a:pt x="11668127" y="6421712"/>
                  <a:pt x="11638248" y="6422479"/>
                </a:cubicBezTo>
                <a:close/>
                <a:moveTo>
                  <a:pt x="11426447" y="6422479"/>
                </a:moveTo>
                <a:cubicBezTo>
                  <a:pt x="11331687" y="6424697"/>
                  <a:pt x="11310259" y="6455315"/>
                  <a:pt x="11296258" y="6511606"/>
                </a:cubicBezTo>
                <a:cubicBezTo>
                  <a:pt x="11281490" y="6570796"/>
                  <a:pt x="11292417" y="6618813"/>
                  <a:pt x="11382652" y="6618813"/>
                </a:cubicBezTo>
                <a:cubicBezTo>
                  <a:pt x="11408946" y="6618813"/>
                  <a:pt x="11464521" y="6614890"/>
                  <a:pt x="11464521" y="6614890"/>
                </a:cubicBezTo>
                <a:lnTo>
                  <a:pt x="11479546" y="6554165"/>
                </a:lnTo>
                <a:lnTo>
                  <a:pt x="11466655" y="6554165"/>
                </a:lnTo>
                <a:cubicBezTo>
                  <a:pt x="11464692" y="6564740"/>
                  <a:pt x="11452996" y="6568493"/>
                  <a:pt x="11393323" y="6568493"/>
                </a:cubicBezTo>
                <a:cubicBezTo>
                  <a:pt x="11357980" y="6568493"/>
                  <a:pt x="11342443" y="6564826"/>
                  <a:pt x="11355590" y="6512544"/>
                </a:cubicBezTo>
                <a:cubicBezTo>
                  <a:pt x="11362590" y="6484655"/>
                  <a:pt x="11376676" y="6472714"/>
                  <a:pt x="11419361" y="6471691"/>
                </a:cubicBezTo>
                <a:cubicBezTo>
                  <a:pt x="11470326" y="6470497"/>
                  <a:pt x="11476388" y="6477149"/>
                  <a:pt x="11474509" y="6486702"/>
                </a:cubicBezTo>
                <a:lnTo>
                  <a:pt x="11487827" y="6486702"/>
                </a:lnTo>
                <a:lnTo>
                  <a:pt x="11499864" y="6428791"/>
                </a:lnTo>
                <a:cubicBezTo>
                  <a:pt x="11499864" y="6428791"/>
                  <a:pt x="11456326" y="6421712"/>
                  <a:pt x="11426447" y="6422479"/>
                </a:cubicBezTo>
                <a:close/>
                <a:moveTo>
                  <a:pt x="11887526" y="6407980"/>
                </a:moveTo>
                <a:lnTo>
                  <a:pt x="11841341" y="6442095"/>
                </a:lnTo>
                <a:lnTo>
                  <a:pt x="11904087" y="6498641"/>
                </a:lnTo>
                <a:close/>
                <a:moveTo>
                  <a:pt x="11468875" y="6345890"/>
                </a:moveTo>
                <a:lnTo>
                  <a:pt x="11776375" y="6406871"/>
                </a:lnTo>
                <a:lnTo>
                  <a:pt x="11712604" y="6525763"/>
                </a:lnTo>
                <a:lnTo>
                  <a:pt x="11956675" y="6345890"/>
                </a:lnTo>
                <a:close/>
                <a:moveTo>
                  <a:pt x="11860464" y="6263672"/>
                </a:moveTo>
                <a:lnTo>
                  <a:pt x="11818462" y="6337276"/>
                </a:lnTo>
                <a:lnTo>
                  <a:pt x="11874379" y="6337276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51C999-5C57-4647-87B5-4C85882E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A6A03-6439-4A4B-A337-80B58150D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B3AFC-E431-E74D-B840-5F4A614B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4B1D99A-AEDF-0646-8308-BB8EB291DC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9375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2EED19-D548-7A49-87D9-A105FAFAC8BD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9" name="textruta 5">
              <a:extLst>
                <a:ext uri="{FF2B5EF4-FFF2-40B4-BE49-F238E27FC236}">
                  <a16:creationId xmlns:a16="http://schemas.microsoft.com/office/drawing/2014/main" id="{9119FB30-583F-B04F-8F9F-ED93BF9B51E3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10" name="textruta 8">
              <a:extLst>
                <a:ext uri="{FF2B5EF4-FFF2-40B4-BE49-F238E27FC236}">
                  <a16:creationId xmlns:a16="http://schemas.microsoft.com/office/drawing/2014/main" id="{12D9A737-3595-1A48-BD29-DB3F81984A91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ktangel 9">
              <a:extLst>
                <a:ext uri="{FF2B5EF4-FFF2-40B4-BE49-F238E27FC236}">
                  <a16:creationId xmlns:a16="http://schemas.microsoft.com/office/drawing/2014/main" id="{8FFE9C6E-D229-B649-8C68-CAA56A0FC288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2" name="Rektangel 10">
              <a:extLst>
                <a:ext uri="{FF2B5EF4-FFF2-40B4-BE49-F238E27FC236}">
                  <a16:creationId xmlns:a16="http://schemas.microsoft.com/office/drawing/2014/main" id="{F7C45766-93F2-884D-82F4-1A489FFE6A74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A5B022C-1716-0A4B-A6E0-B1AEF7370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11229265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14" name="Group 42">
            <a:extLst>
              <a:ext uri="{FF2B5EF4-FFF2-40B4-BE49-F238E27FC236}">
                <a16:creationId xmlns:a16="http://schemas.microsoft.com/office/drawing/2014/main" id="{8FD88C47-EA83-954E-AF0B-FC7F4A0654B2}"/>
              </a:ext>
            </a:extLst>
          </p:cNvPr>
          <p:cNvGrpSpPr/>
          <p:nvPr/>
        </p:nvGrpSpPr>
        <p:grpSpPr>
          <a:xfrm>
            <a:off x="12395260" y="2232558"/>
            <a:ext cx="1681523" cy="1615827"/>
            <a:chOff x="12395260" y="2295907"/>
            <a:chExt cx="1681523" cy="1615827"/>
          </a:xfrm>
        </p:grpSpPr>
        <p:sp>
          <p:nvSpPr>
            <p:cNvPr id="16" name="textruta 12">
              <a:extLst>
                <a:ext uri="{FF2B5EF4-FFF2-40B4-BE49-F238E27FC236}">
                  <a16:creationId xmlns:a16="http://schemas.microsoft.com/office/drawing/2014/main" id="{2EB0AFBC-CDAB-DE4F-8462-14083B02C329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17" name="Picture 9">
              <a:extLst>
                <a:ext uri="{FF2B5EF4-FFF2-40B4-BE49-F238E27FC236}">
                  <a16:creationId xmlns:a16="http://schemas.microsoft.com/office/drawing/2014/main" id="{5F6D9092-BB0A-6841-889E-3C622C597E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18" name="Oval 4">
              <a:extLst>
                <a:ext uri="{FF2B5EF4-FFF2-40B4-BE49-F238E27FC236}">
                  <a16:creationId xmlns:a16="http://schemas.microsoft.com/office/drawing/2014/main" id="{979841BE-6638-894B-8422-718613C5A81C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19" name="Connector: Elbow 131">
              <a:extLst>
                <a:ext uri="{FF2B5EF4-FFF2-40B4-BE49-F238E27FC236}">
                  <a16:creationId xmlns:a16="http://schemas.microsoft.com/office/drawing/2014/main" id="{45A06A19-F9ED-E94C-9452-B63B72C44EF3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407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arge image and text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A09CB21-B1F7-667B-C2CD-B87999E6312A}"/>
              </a:ext>
            </a:extLst>
          </p:cNvPr>
          <p:cNvSpPr/>
          <p:nvPr/>
        </p:nvSpPr>
        <p:spPr>
          <a:xfrm>
            <a:off x="0" y="318978"/>
            <a:ext cx="6207125" cy="34353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en-US" spc="4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364A621-9A8E-9DA3-2A04-45F0EE1C5A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12191999" cy="6857999"/>
          </a:xfrm>
          <a:custGeom>
            <a:avLst/>
            <a:gdLst>
              <a:gd name="connsiteX0" fmla="*/ 11053041 w 12191999"/>
              <a:gd name="connsiteY0" fmla="*/ 6426573 h 6857999"/>
              <a:gd name="connsiteX1" fmla="*/ 11050822 w 12191999"/>
              <a:gd name="connsiteY1" fmla="*/ 6437746 h 6857999"/>
              <a:gd name="connsiteX2" fmla="*/ 11060810 w 12191999"/>
              <a:gd name="connsiteY2" fmla="*/ 6447128 h 6857999"/>
              <a:gd name="connsiteX3" fmla="*/ 11032211 w 12191999"/>
              <a:gd name="connsiteY3" fmla="*/ 6591094 h 6857999"/>
              <a:gd name="connsiteX4" fmla="*/ 11018467 w 12191999"/>
              <a:gd name="connsiteY4" fmla="*/ 6603802 h 6857999"/>
              <a:gd name="connsiteX5" fmla="*/ 11016247 w 12191999"/>
              <a:gd name="connsiteY5" fmla="*/ 6615060 h 6857999"/>
              <a:gd name="connsiteX6" fmla="*/ 11092482 w 12191999"/>
              <a:gd name="connsiteY6" fmla="*/ 6615060 h 6857999"/>
              <a:gd name="connsiteX7" fmla="*/ 11094702 w 12191999"/>
              <a:gd name="connsiteY7" fmla="*/ 6603802 h 6857999"/>
              <a:gd name="connsiteX8" fmla="*/ 11084201 w 12191999"/>
              <a:gd name="connsiteY8" fmla="*/ 6594421 h 6857999"/>
              <a:gd name="connsiteX9" fmla="*/ 11103238 w 12191999"/>
              <a:gd name="connsiteY9" fmla="*/ 6498386 h 6857999"/>
              <a:gd name="connsiteX10" fmla="*/ 11185961 w 12191999"/>
              <a:gd name="connsiteY10" fmla="*/ 6614975 h 6857999"/>
              <a:gd name="connsiteX11" fmla="*/ 11245549 w 12191999"/>
              <a:gd name="connsiteY11" fmla="*/ 6614975 h 6857999"/>
              <a:gd name="connsiteX12" fmla="*/ 11278758 w 12191999"/>
              <a:gd name="connsiteY12" fmla="*/ 6447042 h 6857999"/>
              <a:gd name="connsiteX13" fmla="*/ 11289258 w 12191999"/>
              <a:gd name="connsiteY13" fmla="*/ 6437831 h 6857999"/>
              <a:gd name="connsiteX14" fmla="*/ 11291478 w 12191999"/>
              <a:gd name="connsiteY14" fmla="*/ 6426573 h 6857999"/>
              <a:gd name="connsiteX15" fmla="*/ 11220963 w 12191999"/>
              <a:gd name="connsiteY15" fmla="*/ 6426573 h 6857999"/>
              <a:gd name="connsiteX16" fmla="*/ 11218743 w 12191999"/>
              <a:gd name="connsiteY16" fmla="*/ 6437831 h 6857999"/>
              <a:gd name="connsiteX17" fmla="*/ 11226085 w 12191999"/>
              <a:gd name="connsiteY17" fmla="*/ 6446701 h 6857999"/>
              <a:gd name="connsiteX18" fmla="*/ 11209182 w 12191999"/>
              <a:gd name="connsiteY18" fmla="*/ 6531989 h 6857999"/>
              <a:gd name="connsiteX19" fmla="*/ 11133203 w 12191999"/>
              <a:gd name="connsiteY19" fmla="*/ 6426573 h 6857999"/>
              <a:gd name="connsiteX20" fmla="*/ 11638248 w 12191999"/>
              <a:gd name="connsiteY20" fmla="*/ 6422479 h 6857999"/>
              <a:gd name="connsiteX21" fmla="*/ 11508059 w 12191999"/>
              <a:gd name="connsiteY21" fmla="*/ 6511606 h 6857999"/>
              <a:gd name="connsiteX22" fmla="*/ 11594453 w 12191999"/>
              <a:gd name="connsiteY22" fmla="*/ 6618813 h 6857999"/>
              <a:gd name="connsiteX23" fmla="*/ 11676322 w 12191999"/>
              <a:gd name="connsiteY23" fmla="*/ 6614890 h 6857999"/>
              <a:gd name="connsiteX24" fmla="*/ 11691347 w 12191999"/>
              <a:gd name="connsiteY24" fmla="*/ 6554165 h 6857999"/>
              <a:gd name="connsiteX25" fmla="*/ 11678456 w 12191999"/>
              <a:gd name="connsiteY25" fmla="*/ 6554165 h 6857999"/>
              <a:gd name="connsiteX26" fmla="*/ 11605124 w 12191999"/>
              <a:gd name="connsiteY26" fmla="*/ 6568493 h 6857999"/>
              <a:gd name="connsiteX27" fmla="*/ 11567391 w 12191999"/>
              <a:gd name="connsiteY27" fmla="*/ 6512544 h 6857999"/>
              <a:gd name="connsiteX28" fmla="*/ 11631162 w 12191999"/>
              <a:gd name="connsiteY28" fmla="*/ 6471691 h 6857999"/>
              <a:gd name="connsiteX29" fmla="*/ 11686310 w 12191999"/>
              <a:gd name="connsiteY29" fmla="*/ 6486702 h 6857999"/>
              <a:gd name="connsiteX30" fmla="*/ 11699628 w 12191999"/>
              <a:gd name="connsiteY30" fmla="*/ 6486702 h 6857999"/>
              <a:gd name="connsiteX31" fmla="*/ 11711665 w 12191999"/>
              <a:gd name="connsiteY31" fmla="*/ 6428791 h 6857999"/>
              <a:gd name="connsiteX32" fmla="*/ 11638248 w 12191999"/>
              <a:gd name="connsiteY32" fmla="*/ 6422479 h 6857999"/>
              <a:gd name="connsiteX33" fmla="*/ 11426447 w 12191999"/>
              <a:gd name="connsiteY33" fmla="*/ 6422479 h 6857999"/>
              <a:gd name="connsiteX34" fmla="*/ 11296258 w 12191999"/>
              <a:gd name="connsiteY34" fmla="*/ 6511606 h 6857999"/>
              <a:gd name="connsiteX35" fmla="*/ 11382652 w 12191999"/>
              <a:gd name="connsiteY35" fmla="*/ 6618813 h 6857999"/>
              <a:gd name="connsiteX36" fmla="*/ 11464521 w 12191999"/>
              <a:gd name="connsiteY36" fmla="*/ 6614890 h 6857999"/>
              <a:gd name="connsiteX37" fmla="*/ 11479546 w 12191999"/>
              <a:gd name="connsiteY37" fmla="*/ 6554165 h 6857999"/>
              <a:gd name="connsiteX38" fmla="*/ 11466655 w 12191999"/>
              <a:gd name="connsiteY38" fmla="*/ 6554165 h 6857999"/>
              <a:gd name="connsiteX39" fmla="*/ 11393323 w 12191999"/>
              <a:gd name="connsiteY39" fmla="*/ 6568493 h 6857999"/>
              <a:gd name="connsiteX40" fmla="*/ 11355590 w 12191999"/>
              <a:gd name="connsiteY40" fmla="*/ 6512544 h 6857999"/>
              <a:gd name="connsiteX41" fmla="*/ 11419361 w 12191999"/>
              <a:gd name="connsiteY41" fmla="*/ 6471691 h 6857999"/>
              <a:gd name="connsiteX42" fmla="*/ 11474509 w 12191999"/>
              <a:gd name="connsiteY42" fmla="*/ 6486702 h 6857999"/>
              <a:gd name="connsiteX43" fmla="*/ 11487827 w 12191999"/>
              <a:gd name="connsiteY43" fmla="*/ 6486702 h 6857999"/>
              <a:gd name="connsiteX44" fmla="*/ 11499864 w 12191999"/>
              <a:gd name="connsiteY44" fmla="*/ 6428791 h 6857999"/>
              <a:gd name="connsiteX45" fmla="*/ 11426447 w 12191999"/>
              <a:gd name="connsiteY45" fmla="*/ 6422479 h 6857999"/>
              <a:gd name="connsiteX46" fmla="*/ 11887526 w 12191999"/>
              <a:gd name="connsiteY46" fmla="*/ 6407980 h 6857999"/>
              <a:gd name="connsiteX47" fmla="*/ 11841341 w 12191999"/>
              <a:gd name="connsiteY47" fmla="*/ 6442095 h 6857999"/>
              <a:gd name="connsiteX48" fmla="*/ 11904087 w 12191999"/>
              <a:gd name="connsiteY48" fmla="*/ 6498641 h 6857999"/>
              <a:gd name="connsiteX49" fmla="*/ 11468875 w 12191999"/>
              <a:gd name="connsiteY49" fmla="*/ 6345890 h 6857999"/>
              <a:gd name="connsiteX50" fmla="*/ 11776375 w 12191999"/>
              <a:gd name="connsiteY50" fmla="*/ 6406871 h 6857999"/>
              <a:gd name="connsiteX51" fmla="*/ 11712604 w 12191999"/>
              <a:gd name="connsiteY51" fmla="*/ 6525763 h 6857999"/>
              <a:gd name="connsiteX52" fmla="*/ 11956675 w 12191999"/>
              <a:gd name="connsiteY52" fmla="*/ 6345890 h 6857999"/>
              <a:gd name="connsiteX53" fmla="*/ 11860464 w 12191999"/>
              <a:gd name="connsiteY53" fmla="*/ 6263672 h 6857999"/>
              <a:gd name="connsiteX54" fmla="*/ 11818462 w 12191999"/>
              <a:gd name="connsiteY54" fmla="*/ 6337276 h 6857999"/>
              <a:gd name="connsiteX55" fmla="*/ 11874379 w 12191999"/>
              <a:gd name="connsiteY55" fmla="*/ 6337276 h 6857999"/>
              <a:gd name="connsiteX56" fmla="*/ 0 w 12191999"/>
              <a:gd name="connsiteY56" fmla="*/ 0 h 6857999"/>
              <a:gd name="connsiteX57" fmla="*/ 12191999 w 12191999"/>
              <a:gd name="connsiteY57" fmla="*/ 0 h 6857999"/>
              <a:gd name="connsiteX58" fmla="*/ 12191999 w 12191999"/>
              <a:gd name="connsiteY58" fmla="*/ 6857999 h 6857999"/>
              <a:gd name="connsiteX59" fmla="*/ 0 w 12191999"/>
              <a:gd name="connsiteY59" fmla="*/ 6857999 h 6857999"/>
              <a:gd name="connsiteX60" fmla="*/ 0 w 12191999"/>
              <a:gd name="connsiteY60" fmla="*/ 3540123 h 6857999"/>
              <a:gd name="connsiteX61" fmla="*/ 5984873 w 12191999"/>
              <a:gd name="connsiteY61" fmla="*/ 3540123 h 6857999"/>
              <a:gd name="connsiteX62" fmla="*/ 5984873 w 12191999"/>
              <a:gd name="connsiteY62" fmla="*/ 518398 h 6857999"/>
              <a:gd name="connsiteX63" fmla="*/ 0 w 12191999"/>
              <a:gd name="connsiteY63" fmla="*/ 51839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2191999" h="6857999">
                <a:moveTo>
                  <a:pt x="11053041" y="6426573"/>
                </a:moveTo>
                <a:lnTo>
                  <a:pt x="11050822" y="6437746"/>
                </a:lnTo>
                <a:cubicBezTo>
                  <a:pt x="11059785" y="6437746"/>
                  <a:pt x="11062176" y="6439964"/>
                  <a:pt x="11060810" y="6447128"/>
                </a:cubicBezTo>
                <a:cubicBezTo>
                  <a:pt x="11060810" y="6447128"/>
                  <a:pt x="11035284" y="6577363"/>
                  <a:pt x="11032211" y="6591094"/>
                </a:cubicBezTo>
                <a:cubicBezTo>
                  <a:pt x="11029906" y="6601158"/>
                  <a:pt x="11029906" y="6603632"/>
                  <a:pt x="11018467" y="6603802"/>
                </a:cubicBezTo>
                <a:lnTo>
                  <a:pt x="11016247" y="6615060"/>
                </a:lnTo>
                <a:lnTo>
                  <a:pt x="11092482" y="6615060"/>
                </a:lnTo>
                <a:lnTo>
                  <a:pt x="11094702" y="6603802"/>
                </a:lnTo>
                <a:cubicBezTo>
                  <a:pt x="11086591" y="6603802"/>
                  <a:pt x="11082835" y="6601414"/>
                  <a:pt x="11084201" y="6594421"/>
                </a:cubicBezTo>
                <a:lnTo>
                  <a:pt x="11103238" y="6498386"/>
                </a:lnTo>
                <a:lnTo>
                  <a:pt x="11185961" y="6614975"/>
                </a:lnTo>
                <a:lnTo>
                  <a:pt x="11245549" y="6614975"/>
                </a:lnTo>
                <a:lnTo>
                  <a:pt x="11278758" y="6447042"/>
                </a:lnTo>
                <a:cubicBezTo>
                  <a:pt x="11280039" y="6440390"/>
                  <a:pt x="11281490" y="6437831"/>
                  <a:pt x="11289258" y="6437831"/>
                </a:cubicBezTo>
                <a:lnTo>
                  <a:pt x="11291478" y="6426573"/>
                </a:lnTo>
                <a:lnTo>
                  <a:pt x="11220963" y="6426573"/>
                </a:lnTo>
                <a:lnTo>
                  <a:pt x="11218743" y="6437831"/>
                </a:lnTo>
                <a:cubicBezTo>
                  <a:pt x="11225573" y="6437831"/>
                  <a:pt x="11227195" y="6440902"/>
                  <a:pt x="11226085" y="6446701"/>
                </a:cubicBezTo>
                <a:lnTo>
                  <a:pt x="11209182" y="6531989"/>
                </a:lnTo>
                <a:lnTo>
                  <a:pt x="11133203" y="6426573"/>
                </a:lnTo>
                <a:close/>
                <a:moveTo>
                  <a:pt x="11638248" y="6422479"/>
                </a:moveTo>
                <a:cubicBezTo>
                  <a:pt x="11543488" y="6424697"/>
                  <a:pt x="11522060" y="6455315"/>
                  <a:pt x="11508059" y="6511606"/>
                </a:cubicBezTo>
                <a:cubicBezTo>
                  <a:pt x="11493291" y="6570796"/>
                  <a:pt x="11504218" y="6618813"/>
                  <a:pt x="11594453" y="6618813"/>
                </a:cubicBezTo>
                <a:cubicBezTo>
                  <a:pt x="11620747" y="6618813"/>
                  <a:pt x="11676322" y="6614890"/>
                  <a:pt x="11676322" y="6614890"/>
                </a:cubicBezTo>
                <a:lnTo>
                  <a:pt x="11691347" y="6554165"/>
                </a:lnTo>
                <a:lnTo>
                  <a:pt x="11678456" y="6554165"/>
                </a:lnTo>
                <a:cubicBezTo>
                  <a:pt x="11676322" y="6564655"/>
                  <a:pt x="11664797" y="6568493"/>
                  <a:pt x="11605124" y="6568493"/>
                </a:cubicBezTo>
                <a:cubicBezTo>
                  <a:pt x="11569781" y="6568493"/>
                  <a:pt x="11554244" y="6564826"/>
                  <a:pt x="11567391" y="6512544"/>
                </a:cubicBezTo>
                <a:cubicBezTo>
                  <a:pt x="11574391" y="6484655"/>
                  <a:pt x="11588477" y="6472714"/>
                  <a:pt x="11631162" y="6471691"/>
                </a:cubicBezTo>
                <a:cubicBezTo>
                  <a:pt x="11682127" y="6470497"/>
                  <a:pt x="11688189" y="6477149"/>
                  <a:pt x="11686310" y="6486702"/>
                </a:cubicBezTo>
                <a:lnTo>
                  <a:pt x="11699628" y="6486702"/>
                </a:lnTo>
                <a:lnTo>
                  <a:pt x="11711665" y="6428791"/>
                </a:lnTo>
                <a:cubicBezTo>
                  <a:pt x="11711665" y="6428791"/>
                  <a:pt x="11668127" y="6421712"/>
                  <a:pt x="11638248" y="6422479"/>
                </a:cubicBezTo>
                <a:close/>
                <a:moveTo>
                  <a:pt x="11426447" y="6422479"/>
                </a:moveTo>
                <a:cubicBezTo>
                  <a:pt x="11331687" y="6424697"/>
                  <a:pt x="11310259" y="6455315"/>
                  <a:pt x="11296258" y="6511606"/>
                </a:cubicBezTo>
                <a:cubicBezTo>
                  <a:pt x="11281490" y="6570796"/>
                  <a:pt x="11292417" y="6618813"/>
                  <a:pt x="11382652" y="6618813"/>
                </a:cubicBezTo>
                <a:cubicBezTo>
                  <a:pt x="11408946" y="6618813"/>
                  <a:pt x="11464521" y="6614890"/>
                  <a:pt x="11464521" y="6614890"/>
                </a:cubicBezTo>
                <a:lnTo>
                  <a:pt x="11479546" y="6554165"/>
                </a:lnTo>
                <a:lnTo>
                  <a:pt x="11466655" y="6554165"/>
                </a:lnTo>
                <a:cubicBezTo>
                  <a:pt x="11464692" y="6564740"/>
                  <a:pt x="11452996" y="6568493"/>
                  <a:pt x="11393323" y="6568493"/>
                </a:cubicBezTo>
                <a:cubicBezTo>
                  <a:pt x="11357980" y="6568493"/>
                  <a:pt x="11342443" y="6564826"/>
                  <a:pt x="11355590" y="6512544"/>
                </a:cubicBezTo>
                <a:cubicBezTo>
                  <a:pt x="11362590" y="6484655"/>
                  <a:pt x="11376676" y="6472714"/>
                  <a:pt x="11419361" y="6471691"/>
                </a:cubicBezTo>
                <a:cubicBezTo>
                  <a:pt x="11470326" y="6470497"/>
                  <a:pt x="11476388" y="6477149"/>
                  <a:pt x="11474509" y="6486702"/>
                </a:cubicBezTo>
                <a:lnTo>
                  <a:pt x="11487827" y="6486702"/>
                </a:lnTo>
                <a:lnTo>
                  <a:pt x="11499864" y="6428791"/>
                </a:lnTo>
                <a:cubicBezTo>
                  <a:pt x="11499864" y="6428791"/>
                  <a:pt x="11456326" y="6421712"/>
                  <a:pt x="11426447" y="6422479"/>
                </a:cubicBezTo>
                <a:close/>
                <a:moveTo>
                  <a:pt x="11887526" y="6407980"/>
                </a:moveTo>
                <a:lnTo>
                  <a:pt x="11841341" y="6442095"/>
                </a:lnTo>
                <a:lnTo>
                  <a:pt x="11904087" y="6498641"/>
                </a:lnTo>
                <a:close/>
                <a:moveTo>
                  <a:pt x="11468875" y="6345890"/>
                </a:moveTo>
                <a:lnTo>
                  <a:pt x="11776375" y="6406871"/>
                </a:lnTo>
                <a:lnTo>
                  <a:pt x="11712604" y="6525763"/>
                </a:lnTo>
                <a:lnTo>
                  <a:pt x="11956675" y="6345890"/>
                </a:lnTo>
                <a:close/>
                <a:moveTo>
                  <a:pt x="11860464" y="6263672"/>
                </a:moveTo>
                <a:lnTo>
                  <a:pt x="11818462" y="6337276"/>
                </a:lnTo>
                <a:lnTo>
                  <a:pt x="11874379" y="6337276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3540123"/>
                </a:lnTo>
                <a:lnTo>
                  <a:pt x="5984873" y="3540123"/>
                </a:lnTo>
                <a:lnTo>
                  <a:pt x="5984873" y="518398"/>
                </a:lnTo>
                <a:lnTo>
                  <a:pt x="0" y="51839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51C999-5C57-4647-87B5-4C85882E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A6A03-6439-4A4B-A337-80B58150D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B3AFC-E431-E74D-B840-5F4A614B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4B1D99A-AEDF-0646-8308-BB8EB291DC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9375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2EED19-D548-7A49-87D9-A105FAFAC8BD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9" name="textruta 5">
              <a:extLst>
                <a:ext uri="{FF2B5EF4-FFF2-40B4-BE49-F238E27FC236}">
                  <a16:creationId xmlns:a16="http://schemas.microsoft.com/office/drawing/2014/main" id="{9119FB30-583F-B04F-8F9F-ED93BF9B51E3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10" name="textruta 8">
              <a:extLst>
                <a:ext uri="{FF2B5EF4-FFF2-40B4-BE49-F238E27FC236}">
                  <a16:creationId xmlns:a16="http://schemas.microsoft.com/office/drawing/2014/main" id="{12D9A737-3595-1A48-BD29-DB3F81984A91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ktangel 9">
              <a:extLst>
                <a:ext uri="{FF2B5EF4-FFF2-40B4-BE49-F238E27FC236}">
                  <a16:creationId xmlns:a16="http://schemas.microsoft.com/office/drawing/2014/main" id="{8FFE9C6E-D229-B649-8C68-CAA56A0FC288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2" name="Rektangel 10">
              <a:extLst>
                <a:ext uri="{FF2B5EF4-FFF2-40B4-BE49-F238E27FC236}">
                  <a16:creationId xmlns:a16="http://schemas.microsoft.com/office/drawing/2014/main" id="{F7C45766-93F2-884D-82F4-1A489FFE6A74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14" name="Group 42">
            <a:extLst>
              <a:ext uri="{FF2B5EF4-FFF2-40B4-BE49-F238E27FC236}">
                <a16:creationId xmlns:a16="http://schemas.microsoft.com/office/drawing/2014/main" id="{8FD88C47-EA83-954E-AF0B-FC7F4A0654B2}"/>
              </a:ext>
            </a:extLst>
          </p:cNvPr>
          <p:cNvGrpSpPr/>
          <p:nvPr/>
        </p:nvGrpSpPr>
        <p:grpSpPr>
          <a:xfrm>
            <a:off x="12395260" y="2232558"/>
            <a:ext cx="1681523" cy="1615827"/>
            <a:chOff x="12395260" y="2295907"/>
            <a:chExt cx="1681523" cy="1615827"/>
          </a:xfrm>
        </p:grpSpPr>
        <p:sp>
          <p:nvSpPr>
            <p:cNvPr id="16" name="textruta 12">
              <a:extLst>
                <a:ext uri="{FF2B5EF4-FFF2-40B4-BE49-F238E27FC236}">
                  <a16:creationId xmlns:a16="http://schemas.microsoft.com/office/drawing/2014/main" id="{2EB0AFBC-CDAB-DE4F-8462-14083B02C329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17" name="Picture 9">
              <a:extLst>
                <a:ext uri="{FF2B5EF4-FFF2-40B4-BE49-F238E27FC236}">
                  <a16:creationId xmlns:a16="http://schemas.microsoft.com/office/drawing/2014/main" id="{5F6D9092-BB0A-6841-889E-3C622C597E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18" name="Oval 4">
              <a:extLst>
                <a:ext uri="{FF2B5EF4-FFF2-40B4-BE49-F238E27FC236}">
                  <a16:creationId xmlns:a16="http://schemas.microsoft.com/office/drawing/2014/main" id="{979841BE-6638-894B-8422-718613C5A81C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19" name="Connector: Elbow 131">
              <a:extLst>
                <a:ext uri="{FF2B5EF4-FFF2-40B4-BE49-F238E27FC236}">
                  <a16:creationId xmlns:a16="http://schemas.microsoft.com/office/drawing/2014/main" id="{45A06A19-F9ED-E94C-9452-B63B72C44EF3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!!Streck 3">
            <a:extLst>
              <a:ext uri="{FF2B5EF4-FFF2-40B4-BE49-F238E27FC236}">
                <a16:creationId xmlns:a16="http://schemas.microsoft.com/office/drawing/2014/main" id="{95E9D434-07BB-B2DE-E0B9-CAC4D278A59F}"/>
              </a:ext>
            </a:extLst>
          </p:cNvPr>
          <p:cNvCxnSpPr>
            <a:cxnSpLocks/>
          </p:cNvCxnSpPr>
          <p:nvPr/>
        </p:nvCxnSpPr>
        <p:spPr>
          <a:xfrm>
            <a:off x="493712" y="879963"/>
            <a:ext cx="0" cy="229859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165A1672-99E0-3E41-4EE4-39959617C4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5201" y="1123051"/>
            <a:ext cx="4314466" cy="3553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68CD8D37-CBDE-4454-51D4-D9AAC8CCEE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5201" y="1664034"/>
            <a:ext cx="4316400" cy="128186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0335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arge image and text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8DF3A84-3382-0993-5B17-6D401AAAEAEC}"/>
              </a:ext>
            </a:extLst>
          </p:cNvPr>
          <p:cNvSpPr/>
          <p:nvPr/>
        </p:nvSpPr>
        <p:spPr>
          <a:xfrm>
            <a:off x="5984875" y="2559050"/>
            <a:ext cx="6207125" cy="34589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en-US" spc="4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AA6FCEF-A7D7-FA96-5DAF-C777802C7A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12191999" cy="6857999"/>
          </a:xfrm>
          <a:custGeom>
            <a:avLst/>
            <a:gdLst>
              <a:gd name="connsiteX0" fmla="*/ 11053041 w 12191999"/>
              <a:gd name="connsiteY0" fmla="*/ 6426573 h 6857999"/>
              <a:gd name="connsiteX1" fmla="*/ 11050822 w 12191999"/>
              <a:gd name="connsiteY1" fmla="*/ 6437746 h 6857999"/>
              <a:gd name="connsiteX2" fmla="*/ 11060810 w 12191999"/>
              <a:gd name="connsiteY2" fmla="*/ 6447128 h 6857999"/>
              <a:gd name="connsiteX3" fmla="*/ 11032211 w 12191999"/>
              <a:gd name="connsiteY3" fmla="*/ 6591094 h 6857999"/>
              <a:gd name="connsiteX4" fmla="*/ 11018467 w 12191999"/>
              <a:gd name="connsiteY4" fmla="*/ 6603802 h 6857999"/>
              <a:gd name="connsiteX5" fmla="*/ 11016247 w 12191999"/>
              <a:gd name="connsiteY5" fmla="*/ 6615060 h 6857999"/>
              <a:gd name="connsiteX6" fmla="*/ 11092482 w 12191999"/>
              <a:gd name="connsiteY6" fmla="*/ 6615060 h 6857999"/>
              <a:gd name="connsiteX7" fmla="*/ 11094702 w 12191999"/>
              <a:gd name="connsiteY7" fmla="*/ 6603802 h 6857999"/>
              <a:gd name="connsiteX8" fmla="*/ 11084201 w 12191999"/>
              <a:gd name="connsiteY8" fmla="*/ 6594421 h 6857999"/>
              <a:gd name="connsiteX9" fmla="*/ 11103238 w 12191999"/>
              <a:gd name="connsiteY9" fmla="*/ 6498386 h 6857999"/>
              <a:gd name="connsiteX10" fmla="*/ 11185961 w 12191999"/>
              <a:gd name="connsiteY10" fmla="*/ 6614975 h 6857999"/>
              <a:gd name="connsiteX11" fmla="*/ 11245549 w 12191999"/>
              <a:gd name="connsiteY11" fmla="*/ 6614975 h 6857999"/>
              <a:gd name="connsiteX12" fmla="*/ 11278758 w 12191999"/>
              <a:gd name="connsiteY12" fmla="*/ 6447042 h 6857999"/>
              <a:gd name="connsiteX13" fmla="*/ 11289258 w 12191999"/>
              <a:gd name="connsiteY13" fmla="*/ 6437831 h 6857999"/>
              <a:gd name="connsiteX14" fmla="*/ 11291478 w 12191999"/>
              <a:gd name="connsiteY14" fmla="*/ 6426573 h 6857999"/>
              <a:gd name="connsiteX15" fmla="*/ 11220963 w 12191999"/>
              <a:gd name="connsiteY15" fmla="*/ 6426573 h 6857999"/>
              <a:gd name="connsiteX16" fmla="*/ 11218743 w 12191999"/>
              <a:gd name="connsiteY16" fmla="*/ 6437831 h 6857999"/>
              <a:gd name="connsiteX17" fmla="*/ 11226085 w 12191999"/>
              <a:gd name="connsiteY17" fmla="*/ 6446701 h 6857999"/>
              <a:gd name="connsiteX18" fmla="*/ 11209182 w 12191999"/>
              <a:gd name="connsiteY18" fmla="*/ 6531989 h 6857999"/>
              <a:gd name="connsiteX19" fmla="*/ 11133203 w 12191999"/>
              <a:gd name="connsiteY19" fmla="*/ 6426573 h 6857999"/>
              <a:gd name="connsiteX20" fmla="*/ 11638248 w 12191999"/>
              <a:gd name="connsiteY20" fmla="*/ 6422479 h 6857999"/>
              <a:gd name="connsiteX21" fmla="*/ 11508059 w 12191999"/>
              <a:gd name="connsiteY21" fmla="*/ 6511606 h 6857999"/>
              <a:gd name="connsiteX22" fmla="*/ 11594453 w 12191999"/>
              <a:gd name="connsiteY22" fmla="*/ 6618813 h 6857999"/>
              <a:gd name="connsiteX23" fmla="*/ 11676322 w 12191999"/>
              <a:gd name="connsiteY23" fmla="*/ 6614890 h 6857999"/>
              <a:gd name="connsiteX24" fmla="*/ 11691347 w 12191999"/>
              <a:gd name="connsiteY24" fmla="*/ 6554165 h 6857999"/>
              <a:gd name="connsiteX25" fmla="*/ 11678456 w 12191999"/>
              <a:gd name="connsiteY25" fmla="*/ 6554165 h 6857999"/>
              <a:gd name="connsiteX26" fmla="*/ 11605124 w 12191999"/>
              <a:gd name="connsiteY26" fmla="*/ 6568493 h 6857999"/>
              <a:gd name="connsiteX27" fmla="*/ 11567391 w 12191999"/>
              <a:gd name="connsiteY27" fmla="*/ 6512544 h 6857999"/>
              <a:gd name="connsiteX28" fmla="*/ 11631162 w 12191999"/>
              <a:gd name="connsiteY28" fmla="*/ 6471691 h 6857999"/>
              <a:gd name="connsiteX29" fmla="*/ 11686310 w 12191999"/>
              <a:gd name="connsiteY29" fmla="*/ 6486702 h 6857999"/>
              <a:gd name="connsiteX30" fmla="*/ 11699628 w 12191999"/>
              <a:gd name="connsiteY30" fmla="*/ 6486702 h 6857999"/>
              <a:gd name="connsiteX31" fmla="*/ 11711665 w 12191999"/>
              <a:gd name="connsiteY31" fmla="*/ 6428791 h 6857999"/>
              <a:gd name="connsiteX32" fmla="*/ 11638248 w 12191999"/>
              <a:gd name="connsiteY32" fmla="*/ 6422479 h 6857999"/>
              <a:gd name="connsiteX33" fmla="*/ 11426447 w 12191999"/>
              <a:gd name="connsiteY33" fmla="*/ 6422479 h 6857999"/>
              <a:gd name="connsiteX34" fmla="*/ 11296258 w 12191999"/>
              <a:gd name="connsiteY34" fmla="*/ 6511606 h 6857999"/>
              <a:gd name="connsiteX35" fmla="*/ 11382652 w 12191999"/>
              <a:gd name="connsiteY35" fmla="*/ 6618813 h 6857999"/>
              <a:gd name="connsiteX36" fmla="*/ 11464521 w 12191999"/>
              <a:gd name="connsiteY36" fmla="*/ 6614890 h 6857999"/>
              <a:gd name="connsiteX37" fmla="*/ 11479546 w 12191999"/>
              <a:gd name="connsiteY37" fmla="*/ 6554165 h 6857999"/>
              <a:gd name="connsiteX38" fmla="*/ 11466655 w 12191999"/>
              <a:gd name="connsiteY38" fmla="*/ 6554165 h 6857999"/>
              <a:gd name="connsiteX39" fmla="*/ 11393323 w 12191999"/>
              <a:gd name="connsiteY39" fmla="*/ 6568493 h 6857999"/>
              <a:gd name="connsiteX40" fmla="*/ 11355590 w 12191999"/>
              <a:gd name="connsiteY40" fmla="*/ 6512544 h 6857999"/>
              <a:gd name="connsiteX41" fmla="*/ 11419361 w 12191999"/>
              <a:gd name="connsiteY41" fmla="*/ 6471691 h 6857999"/>
              <a:gd name="connsiteX42" fmla="*/ 11474509 w 12191999"/>
              <a:gd name="connsiteY42" fmla="*/ 6486702 h 6857999"/>
              <a:gd name="connsiteX43" fmla="*/ 11487827 w 12191999"/>
              <a:gd name="connsiteY43" fmla="*/ 6486702 h 6857999"/>
              <a:gd name="connsiteX44" fmla="*/ 11499864 w 12191999"/>
              <a:gd name="connsiteY44" fmla="*/ 6428791 h 6857999"/>
              <a:gd name="connsiteX45" fmla="*/ 11426447 w 12191999"/>
              <a:gd name="connsiteY45" fmla="*/ 6422479 h 6857999"/>
              <a:gd name="connsiteX46" fmla="*/ 11887526 w 12191999"/>
              <a:gd name="connsiteY46" fmla="*/ 6407980 h 6857999"/>
              <a:gd name="connsiteX47" fmla="*/ 11841341 w 12191999"/>
              <a:gd name="connsiteY47" fmla="*/ 6442095 h 6857999"/>
              <a:gd name="connsiteX48" fmla="*/ 11904087 w 12191999"/>
              <a:gd name="connsiteY48" fmla="*/ 6498641 h 6857999"/>
              <a:gd name="connsiteX49" fmla="*/ 11468875 w 12191999"/>
              <a:gd name="connsiteY49" fmla="*/ 6345890 h 6857999"/>
              <a:gd name="connsiteX50" fmla="*/ 11776375 w 12191999"/>
              <a:gd name="connsiteY50" fmla="*/ 6406871 h 6857999"/>
              <a:gd name="connsiteX51" fmla="*/ 11712604 w 12191999"/>
              <a:gd name="connsiteY51" fmla="*/ 6525763 h 6857999"/>
              <a:gd name="connsiteX52" fmla="*/ 11956675 w 12191999"/>
              <a:gd name="connsiteY52" fmla="*/ 6345890 h 6857999"/>
              <a:gd name="connsiteX53" fmla="*/ 11860464 w 12191999"/>
              <a:gd name="connsiteY53" fmla="*/ 6263672 h 6857999"/>
              <a:gd name="connsiteX54" fmla="*/ 11818462 w 12191999"/>
              <a:gd name="connsiteY54" fmla="*/ 6337276 h 6857999"/>
              <a:gd name="connsiteX55" fmla="*/ 11874379 w 12191999"/>
              <a:gd name="connsiteY55" fmla="*/ 6337276 h 6857999"/>
              <a:gd name="connsiteX56" fmla="*/ 6207123 w 12191999"/>
              <a:gd name="connsiteY56" fmla="*/ 2783761 h 6857999"/>
              <a:gd name="connsiteX57" fmla="*/ 6207123 w 12191999"/>
              <a:gd name="connsiteY57" fmla="*/ 5805486 h 6857999"/>
              <a:gd name="connsiteX58" fmla="*/ 12191998 w 12191999"/>
              <a:gd name="connsiteY58" fmla="*/ 5805486 h 6857999"/>
              <a:gd name="connsiteX59" fmla="*/ 12191998 w 12191999"/>
              <a:gd name="connsiteY59" fmla="*/ 2783761 h 6857999"/>
              <a:gd name="connsiteX60" fmla="*/ 0 w 12191999"/>
              <a:gd name="connsiteY60" fmla="*/ 0 h 6857999"/>
              <a:gd name="connsiteX61" fmla="*/ 12191999 w 12191999"/>
              <a:gd name="connsiteY61" fmla="*/ 0 h 6857999"/>
              <a:gd name="connsiteX62" fmla="*/ 12191999 w 12191999"/>
              <a:gd name="connsiteY62" fmla="*/ 6857999 h 6857999"/>
              <a:gd name="connsiteX63" fmla="*/ 0 w 12191999"/>
              <a:gd name="connsiteY6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2191999" h="6857999">
                <a:moveTo>
                  <a:pt x="11053041" y="6426573"/>
                </a:moveTo>
                <a:lnTo>
                  <a:pt x="11050822" y="6437746"/>
                </a:lnTo>
                <a:cubicBezTo>
                  <a:pt x="11059785" y="6437746"/>
                  <a:pt x="11062176" y="6439964"/>
                  <a:pt x="11060810" y="6447128"/>
                </a:cubicBezTo>
                <a:cubicBezTo>
                  <a:pt x="11060810" y="6447128"/>
                  <a:pt x="11035284" y="6577363"/>
                  <a:pt x="11032211" y="6591094"/>
                </a:cubicBezTo>
                <a:cubicBezTo>
                  <a:pt x="11029906" y="6601158"/>
                  <a:pt x="11029906" y="6603632"/>
                  <a:pt x="11018467" y="6603802"/>
                </a:cubicBezTo>
                <a:lnTo>
                  <a:pt x="11016247" y="6615060"/>
                </a:lnTo>
                <a:lnTo>
                  <a:pt x="11092482" y="6615060"/>
                </a:lnTo>
                <a:lnTo>
                  <a:pt x="11094702" y="6603802"/>
                </a:lnTo>
                <a:cubicBezTo>
                  <a:pt x="11086591" y="6603802"/>
                  <a:pt x="11082835" y="6601414"/>
                  <a:pt x="11084201" y="6594421"/>
                </a:cubicBezTo>
                <a:lnTo>
                  <a:pt x="11103238" y="6498386"/>
                </a:lnTo>
                <a:lnTo>
                  <a:pt x="11185961" y="6614975"/>
                </a:lnTo>
                <a:lnTo>
                  <a:pt x="11245549" y="6614975"/>
                </a:lnTo>
                <a:lnTo>
                  <a:pt x="11278758" y="6447042"/>
                </a:lnTo>
                <a:cubicBezTo>
                  <a:pt x="11280039" y="6440390"/>
                  <a:pt x="11281490" y="6437831"/>
                  <a:pt x="11289258" y="6437831"/>
                </a:cubicBezTo>
                <a:lnTo>
                  <a:pt x="11291478" y="6426573"/>
                </a:lnTo>
                <a:lnTo>
                  <a:pt x="11220963" y="6426573"/>
                </a:lnTo>
                <a:lnTo>
                  <a:pt x="11218743" y="6437831"/>
                </a:lnTo>
                <a:cubicBezTo>
                  <a:pt x="11225573" y="6437831"/>
                  <a:pt x="11227195" y="6440902"/>
                  <a:pt x="11226085" y="6446701"/>
                </a:cubicBezTo>
                <a:lnTo>
                  <a:pt x="11209182" y="6531989"/>
                </a:lnTo>
                <a:lnTo>
                  <a:pt x="11133203" y="6426573"/>
                </a:lnTo>
                <a:close/>
                <a:moveTo>
                  <a:pt x="11638248" y="6422479"/>
                </a:moveTo>
                <a:cubicBezTo>
                  <a:pt x="11543488" y="6424697"/>
                  <a:pt x="11522060" y="6455315"/>
                  <a:pt x="11508059" y="6511606"/>
                </a:cubicBezTo>
                <a:cubicBezTo>
                  <a:pt x="11493291" y="6570796"/>
                  <a:pt x="11504218" y="6618813"/>
                  <a:pt x="11594453" y="6618813"/>
                </a:cubicBezTo>
                <a:cubicBezTo>
                  <a:pt x="11620747" y="6618813"/>
                  <a:pt x="11676322" y="6614890"/>
                  <a:pt x="11676322" y="6614890"/>
                </a:cubicBezTo>
                <a:lnTo>
                  <a:pt x="11691347" y="6554165"/>
                </a:lnTo>
                <a:lnTo>
                  <a:pt x="11678456" y="6554165"/>
                </a:lnTo>
                <a:cubicBezTo>
                  <a:pt x="11676322" y="6564655"/>
                  <a:pt x="11664797" y="6568493"/>
                  <a:pt x="11605124" y="6568493"/>
                </a:cubicBezTo>
                <a:cubicBezTo>
                  <a:pt x="11569781" y="6568493"/>
                  <a:pt x="11554244" y="6564826"/>
                  <a:pt x="11567391" y="6512544"/>
                </a:cubicBezTo>
                <a:cubicBezTo>
                  <a:pt x="11574391" y="6484655"/>
                  <a:pt x="11588477" y="6472714"/>
                  <a:pt x="11631162" y="6471691"/>
                </a:cubicBezTo>
                <a:cubicBezTo>
                  <a:pt x="11682127" y="6470497"/>
                  <a:pt x="11688189" y="6477149"/>
                  <a:pt x="11686310" y="6486702"/>
                </a:cubicBezTo>
                <a:lnTo>
                  <a:pt x="11699628" y="6486702"/>
                </a:lnTo>
                <a:lnTo>
                  <a:pt x="11711665" y="6428791"/>
                </a:lnTo>
                <a:cubicBezTo>
                  <a:pt x="11711665" y="6428791"/>
                  <a:pt x="11668127" y="6421712"/>
                  <a:pt x="11638248" y="6422479"/>
                </a:cubicBezTo>
                <a:close/>
                <a:moveTo>
                  <a:pt x="11426447" y="6422479"/>
                </a:moveTo>
                <a:cubicBezTo>
                  <a:pt x="11331687" y="6424697"/>
                  <a:pt x="11310259" y="6455315"/>
                  <a:pt x="11296258" y="6511606"/>
                </a:cubicBezTo>
                <a:cubicBezTo>
                  <a:pt x="11281490" y="6570796"/>
                  <a:pt x="11292417" y="6618813"/>
                  <a:pt x="11382652" y="6618813"/>
                </a:cubicBezTo>
                <a:cubicBezTo>
                  <a:pt x="11408946" y="6618813"/>
                  <a:pt x="11464521" y="6614890"/>
                  <a:pt x="11464521" y="6614890"/>
                </a:cubicBezTo>
                <a:lnTo>
                  <a:pt x="11479546" y="6554165"/>
                </a:lnTo>
                <a:lnTo>
                  <a:pt x="11466655" y="6554165"/>
                </a:lnTo>
                <a:cubicBezTo>
                  <a:pt x="11464692" y="6564740"/>
                  <a:pt x="11452996" y="6568493"/>
                  <a:pt x="11393323" y="6568493"/>
                </a:cubicBezTo>
                <a:cubicBezTo>
                  <a:pt x="11357980" y="6568493"/>
                  <a:pt x="11342443" y="6564826"/>
                  <a:pt x="11355590" y="6512544"/>
                </a:cubicBezTo>
                <a:cubicBezTo>
                  <a:pt x="11362590" y="6484655"/>
                  <a:pt x="11376676" y="6472714"/>
                  <a:pt x="11419361" y="6471691"/>
                </a:cubicBezTo>
                <a:cubicBezTo>
                  <a:pt x="11470326" y="6470497"/>
                  <a:pt x="11476388" y="6477149"/>
                  <a:pt x="11474509" y="6486702"/>
                </a:cubicBezTo>
                <a:lnTo>
                  <a:pt x="11487827" y="6486702"/>
                </a:lnTo>
                <a:lnTo>
                  <a:pt x="11499864" y="6428791"/>
                </a:lnTo>
                <a:cubicBezTo>
                  <a:pt x="11499864" y="6428791"/>
                  <a:pt x="11456326" y="6421712"/>
                  <a:pt x="11426447" y="6422479"/>
                </a:cubicBezTo>
                <a:close/>
                <a:moveTo>
                  <a:pt x="11887526" y="6407980"/>
                </a:moveTo>
                <a:lnTo>
                  <a:pt x="11841341" y="6442095"/>
                </a:lnTo>
                <a:lnTo>
                  <a:pt x="11904087" y="6498641"/>
                </a:lnTo>
                <a:close/>
                <a:moveTo>
                  <a:pt x="11468875" y="6345890"/>
                </a:moveTo>
                <a:lnTo>
                  <a:pt x="11776375" y="6406871"/>
                </a:lnTo>
                <a:lnTo>
                  <a:pt x="11712604" y="6525763"/>
                </a:lnTo>
                <a:lnTo>
                  <a:pt x="11956675" y="6345890"/>
                </a:lnTo>
                <a:close/>
                <a:moveTo>
                  <a:pt x="11860464" y="6263672"/>
                </a:moveTo>
                <a:lnTo>
                  <a:pt x="11818462" y="6337276"/>
                </a:lnTo>
                <a:lnTo>
                  <a:pt x="11874379" y="6337276"/>
                </a:lnTo>
                <a:close/>
                <a:moveTo>
                  <a:pt x="6207123" y="2783761"/>
                </a:moveTo>
                <a:lnTo>
                  <a:pt x="6207123" y="5805486"/>
                </a:lnTo>
                <a:lnTo>
                  <a:pt x="12191998" y="5805486"/>
                </a:lnTo>
                <a:lnTo>
                  <a:pt x="12191998" y="2783761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51C999-5C57-4647-87B5-4C85882E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A6A03-6439-4A4B-A337-80B58150D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B3AFC-E431-E74D-B840-5F4A614B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4B1D99A-AEDF-0646-8308-BB8EB291DC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9375" y="6490801"/>
            <a:ext cx="4076700" cy="190800"/>
          </a:xfrm>
        </p:spPr>
        <p:txBody>
          <a:bodyPr anchor="ctr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2EED19-D548-7A49-87D9-A105FAFAC8BD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9" name="textruta 5">
              <a:extLst>
                <a:ext uri="{FF2B5EF4-FFF2-40B4-BE49-F238E27FC236}">
                  <a16:creationId xmlns:a16="http://schemas.microsoft.com/office/drawing/2014/main" id="{9119FB30-583F-B04F-8F9F-ED93BF9B51E3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10" name="textruta 8">
              <a:extLst>
                <a:ext uri="{FF2B5EF4-FFF2-40B4-BE49-F238E27FC236}">
                  <a16:creationId xmlns:a16="http://schemas.microsoft.com/office/drawing/2014/main" id="{12D9A737-3595-1A48-BD29-DB3F81984A91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ktangel 9">
              <a:extLst>
                <a:ext uri="{FF2B5EF4-FFF2-40B4-BE49-F238E27FC236}">
                  <a16:creationId xmlns:a16="http://schemas.microsoft.com/office/drawing/2014/main" id="{8FFE9C6E-D229-B649-8C68-CAA56A0FC288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2" name="Rektangel 10">
              <a:extLst>
                <a:ext uri="{FF2B5EF4-FFF2-40B4-BE49-F238E27FC236}">
                  <a16:creationId xmlns:a16="http://schemas.microsoft.com/office/drawing/2014/main" id="{F7C45766-93F2-884D-82F4-1A489FFE6A74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14" name="Group 42">
            <a:extLst>
              <a:ext uri="{FF2B5EF4-FFF2-40B4-BE49-F238E27FC236}">
                <a16:creationId xmlns:a16="http://schemas.microsoft.com/office/drawing/2014/main" id="{8FD88C47-EA83-954E-AF0B-FC7F4A0654B2}"/>
              </a:ext>
            </a:extLst>
          </p:cNvPr>
          <p:cNvGrpSpPr/>
          <p:nvPr/>
        </p:nvGrpSpPr>
        <p:grpSpPr>
          <a:xfrm>
            <a:off x="12395260" y="2232558"/>
            <a:ext cx="1681523" cy="1615827"/>
            <a:chOff x="12395260" y="2295907"/>
            <a:chExt cx="1681523" cy="1615827"/>
          </a:xfrm>
        </p:grpSpPr>
        <p:sp>
          <p:nvSpPr>
            <p:cNvPr id="16" name="textruta 12">
              <a:extLst>
                <a:ext uri="{FF2B5EF4-FFF2-40B4-BE49-F238E27FC236}">
                  <a16:creationId xmlns:a16="http://schemas.microsoft.com/office/drawing/2014/main" id="{2EB0AFBC-CDAB-DE4F-8462-14083B02C329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17" name="Picture 9">
              <a:extLst>
                <a:ext uri="{FF2B5EF4-FFF2-40B4-BE49-F238E27FC236}">
                  <a16:creationId xmlns:a16="http://schemas.microsoft.com/office/drawing/2014/main" id="{5F6D9092-BB0A-6841-889E-3C622C597E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18" name="Oval 4">
              <a:extLst>
                <a:ext uri="{FF2B5EF4-FFF2-40B4-BE49-F238E27FC236}">
                  <a16:creationId xmlns:a16="http://schemas.microsoft.com/office/drawing/2014/main" id="{979841BE-6638-894B-8422-718613C5A81C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19" name="Connector: Elbow 131">
              <a:extLst>
                <a:ext uri="{FF2B5EF4-FFF2-40B4-BE49-F238E27FC236}">
                  <a16:creationId xmlns:a16="http://schemas.microsoft.com/office/drawing/2014/main" id="{45A06A19-F9ED-E94C-9452-B63B72C44EF3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!!Streck 3">
            <a:extLst>
              <a:ext uri="{FF2B5EF4-FFF2-40B4-BE49-F238E27FC236}">
                <a16:creationId xmlns:a16="http://schemas.microsoft.com/office/drawing/2014/main" id="{74F4D3F7-7177-8CC6-7819-EF0FF6DAF615}"/>
              </a:ext>
            </a:extLst>
          </p:cNvPr>
          <p:cNvCxnSpPr>
            <a:cxnSpLocks/>
          </p:cNvCxnSpPr>
          <p:nvPr/>
        </p:nvCxnSpPr>
        <p:spPr>
          <a:xfrm>
            <a:off x="6700837" y="3145326"/>
            <a:ext cx="0" cy="229859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0C1CA4F-9F49-B63C-BEEC-0900BA9324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42326" y="3388414"/>
            <a:ext cx="4314466" cy="3553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F4BCBD33-E795-11B5-BFD2-AFB7BC8665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2326" y="3929397"/>
            <a:ext cx="4316400" cy="128186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9823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vi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D848DC6-CC02-E248-91A4-4EB5BBCC2F69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 movie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EA373-51A9-E949-BD26-FF9827B7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6E785-5C44-244C-A2BC-DE6F085DA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011E2-1A09-DB4A-9F91-AFC59C49E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667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headline and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AC902-B7F6-0E4E-8B98-EB0D8FC7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64B5F-01D2-E045-855B-ED5FCEE5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057A1-4A00-5948-A7A4-F7CC3B6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55908659-6B67-D140-B61B-8BD88EE0158F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459473" y="1047750"/>
            <a:ext cx="5248994" cy="476250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on the icon to add a chart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47BDEEE-9A26-8B4A-B620-53847FDBEC22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26" name="Frihandsfigur 74">
              <a:extLst>
                <a:ext uri="{FF2B5EF4-FFF2-40B4-BE49-F238E27FC236}">
                  <a16:creationId xmlns:a16="http://schemas.microsoft.com/office/drawing/2014/main" id="{FD0D1376-BE63-4C44-881E-B9BF9C566C8E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ihandsfigur 75">
              <a:extLst>
                <a:ext uri="{FF2B5EF4-FFF2-40B4-BE49-F238E27FC236}">
                  <a16:creationId xmlns:a16="http://schemas.microsoft.com/office/drawing/2014/main" id="{32E4BC71-1297-6A4D-86BB-8BF9D2D6D2CD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ihandsfigur 76">
              <a:extLst>
                <a:ext uri="{FF2B5EF4-FFF2-40B4-BE49-F238E27FC236}">
                  <a16:creationId xmlns:a16="http://schemas.microsoft.com/office/drawing/2014/main" id="{E9D0E3A0-60A2-6C42-8FD1-375413F40889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ihandsfigur 78">
              <a:extLst>
                <a:ext uri="{FF2B5EF4-FFF2-40B4-BE49-F238E27FC236}">
                  <a16:creationId xmlns:a16="http://schemas.microsoft.com/office/drawing/2014/main" id="{C5F84FC9-E2FE-744B-99A3-A99AAD228F32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ihandsfigur 79">
              <a:extLst>
                <a:ext uri="{FF2B5EF4-FFF2-40B4-BE49-F238E27FC236}">
                  <a16:creationId xmlns:a16="http://schemas.microsoft.com/office/drawing/2014/main" id="{5DD76491-C56A-B94F-8B37-35B4F28DC246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ihandsfigur 80">
              <a:extLst>
                <a:ext uri="{FF2B5EF4-FFF2-40B4-BE49-F238E27FC236}">
                  <a16:creationId xmlns:a16="http://schemas.microsoft.com/office/drawing/2014/main" id="{B5A76D1B-5767-0441-B90B-B69ED6BA2F9D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A7C7BAAE-F07A-1446-A998-FC1A96F4EA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533" y="518825"/>
            <a:ext cx="5248993" cy="3557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0"/>
              <a:t>Click to add a headline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473E4966-2266-E94A-8022-163327143A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400" y="4302961"/>
            <a:ext cx="5248992" cy="1281863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9638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arts and small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E5346-F04D-4847-A2FF-8BE30977D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6978C-8762-754A-B648-D3E827BF6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6F177-377F-D640-BB1F-51613A18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088F87A-B68E-A449-9070-86FC4125D5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400" y="2037063"/>
            <a:ext cx="3600000" cy="240199"/>
          </a:xfrm>
        </p:spPr>
        <p:txBody>
          <a:bodyPr/>
          <a:lstStyle>
            <a:lvl1pPr marL="0" indent="0" algn="ctr">
              <a:buNone/>
              <a:defRPr sz="1800" b="1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805C4B-D0C6-4C44-8826-AEC0FC16FC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6000" y="2037063"/>
            <a:ext cx="3600000" cy="240199"/>
          </a:xfrm>
        </p:spPr>
        <p:txBody>
          <a:bodyPr/>
          <a:lstStyle>
            <a:lvl1pPr marL="0" indent="0" algn="ctr">
              <a:buNone/>
              <a:defRPr sz="1800" b="1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F290C9-0514-C84E-BBF7-BB7CD76FC4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09600" y="2037063"/>
            <a:ext cx="3600000" cy="240199"/>
          </a:xfrm>
        </p:spPr>
        <p:txBody>
          <a:bodyPr/>
          <a:lstStyle>
            <a:lvl1pPr marL="0" indent="0" algn="ctr">
              <a:buNone/>
              <a:defRPr sz="1800" b="1"/>
            </a:lvl1pPr>
            <a:lvl2pPr marL="226800" indent="0">
              <a:buNone/>
              <a:defRPr sz="1800"/>
            </a:lvl2pPr>
            <a:lvl3pPr marL="453600" indent="0">
              <a:buNone/>
              <a:defRPr sz="1800"/>
            </a:lvl3pPr>
            <a:lvl4pPr marL="673200" indent="0">
              <a:buNone/>
              <a:defRPr sz="1800"/>
            </a:lvl4pPr>
            <a:lvl5pPr marL="892800" indent="0">
              <a:buNone/>
              <a:defRPr sz="1800"/>
            </a:lvl5pPr>
          </a:lstStyle>
          <a:p>
            <a:pPr lvl="0"/>
            <a:r>
              <a:rPr lang="en-US" noProof="0"/>
              <a:t>A short headline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A4BC315E-3DDF-0546-B8BC-6483F4CB462E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482400" y="2385488"/>
            <a:ext cx="3600000" cy="342000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on the icon to add a chart</a:t>
            </a:r>
          </a:p>
        </p:txBody>
      </p:sp>
      <p:sp>
        <p:nvSpPr>
          <p:cNvPr id="11" name="Chart Placeholder 9">
            <a:extLst>
              <a:ext uri="{FF2B5EF4-FFF2-40B4-BE49-F238E27FC236}">
                <a16:creationId xmlns:a16="http://schemas.microsoft.com/office/drawing/2014/main" id="{A79246D4-7B48-2845-AD93-AF70DEDD516C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296000" y="2385488"/>
            <a:ext cx="3600000" cy="342000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on the icon to add a chart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D95814D9-C3E8-644D-9FF9-A807550DF020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8109600" y="2385488"/>
            <a:ext cx="3600000" cy="342000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on the icon to add a chart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4E34D7-33BE-D14C-B020-2DB970451DB4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14" name="Frihandsfigur 74">
              <a:extLst>
                <a:ext uri="{FF2B5EF4-FFF2-40B4-BE49-F238E27FC236}">
                  <a16:creationId xmlns:a16="http://schemas.microsoft.com/office/drawing/2014/main" id="{4C3F7172-B3C3-5546-9D73-49B5D1AE00A8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5" name="Frihandsfigur 75">
              <a:extLst>
                <a:ext uri="{FF2B5EF4-FFF2-40B4-BE49-F238E27FC236}">
                  <a16:creationId xmlns:a16="http://schemas.microsoft.com/office/drawing/2014/main" id="{59C8CB00-83F5-7347-89BA-1452595AFF37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ihandsfigur 76">
              <a:extLst>
                <a:ext uri="{FF2B5EF4-FFF2-40B4-BE49-F238E27FC236}">
                  <a16:creationId xmlns:a16="http://schemas.microsoft.com/office/drawing/2014/main" id="{2D2C7DD8-AE4C-5547-959F-61F89E7E650A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ihandsfigur 78">
              <a:extLst>
                <a:ext uri="{FF2B5EF4-FFF2-40B4-BE49-F238E27FC236}">
                  <a16:creationId xmlns:a16="http://schemas.microsoft.com/office/drawing/2014/main" id="{3778B4B8-9AD2-5A45-B137-A340A39A2910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ihandsfigur 79">
              <a:extLst>
                <a:ext uri="{FF2B5EF4-FFF2-40B4-BE49-F238E27FC236}">
                  <a16:creationId xmlns:a16="http://schemas.microsoft.com/office/drawing/2014/main" id="{6F22FA66-AA15-E844-8B19-DAE291ECF4D2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ihandsfigur 80">
              <a:extLst>
                <a:ext uri="{FF2B5EF4-FFF2-40B4-BE49-F238E27FC236}">
                  <a16:creationId xmlns:a16="http://schemas.microsoft.com/office/drawing/2014/main" id="{B20ABAAD-A429-AF45-BA2D-2895400A53CB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DD4D621-01F9-154A-BD8F-45F533AC04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11243813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23" name="Group 42">
            <a:extLst>
              <a:ext uri="{FF2B5EF4-FFF2-40B4-BE49-F238E27FC236}">
                <a16:creationId xmlns:a16="http://schemas.microsoft.com/office/drawing/2014/main" id="{B5B1E7B3-3AF2-8F41-915A-6E7FE1228CAC}"/>
              </a:ext>
            </a:extLst>
          </p:cNvPr>
          <p:cNvGrpSpPr/>
          <p:nvPr/>
        </p:nvGrpSpPr>
        <p:grpSpPr>
          <a:xfrm>
            <a:off x="12395260" y="69249"/>
            <a:ext cx="1681523" cy="1615827"/>
            <a:chOff x="12395260" y="2295907"/>
            <a:chExt cx="1681523" cy="1615827"/>
          </a:xfrm>
        </p:grpSpPr>
        <p:sp>
          <p:nvSpPr>
            <p:cNvPr id="24" name="textruta 12">
              <a:extLst>
                <a:ext uri="{FF2B5EF4-FFF2-40B4-BE49-F238E27FC236}">
                  <a16:creationId xmlns:a16="http://schemas.microsoft.com/office/drawing/2014/main" id="{E4280D79-D230-A447-B0B0-8BEFD180B411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5" name="Picture 9">
              <a:extLst>
                <a:ext uri="{FF2B5EF4-FFF2-40B4-BE49-F238E27FC236}">
                  <a16:creationId xmlns:a16="http://schemas.microsoft.com/office/drawing/2014/main" id="{0AD57515-DE95-1843-9EAD-DBA41984EB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6" name="Oval 4">
              <a:extLst>
                <a:ext uri="{FF2B5EF4-FFF2-40B4-BE49-F238E27FC236}">
                  <a16:creationId xmlns:a16="http://schemas.microsoft.com/office/drawing/2014/main" id="{95EF3020-88A3-5F4D-9D4F-D59BC00BAF4E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7" name="Connector: Elbow 131">
              <a:extLst>
                <a:ext uri="{FF2B5EF4-FFF2-40B4-BE49-F238E27FC236}">
                  <a16:creationId xmlns:a16="http://schemas.microsoft.com/office/drawing/2014/main" id="{E5828033-BF0A-5843-A1DD-8BB016443C1A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0195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, text and 1 or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73242-1CF3-AD47-9D3D-58AEEB12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57C4F-6580-EE41-AD27-DB34A394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F26E7-3456-2043-A566-8D98C428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4DE0B3-90DB-5D4F-B865-A20D163FFF87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16" name="Frihandsfigur 74">
              <a:extLst>
                <a:ext uri="{FF2B5EF4-FFF2-40B4-BE49-F238E27FC236}">
                  <a16:creationId xmlns:a16="http://schemas.microsoft.com/office/drawing/2014/main" id="{9979C932-1680-9943-9FC9-6B8CBDC21454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ihandsfigur 75">
              <a:extLst>
                <a:ext uri="{FF2B5EF4-FFF2-40B4-BE49-F238E27FC236}">
                  <a16:creationId xmlns:a16="http://schemas.microsoft.com/office/drawing/2014/main" id="{2D789AB7-89D2-AA4F-96CD-CA220649C1FF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ihandsfigur 76">
              <a:extLst>
                <a:ext uri="{FF2B5EF4-FFF2-40B4-BE49-F238E27FC236}">
                  <a16:creationId xmlns:a16="http://schemas.microsoft.com/office/drawing/2014/main" id="{C7297E1B-B664-6C43-B9EE-8669FA407A94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ihandsfigur 78">
              <a:extLst>
                <a:ext uri="{FF2B5EF4-FFF2-40B4-BE49-F238E27FC236}">
                  <a16:creationId xmlns:a16="http://schemas.microsoft.com/office/drawing/2014/main" id="{CA5BE447-23D5-D74A-ABFC-9D26F5E09222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ihandsfigur 79">
              <a:extLst>
                <a:ext uri="{FF2B5EF4-FFF2-40B4-BE49-F238E27FC236}">
                  <a16:creationId xmlns:a16="http://schemas.microsoft.com/office/drawing/2014/main" id="{415A90B3-FC7B-9F40-8216-9E17FBF912B9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ihandsfigur 80">
              <a:extLst>
                <a:ext uri="{FF2B5EF4-FFF2-40B4-BE49-F238E27FC236}">
                  <a16:creationId xmlns:a16="http://schemas.microsoft.com/office/drawing/2014/main" id="{4E8C5023-092D-5C4A-88AE-B63F28ACB16A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D8BB5F-224A-4947-A26D-C5C93EB8170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2601" y="2030400"/>
            <a:ext cx="5248275" cy="3780000"/>
          </a:xfrm>
        </p:spPr>
        <p:txBody>
          <a:bodyPr/>
          <a:lstStyle/>
          <a:p>
            <a:pPr lvl="0"/>
            <a:r>
              <a:rPr lang="en-US" noProof="0"/>
              <a:t>Click to add text or click on the chart icon to add a chart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381FA6C5-9528-8C4C-AA7A-A4B3F0A8E59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07125" y="2030400"/>
            <a:ext cx="5248275" cy="3780000"/>
          </a:xfrm>
        </p:spPr>
        <p:txBody>
          <a:bodyPr/>
          <a:lstStyle/>
          <a:p>
            <a:pPr lvl="0"/>
            <a:r>
              <a:rPr lang="en-US" noProof="0"/>
              <a:t>Click to add text or click on the chart icon to add a chart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5FB54C5-B1FC-9945-825C-C909AF4DD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11243813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25" name="Group 42">
            <a:extLst>
              <a:ext uri="{FF2B5EF4-FFF2-40B4-BE49-F238E27FC236}">
                <a16:creationId xmlns:a16="http://schemas.microsoft.com/office/drawing/2014/main" id="{0CF52416-27EF-4942-B230-68092BA8FC40}"/>
              </a:ext>
            </a:extLst>
          </p:cNvPr>
          <p:cNvGrpSpPr/>
          <p:nvPr/>
        </p:nvGrpSpPr>
        <p:grpSpPr>
          <a:xfrm>
            <a:off x="12395260" y="69249"/>
            <a:ext cx="1681523" cy="1615827"/>
            <a:chOff x="12395260" y="2295907"/>
            <a:chExt cx="1681523" cy="1615827"/>
          </a:xfrm>
        </p:grpSpPr>
        <p:sp>
          <p:nvSpPr>
            <p:cNvPr id="26" name="textruta 12">
              <a:extLst>
                <a:ext uri="{FF2B5EF4-FFF2-40B4-BE49-F238E27FC236}">
                  <a16:creationId xmlns:a16="http://schemas.microsoft.com/office/drawing/2014/main" id="{BE3895CB-242B-4E49-949D-77C481393914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7" name="Picture 9">
              <a:extLst>
                <a:ext uri="{FF2B5EF4-FFF2-40B4-BE49-F238E27FC236}">
                  <a16:creationId xmlns:a16="http://schemas.microsoft.com/office/drawing/2014/main" id="{BC03687F-125F-7A48-A017-54DD86A8B6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8" name="Oval 4">
              <a:extLst>
                <a:ext uri="{FF2B5EF4-FFF2-40B4-BE49-F238E27FC236}">
                  <a16:creationId xmlns:a16="http://schemas.microsoft.com/office/drawing/2014/main" id="{97CBB333-E89B-8447-8609-DFEA20258D1C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9" name="Connector: Elbow 131">
              <a:extLst>
                <a:ext uri="{FF2B5EF4-FFF2-40B4-BE49-F238E27FC236}">
                  <a16:creationId xmlns:a16="http://schemas.microsoft.com/office/drawing/2014/main" id="{743878AD-C100-9847-9AB5-9E2F25F0A032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549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B94560-17E8-7D42-994B-955C300B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970E0-4695-8D43-ADF9-78F15B8BD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94685-B5A9-F342-B4AC-DF0C5DF0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C2B0622E-D084-B14C-BF15-CBE2455E74C6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82400" y="1810800"/>
            <a:ext cx="11234738" cy="400685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on the icon to add a chart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B3DC01-E5B9-FC41-9856-6A6AD5E15D4B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11" name="Frihandsfigur 74">
              <a:extLst>
                <a:ext uri="{FF2B5EF4-FFF2-40B4-BE49-F238E27FC236}">
                  <a16:creationId xmlns:a16="http://schemas.microsoft.com/office/drawing/2014/main" id="{5067B672-8662-3B4F-AAA2-E59AB7FD1D54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ihandsfigur 75">
              <a:extLst>
                <a:ext uri="{FF2B5EF4-FFF2-40B4-BE49-F238E27FC236}">
                  <a16:creationId xmlns:a16="http://schemas.microsoft.com/office/drawing/2014/main" id="{835854F0-9A1B-A849-903E-48B1CE02513E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3" name="Frihandsfigur 76">
              <a:extLst>
                <a:ext uri="{FF2B5EF4-FFF2-40B4-BE49-F238E27FC236}">
                  <a16:creationId xmlns:a16="http://schemas.microsoft.com/office/drawing/2014/main" id="{61629530-1C8D-854D-8D2B-73B5B6C54BB3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ihandsfigur 78">
              <a:extLst>
                <a:ext uri="{FF2B5EF4-FFF2-40B4-BE49-F238E27FC236}">
                  <a16:creationId xmlns:a16="http://schemas.microsoft.com/office/drawing/2014/main" id="{A787CA22-CE0C-6C43-B01A-A3F511CDD207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5" name="Frihandsfigur 79">
              <a:extLst>
                <a:ext uri="{FF2B5EF4-FFF2-40B4-BE49-F238E27FC236}">
                  <a16:creationId xmlns:a16="http://schemas.microsoft.com/office/drawing/2014/main" id="{0B6E6F8A-E117-264A-BCA5-E1A3CBA93A2B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ihandsfigur 80">
              <a:extLst>
                <a:ext uri="{FF2B5EF4-FFF2-40B4-BE49-F238E27FC236}">
                  <a16:creationId xmlns:a16="http://schemas.microsoft.com/office/drawing/2014/main" id="{9B026A3E-3FDF-0044-9243-046678456D8E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103019D-07AC-284F-B937-3FB535F3E6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11243813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19" name="Group 42">
            <a:extLst>
              <a:ext uri="{FF2B5EF4-FFF2-40B4-BE49-F238E27FC236}">
                <a16:creationId xmlns:a16="http://schemas.microsoft.com/office/drawing/2014/main" id="{A9574AB5-433C-8641-A406-5C24424EB45F}"/>
              </a:ext>
            </a:extLst>
          </p:cNvPr>
          <p:cNvGrpSpPr/>
          <p:nvPr/>
        </p:nvGrpSpPr>
        <p:grpSpPr>
          <a:xfrm>
            <a:off x="12395260" y="69249"/>
            <a:ext cx="1681523" cy="1615827"/>
            <a:chOff x="12395260" y="2295907"/>
            <a:chExt cx="1681523" cy="1615827"/>
          </a:xfrm>
        </p:grpSpPr>
        <p:sp>
          <p:nvSpPr>
            <p:cNvPr id="20" name="textruta 12">
              <a:extLst>
                <a:ext uri="{FF2B5EF4-FFF2-40B4-BE49-F238E27FC236}">
                  <a16:creationId xmlns:a16="http://schemas.microsoft.com/office/drawing/2014/main" id="{3D640B0F-0F62-744B-B396-F295C259622B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1" name="Picture 9">
              <a:extLst>
                <a:ext uri="{FF2B5EF4-FFF2-40B4-BE49-F238E27FC236}">
                  <a16:creationId xmlns:a16="http://schemas.microsoft.com/office/drawing/2014/main" id="{AE61D5BB-B9B0-C643-987C-F22AC9A4E0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2" name="Oval 4">
              <a:extLst>
                <a:ext uri="{FF2B5EF4-FFF2-40B4-BE49-F238E27FC236}">
                  <a16:creationId xmlns:a16="http://schemas.microsoft.com/office/drawing/2014/main" id="{715E97FC-35AA-0945-B854-7D204FB4CB31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3" name="Connector: Elbow 131">
              <a:extLst>
                <a:ext uri="{FF2B5EF4-FFF2-40B4-BE49-F238E27FC236}">
                  <a16:creationId xmlns:a16="http://schemas.microsoft.com/office/drawing/2014/main" id="{17E12702-1F88-AA40-AC34-C5293DDCF52C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265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1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375A1C2-DB84-AE49-A14D-B16C79AA08FC}"/>
              </a:ext>
            </a:extLst>
          </p:cNvPr>
          <p:cNvSpPr/>
          <p:nvPr/>
        </p:nvSpPr>
        <p:spPr>
          <a:xfrm>
            <a:off x="-1" y="0"/>
            <a:ext cx="907415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F83338-7BA0-6142-BF82-58FFDC76E06F}"/>
              </a:ext>
            </a:extLst>
          </p:cNvPr>
          <p:cNvSpPr/>
          <p:nvPr/>
        </p:nvSpPr>
        <p:spPr>
          <a:xfrm>
            <a:off x="8945880" y="0"/>
            <a:ext cx="3246120" cy="496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852EF-6A40-EA4B-AF01-3674A6CDB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8800" y="6492075"/>
            <a:ext cx="757125" cy="190800"/>
          </a:xfrm>
        </p:spPr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D2B8C-24FF-BC4E-AFFF-54EC5E2B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7999" y="6492075"/>
            <a:ext cx="4166875" cy="190800"/>
          </a:xfrm>
        </p:spPr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50E6B-B658-9649-BF4D-A1C8A211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2400" y="6492075"/>
            <a:ext cx="355800" cy="190800"/>
          </a:xfrm>
        </p:spPr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CD90F0-643B-4840-8A3F-A1447A02817E}"/>
              </a:ext>
            </a:extLst>
          </p:cNvPr>
          <p:cNvGrpSpPr/>
          <p:nvPr/>
        </p:nvGrpSpPr>
        <p:grpSpPr>
          <a:xfrm>
            <a:off x="12395260" y="-12189"/>
            <a:ext cx="1681523" cy="2112003"/>
            <a:chOff x="12395260" y="-12189"/>
            <a:chExt cx="1681523" cy="2112003"/>
          </a:xfrm>
        </p:grpSpPr>
        <p:sp>
          <p:nvSpPr>
            <p:cNvPr id="21" name="textruta 5">
              <a:extLst>
                <a:ext uri="{FF2B5EF4-FFF2-40B4-BE49-F238E27FC236}">
                  <a16:creationId xmlns:a16="http://schemas.microsoft.com/office/drawing/2014/main" id="{8CBCF54A-8D6E-CA4D-8A28-30F50E05C78D}"/>
                </a:ext>
              </a:extLst>
            </p:cNvPr>
            <p:cNvSpPr txBox="1"/>
            <p:nvPr/>
          </p:nvSpPr>
          <p:spPr>
            <a:xfrm>
              <a:off x="12395260" y="1453483"/>
              <a:ext cx="1681523" cy="646331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textboxes disappears after adding or changing an image,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right click the image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use – </a:t>
              </a:r>
              <a:r>
                <a:rPr lang="en-US" sz="900" b="1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 to back</a:t>
              </a:r>
            </a:p>
          </p:txBody>
        </p:sp>
        <p:sp>
          <p:nvSpPr>
            <p:cNvPr id="22" name="textruta 8">
              <a:extLst>
                <a:ext uri="{FF2B5EF4-FFF2-40B4-BE49-F238E27FC236}">
                  <a16:creationId xmlns:a16="http://schemas.microsoft.com/office/drawing/2014/main" id="{14F9EBB7-D9C8-5843-B06F-61E5A1352D0D}"/>
                </a:ext>
              </a:extLst>
            </p:cNvPr>
            <p:cNvSpPr txBox="1"/>
            <p:nvPr/>
          </p:nvSpPr>
          <p:spPr>
            <a:xfrm>
              <a:off x="12395260" y="-12189"/>
              <a:ext cx="1681523" cy="13388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change the color of the logo, right click outside work area,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Format Background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 context menu and choose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 fill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White or Black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ktangel 9">
              <a:extLst>
                <a:ext uri="{FF2B5EF4-FFF2-40B4-BE49-F238E27FC236}">
                  <a16:creationId xmlns:a16="http://schemas.microsoft.com/office/drawing/2014/main" id="{6349365F-772F-C840-8F16-30D133DA87D3}"/>
                </a:ext>
              </a:extLst>
            </p:cNvPr>
            <p:cNvSpPr/>
            <p:nvPr/>
          </p:nvSpPr>
          <p:spPr>
            <a:xfrm>
              <a:off x="13255337" y="926211"/>
              <a:ext cx="341194" cy="3059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4" name="Rektangel 10">
              <a:extLst>
                <a:ext uri="{FF2B5EF4-FFF2-40B4-BE49-F238E27FC236}">
                  <a16:creationId xmlns:a16="http://schemas.microsoft.com/office/drawing/2014/main" id="{2E931A5C-2656-E640-AC4E-8768FBF9A8D8}"/>
                </a:ext>
              </a:extLst>
            </p:cNvPr>
            <p:cNvSpPr/>
            <p:nvPr/>
          </p:nvSpPr>
          <p:spPr>
            <a:xfrm>
              <a:off x="12833410" y="926211"/>
              <a:ext cx="341194" cy="3059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18" name="Chart Placeholder 8">
            <a:extLst>
              <a:ext uri="{FF2B5EF4-FFF2-40B4-BE49-F238E27FC236}">
                <a16:creationId xmlns:a16="http://schemas.microsoft.com/office/drawing/2014/main" id="{152E9E67-A399-844B-B59B-EA6DF158A82F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482399" y="2030400"/>
            <a:ext cx="8110365" cy="3772174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on the icon to add a chart</a:t>
            </a:r>
          </a:p>
        </p:txBody>
      </p:sp>
      <p:sp>
        <p:nvSpPr>
          <p:cNvPr id="16" name="Picture Placeholder 32">
            <a:extLst>
              <a:ext uri="{FF2B5EF4-FFF2-40B4-BE49-F238E27FC236}">
                <a16:creationId xmlns:a16="http://schemas.microsoft.com/office/drawing/2014/main" id="{80CC8580-AF53-BF4E-A77D-289233D979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74150" y="0"/>
            <a:ext cx="3123503" cy="6857998"/>
          </a:xfrm>
          <a:custGeom>
            <a:avLst/>
            <a:gdLst>
              <a:gd name="connsiteX0" fmla="*/ 1978892 w 3123503"/>
              <a:gd name="connsiteY0" fmla="*/ 6426574 h 6857998"/>
              <a:gd name="connsiteX1" fmla="*/ 1976673 w 3123503"/>
              <a:gd name="connsiteY1" fmla="*/ 6437747 h 6857998"/>
              <a:gd name="connsiteX2" fmla="*/ 1986661 w 3123503"/>
              <a:gd name="connsiteY2" fmla="*/ 6447129 h 6857998"/>
              <a:gd name="connsiteX3" fmla="*/ 1958062 w 3123503"/>
              <a:gd name="connsiteY3" fmla="*/ 6591095 h 6857998"/>
              <a:gd name="connsiteX4" fmla="*/ 1944318 w 3123503"/>
              <a:gd name="connsiteY4" fmla="*/ 6603803 h 6857998"/>
              <a:gd name="connsiteX5" fmla="*/ 1942098 w 3123503"/>
              <a:gd name="connsiteY5" fmla="*/ 6615061 h 6857998"/>
              <a:gd name="connsiteX6" fmla="*/ 2018333 w 3123503"/>
              <a:gd name="connsiteY6" fmla="*/ 6615061 h 6857998"/>
              <a:gd name="connsiteX7" fmla="*/ 2020553 w 3123503"/>
              <a:gd name="connsiteY7" fmla="*/ 6603803 h 6857998"/>
              <a:gd name="connsiteX8" fmla="*/ 2010052 w 3123503"/>
              <a:gd name="connsiteY8" fmla="*/ 6594422 h 6857998"/>
              <a:gd name="connsiteX9" fmla="*/ 2029089 w 3123503"/>
              <a:gd name="connsiteY9" fmla="*/ 6498387 h 6857998"/>
              <a:gd name="connsiteX10" fmla="*/ 2111812 w 3123503"/>
              <a:gd name="connsiteY10" fmla="*/ 6614976 h 6857998"/>
              <a:gd name="connsiteX11" fmla="*/ 2171400 w 3123503"/>
              <a:gd name="connsiteY11" fmla="*/ 6614976 h 6857998"/>
              <a:gd name="connsiteX12" fmla="*/ 2204609 w 3123503"/>
              <a:gd name="connsiteY12" fmla="*/ 6447043 h 6857998"/>
              <a:gd name="connsiteX13" fmla="*/ 2215109 w 3123503"/>
              <a:gd name="connsiteY13" fmla="*/ 6437832 h 6857998"/>
              <a:gd name="connsiteX14" fmla="*/ 2217329 w 3123503"/>
              <a:gd name="connsiteY14" fmla="*/ 6426574 h 6857998"/>
              <a:gd name="connsiteX15" fmla="*/ 2146814 w 3123503"/>
              <a:gd name="connsiteY15" fmla="*/ 6426574 h 6857998"/>
              <a:gd name="connsiteX16" fmla="*/ 2144594 w 3123503"/>
              <a:gd name="connsiteY16" fmla="*/ 6437832 h 6857998"/>
              <a:gd name="connsiteX17" fmla="*/ 2151936 w 3123503"/>
              <a:gd name="connsiteY17" fmla="*/ 6446702 h 6857998"/>
              <a:gd name="connsiteX18" fmla="*/ 2135033 w 3123503"/>
              <a:gd name="connsiteY18" fmla="*/ 6531990 h 6857998"/>
              <a:gd name="connsiteX19" fmla="*/ 2059054 w 3123503"/>
              <a:gd name="connsiteY19" fmla="*/ 6426574 h 6857998"/>
              <a:gd name="connsiteX20" fmla="*/ 2564099 w 3123503"/>
              <a:gd name="connsiteY20" fmla="*/ 6422480 h 6857998"/>
              <a:gd name="connsiteX21" fmla="*/ 2433910 w 3123503"/>
              <a:gd name="connsiteY21" fmla="*/ 6511607 h 6857998"/>
              <a:gd name="connsiteX22" fmla="*/ 2520304 w 3123503"/>
              <a:gd name="connsiteY22" fmla="*/ 6618814 h 6857998"/>
              <a:gd name="connsiteX23" fmla="*/ 2602173 w 3123503"/>
              <a:gd name="connsiteY23" fmla="*/ 6614891 h 6857998"/>
              <a:gd name="connsiteX24" fmla="*/ 2617198 w 3123503"/>
              <a:gd name="connsiteY24" fmla="*/ 6554166 h 6857998"/>
              <a:gd name="connsiteX25" fmla="*/ 2604307 w 3123503"/>
              <a:gd name="connsiteY25" fmla="*/ 6554166 h 6857998"/>
              <a:gd name="connsiteX26" fmla="*/ 2530975 w 3123503"/>
              <a:gd name="connsiteY26" fmla="*/ 6568494 h 6857998"/>
              <a:gd name="connsiteX27" fmla="*/ 2493242 w 3123503"/>
              <a:gd name="connsiteY27" fmla="*/ 6512545 h 6857998"/>
              <a:gd name="connsiteX28" fmla="*/ 2557013 w 3123503"/>
              <a:gd name="connsiteY28" fmla="*/ 6471692 h 6857998"/>
              <a:gd name="connsiteX29" fmla="*/ 2612161 w 3123503"/>
              <a:gd name="connsiteY29" fmla="*/ 6486703 h 6857998"/>
              <a:gd name="connsiteX30" fmla="*/ 2625479 w 3123503"/>
              <a:gd name="connsiteY30" fmla="*/ 6486703 h 6857998"/>
              <a:gd name="connsiteX31" fmla="*/ 2637516 w 3123503"/>
              <a:gd name="connsiteY31" fmla="*/ 6428792 h 6857998"/>
              <a:gd name="connsiteX32" fmla="*/ 2564099 w 3123503"/>
              <a:gd name="connsiteY32" fmla="*/ 6422480 h 6857998"/>
              <a:gd name="connsiteX33" fmla="*/ 2352298 w 3123503"/>
              <a:gd name="connsiteY33" fmla="*/ 6422480 h 6857998"/>
              <a:gd name="connsiteX34" fmla="*/ 2222109 w 3123503"/>
              <a:gd name="connsiteY34" fmla="*/ 6511607 h 6857998"/>
              <a:gd name="connsiteX35" fmla="*/ 2308503 w 3123503"/>
              <a:gd name="connsiteY35" fmla="*/ 6618814 h 6857998"/>
              <a:gd name="connsiteX36" fmla="*/ 2390372 w 3123503"/>
              <a:gd name="connsiteY36" fmla="*/ 6614891 h 6857998"/>
              <a:gd name="connsiteX37" fmla="*/ 2405397 w 3123503"/>
              <a:gd name="connsiteY37" fmla="*/ 6554166 h 6857998"/>
              <a:gd name="connsiteX38" fmla="*/ 2392506 w 3123503"/>
              <a:gd name="connsiteY38" fmla="*/ 6554166 h 6857998"/>
              <a:gd name="connsiteX39" fmla="*/ 2319174 w 3123503"/>
              <a:gd name="connsiteY39" fmla="*/ 6568494 h 6857998"/>
              <a:gd name="connsiteX40" fmla="*/ 2281441 w 3123503"/>
              <a:gd name="connsiteY40" fmla="*/ 6512545 h 6857998"/>
              <a:gd name="connsiteX41" fmla="*/ 2345212 w 3123503"/>
              <a:gd name="connsiteY41" fmla="*/ 6471692 h 6857998"/>
              <a:gd name="connsiteX42" fmla="*/ 2400360 w 3123503"/>
              <a:gd name="connsiteY42" fmla="*/ 6486703 h 6857998"/>
              <a:gd name="connsiteX43" fmla="*/ 2413678 w 3123503"/>
              <a:gd name="connsiteY43" fmla="*/ 6486703 h 6857998"/>
              <a:gd name="connsiteX44" fmla="*/ 2425715 w 3123503"/>
              <a:gd name="connsiteY44" fmla="*/ 6428792 h 6857998"/>
              <a:gd name="connsiteX45" fmla="*/ 2352298 w 3123503"/>
              <a:gd name="connsiteY45" fmla="*/ 6422480 h 6857998"/>
              <a:gd name="connsiteX46" fmla="*/ 2813377 w 3123503"/>
              <a:gd name="connsiteY46" fmla="*/ 6407981 h 6857998"/>
              <a:gd name="connsiteX47" fmla="*/ 2767192 w 3123503"/>
              <a:gd name="connsiteY47" fmla="*/ 6442096 h 6857998"/>
              <a:gd name="connsiteX48" fmla="*/ 2829938 w 3123503"/>
              <a:gd name="connsiteY48" fmla="*/ 6498642 h 6857998"/>
              <a:gd name="connsiteX49" fmla="*/ 2394726 w 3123503"/>
              <a:gd name="connsiteY49" fmla="*/ 6345891 h 6857998"/>
              <a:gd name="connsiteX50" fmla="*/ 2702226 w 3123503"/>
              <a:gd name="connsiteY50" fmla="*/ 6406872 h 6857998"/>
              <a:gd name="connsiteX51" fmla="*/ 2638455 w 3123503"/>
              <a:gd name="connsiteY51" fmla="*/ 6525764 h 6857998"/>
              <a:gd name="connsiteX52" fmla="*/ 2882526 w 3123503"/>
              <a:gd name="connsiteY52" fmla="*/ 6345891 h 6857998"/>
              <a:gd name="connsiteX53" fmla="*/ 2786315 w 3123503"/>
              <a:gd name="connsiteY53" fmla="*/ 6263673 h 6857998"/>
              <a:gd name="connsiteX54" fmla="*/ 2744313 w 3123503"/>
              <a:gd name="connsiteY54" fmla="*/ 6337277 h 6857998"/>
              <a:gd name="connsiteX55" fmla="*/ 2800230 w 3123503"/>
              <a:gd name="connsiteY55" fmla="*/ 6337277 h 6857998"/>
              <a:gd name="connsiteX56" fmla="*/ 0 w 3123503"/>
              <a:gd name="connsiteY56" fmla="*/ 0 h 6857998"/>
              <a:gd name="connsiteX57" fmla="*/ 3123503 w 3123503"/>
              <a:gd name="connsiteY57" fmla="*/ 0 h 6857998"/>
              <a:gd name="connsiteX58" fmla="*/ 3123503 w 3123503"/>
              <a:gd name="connsiteY58" fmla="*/ 6857998 h 6857998"/>
              <a:gd name="connsiteX59" fmla="*/ 0 w 3123503"/>
              <a:gd name="connsiteY59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3123503" h="6857998">
                <a:moveTo>
                  <a:pt x="1978892" y="6426574"/>
                </a:moveTo>
                <a:lnTo>
                  <a:pt x="1976673" y="6437747"/>
                </a:lnTo>
                <a:cubicBezTo>
                  <a:pt x="1985636" y="6437747"/>
                  <a:pt x="1988027" y="6439965"/>
                  <a:pt x="1986661" y="6447129"/>
                </a:cubicBezTo>
                <a:cubicBezTo>
                  <a:pt x="1986661" y="6447129"/>
                  <a:pt x="1961135" y="6577364"/>
                  <a:pt x="1958062" y="6591095"/>
                </a:cubicBezTo>
                <a:cubicBezTo>
                  <a:pt x="1955757" y="6601159"/>
                  <a:pt x="1955757" y="6603633"/>
                  <a:pt x="1944318" y="6603803"/>
                </a:cubicBezTo>
                <a:lnTo>
                  <a:pt x="1942098" y="6615061"/>
                </a:lnTo>
                <a:lnTo>
                  <a:pt x="2018333" y="6615061"/>
                </a:lnTo>
                <a:lnTo>
                  <a:pt x="2020553" y="6603803"/>
                </a:lnTo>
                <a:cubicBezTo>
                  <a:pt x="2012442" y="6603803"/>
                  <a:pt x="2008686" y="6601415"/>
                  <a:pt x="2010052" y="6594422"/>
                </a:cubicBezTo>
                <a:lnTo>
                  <a:pt x="2029089" y="6498387"/>
                </a:lnTo>
                <a:lnTo>
                  <a:pt x="2111812" y="6614976"/>
                </a:lnTo>
                <a:lnTo>
                  <a:pt x="2171400" y="6614976"/>
                </a:lnTo>
                <a:lnTo>
                  <a:pt x="2204609" y="6447043"/>
                </a:lnTo>
                <a:cubicBezTo>
                  <a:pt x="2205890" y="6440391"/>
                  <a:pt x="2207341" y="6437832"/>
                  <a:pt x="2215109" y="6437832"/>
                </a:cubicBezTo>
                <a:lnTo>
                  <a:pt x="2217329" y="6426574"/>
                </a:lnTo>
                <a:lnTo>
                  <a:pt x="2146814" y="6426574"/>
                </a:lnTo>
                <a:lnTo>
                  <a:pt x="2144594" y="6437832"/>
                </a:lnTo>
                <a:cubicBezTo>
                  <a:pt x="2151424" y="6437832"/>
                  <a:pt x="2153046" y="6440903"/>
                  <a:pt x="2151936" y="6446702"/>
                </a:cubicBezTo>
                <a:lnTo>
                  <a:pt x="2135033" y="6531990"/>
                </a:lnTo>
                <a:lnTo>
                  <a:pt x="2059054" y="6426574"/>
                </a:lnTo>
                <a:close/>
                <a:moveTo>
                  <a:pt x="2564099" y="6422480"/>
                </a:moveTo>
                <a:cubicBezTo>
                  <a:pt x="2469339" y="6424698"/>
                  <a:pt x="2447911" y="6455316"/>
                  <a:pt x="2433910" y="6511607"/>
                </a:cubicBezTo>
                <a:cubicBezTo>
                  <a:pt x="2419142" y="6570797"/>
                  <a:pt x="2430069" y="6618814"/>
                  <a:pt x="2520304" y="6618814"/>
                </a:cubicBezTo>
                <a:cubicBezTo>
                  <a:pt x="2546598" y="6618814"/>
                  <a:pt x="2602173" y="6614891"/>
                  <a:pt x="2602173" y="6614891"/>
                </a:cubicBezTo>
                <a:lnTo>
                  <a:pt x="2617198" y="6554166"/>
                </a:lnTo>
                <a:lnTo>
                  <a:pt x="2604307" y="6554166"/>
                </a:lnTo>
                <a:cubicBezTo>
                  <a:pt x="2602173" y="6564656"/>
                  <a:pt x="2590648" y="6568494"/>
                  <a:pt x="2530975" y="6568494"/>
                </a:cubicBezTo>
                <a:cubicBezTo>
                  <a:pt x="2495632" y="6568494"/>
                  <a:pt x="2480095" y="6564827"/>
                  <a:pt x="2493242" y="6512545"/>
                </a:cubicBezTo>
                <a:cubicBezTo>
                  <a:pt x="2500242" y="6484656"/>
                  <a:pt x="2514328" y="6472715"/>
                  <a:pt x="2557013" y="6471692"/>
                </a:cubicBezTo>
                <a:cubicBezTo>
                  <a:pt x="2607978" y="6470498"/>
                  <a:pt x="2614040" y="6477150"/>
                  <a:pt x="2612161" y="6486703"/>
                </a:cubicBezTo>
                <a:lnTo>
                  <a:pt x="2625479" y="6486703"/>
                </a:lnTo>
                <a:lnTo>
                  <a:pt x="2637516" y="6428792"/>
                </a:lnTo>
                <a:cubicBezTo>
                  <a:pt x="2637516" y="6428792"/>
                  <a:pt x="2593978" y="6421713"/>
                  <a:pt x="2564099" y="6422480"/>
                </a:cubicBezTo>
                <a:close/>
                <a:moveTo>
                  <a:pt x="2352298" y="6422480"/>
                </a:moveTo>
                <a:cubicBezTo>
                  <a:pt x="2257538" y="6424698"/>
                  <a:pt x="2236110" y="6455316"/>
                  <a:pt x="2222109" y="6511607"/>
                </a:cubicBezTo>
                <a:cubicBezTo>
                  <a:pt x="2207341" y="6570797"/>
                  <a:pt x="2218268" y="6618814"/>
                  <a:pt x="2308503" y="6618814"/>
                </a:cubicBezTo>
                <a:cubicBezTo>
                  <a:pt x="2334797" y="6618814"/>
                  <a:pt x="2390372" y="6614891"/>
                  <a:pt x="2390372" y="6614891"/>
                </a:cubicBezTo>
                <a:lnTo>
                  <a:pt x="2405397" y="6554166"/>
                </a:lnTo>
                <a:lnTo>
                  <a:pt x="2392506" y="6554166"/>
                </a:lnTo>
                <a:cubicBezTo>
                  <a:pt x="2390543" y="6564741"/>
                  <a:pt x="2378847" y="6568494"/>
                  <a:pt x="2319174" y="6568494"/>
                </a:cubicBezTo>
                <a:cubicBezTo>
                  <a:pt x="2283831" y="6568494"/>
                  <a:pt x="2268294" y="6564827"/>
                  <a:pt x="2281441" y="6512545"/>
                </a:cubicBezTo>
                <a:cubicBezTo>
                  <a:pt x="2288441" y="6484656"/>
                  <a:pt x="2302527" y="6472715"/>
                  <a:pt x="2345212" y="6471692"/>
                </a:cubicBezTo>
                <a:cubicBezTo>
                  <a:pt x="2396177" y="6470498"/>
                  <a:pt x="2402239" y="6477150"/>
                  <a:pt x="2400360" y="6486703"/>
                </a:cubicBezTo>
                <a:lnTo>
                  <a:pt x="2413678" y="6486703"/>
                </a:lnTo>
                <a:lnTo>
                  <a:pt x="2425715" y="6428792"/>
                </a:lnTo>
                <a:cubicBezTo>
                  <a:pt x="2425715" y="6428792"/>
                  <a:pt x="2382177" y="6421713"/>
                  <a:pt x="2352298" y="6422480"/>
                </a:cubicBezTo>
                <a:close/>
                <a:moveTo>
                  <a:pt x="2813377" y="6407981"/>
                </a:moveTo>
                <a:lnTo>
                  <a:pt x="2767192" y="6442096"/>
                </a:lnTo>
                <a:lnTo>
                  <a:pt x="2829938" y="6498642"/>
                </a:lnTo>
                <a:close/>
                <a:moveTo>
                  <a:pt x="2394726" y="6345891"/>
                </a:moveTo>
                <a:lnTo>
                  <a:pt x="2702226" y="6406872"/>
                </a:lnTo>
                <a:lnTo>
                  <a:pt x="2638455" y="6525764"/>
                </a:lnTo>
                <a:lnTo>
                  <a:pt x="2882526" y="6345891"/>
                </a:lnTo>
                <a:close/>
                <a:moveTo>
                  <a:pt x="2786315" y="6263673"/>
                </a:moveTo>
                <a:lnTo>
                  <a:pt x="2744313" y="6337277"/>
                </a:lnTo>
                <a:lnTo>
                  <a:pt x="2800230" y="6337277"/>
                </a:lnTo>
                <a:close/>
                <a:moveTo>
                  <a:pt x="0" y="0"/>
                </a:moveTo>
                <a:lnTo>
                  <a:pt x="3123503" y="0"/>
                </a:lnTo>
                <a:lnTo>
                  <a:pt x="3123503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an image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4C82290-BCC2-F14C-91D9-ADFF1194AD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79671" y="6446193"/>
            <a:ext cx="1210609" cy="190800"/>
          </a:xfrm>
        </p:spPr>
        <p:txBody>
          <a:bodyPr anchor="b"/>
          <a:lstStyle>
            <a:lvl1pPr marL="0" indent="0">
              <a:buNone/>
              <a:defRPr sz="700"/>
            </a:lvl1pPr>
            <a:lvl2pPr marL="226800" indent="0">
              <a:buNone/>
              <a:defRPr sz="700"/>
            </a:lvl2pPr>
            <a:lvl3pPr marL="453600" indent="0">
              <a:buNone/>
              <a:defRPr sz="700"/>
            </a:lvl3pPr>
            <a:lvl4pPr marL="673200" indent="0">
              <a:buNone/>
              <a:defRPr sz="700"/>
            </a:lvl4pPr>
            <a:lvl5pPr marL="892800" indent="0">
              <a:buNone/>
              <a:defRPr sz="700"/>
            </a:lvl5pPr>
          </a:lstStyle>
          <a:p>
            <a:pPr lvl="0"/>
            <a:r>
              <a:rPr lang="en-US" noProof="0"/>
              <a:t>Click to add Project name, Place/City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759AEE3-1D55-4741-9266-50E007999D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399" y="518400"/>
            <a:ext cx="8110800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27" name="Group 42">
            <a:extLst>
              <a:ext uri="{FF2B5EF4-FFF2-40B4-BE49-F238E27FC236}">
                <a16:creationId xmlns:a16="http://schemas.microsoft.com/office/drawing/2014/main" id="{16A87084-5E78-7B47-A620-6F4D5292CB15}"/>
              </a:ext>
            </a:extLst>
          </p:cNvPr>
          <p:cNvGrpSpPr/>
          <p:nvPr/>
        </p:nvGrpSpPr>
        <p:grpSpPr>
          <a:xfrm>
            <a:off x="12395260" y="2242606"/>
            <a:ext cx="1681523" cy="1615827"/>
            <a:chOff x="12395260" y="2295907"/>
            <a:chExt cx="1681523" cy="1615827"/>
          </a:xfrm>
        </p:grpSpPr>
        <p:sp>
          <p:nvSpPr>
            <p:cNvPr id="28" name="textruta 12">
              <a:extLst>
                <a:ext uri="{FF2B5EF4-FFF2-40B4-BE49-F238E27FC236}">
                  <a16:creationId xmlns:a16="http://schemas.microsoft.com/office/drawing/2014/main" id="{2FCDD54E-5225-F840-B99D-8BDDD8685132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9" name="Picture 9">
              <a:extLst>
                <a:ext uri="{FF2B5EF4-FFF2-40B4-BE49-F238E27FC236}">
                  <a16:creationId xmlns:a16="http://schemas.microsoft.com/office/drawing/2014/main" id="{20BF3A32-C8B4-414C-813E-135C80EA95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30" name="Oval 4">
              <a:extLst>
                <a:ext uri="{FF2B5EF4-FFF2-40B4-BE49-F238E27FC236}">
                  <a16:creationId xmlns:a16="http://schemas.microsoft.com/office/drawing/2014/main" id="{42A3DABA-0081-6D4E-80CE-207EC27D1834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31" name="Connector: Elbow 131">
              <a:extLst>
                <a:ext uri="{FF2B5EF4-FFF2-40B4-BE49-F238E27FC236}">
                  <a16:creationId xmlns:a16="http://schemas.microsoft.com/office/drawing/2014/main" id="{B88416AD-6100-6644-9551-801160F8330B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77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B94560-17E8-7D42-994B-955C300B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970E0-4695-8D43-ADF9-78F15B8BD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94685-B5A9-F342-B4AC-DF0C5DF0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B3DC01-E5B9-FC41-9856-6A6AD5E15D4B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11" name="Frihandsfigur 74">
              <a:extLst>
                <a:ext uri="{FF2B5EF4-FFF2-40B4-BE49-F238E27FC236}">
                  <a16:creationId xmlns:a16="http://schemas.microsoft.com/office/drawing/2014/main" id="{5067B672-8662-3B4F-AAA2-E59AB7FD1D54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ihandsfigur 75">
              <a:extLst>
                <a:ext uri="{FF2B5EF4-FFF2-40B4-BE49-F238E27FC236}">
                  <a16:creationId xmlns:a16="http://schemas.microsoft.com/office/drawing/2014/main" id="{835854F0-9A1B-A849-903E-48B1CE02513E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3" name="Frihandsfigur 76">
              <a:extLst>
                <a:ext uri="{FF2B5EF4-FFF2-40B4-BE49-F238E27FC236}">
                  <a16:creationId xmlns:a16="http://schemas.microsoft.com/office/drawing/2014/main" id="{61629530-1C8D-854D-8D2B-73B5B6C54BB3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ihandsfigur 78">
              <a:extLst>
                <a:ext uri="{FF2B5EF4-FFF2-40B4-BE49-F238E27FC236}">
                  <a16:creationId xmlns:a16="http://schemas.microsoft.com/office/drawing/2014/main" id="{A787CA22-CE0C-6C43-B01A-A3F511CDD207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5" name="Frihandsfigur 79">
              <a:extLst>
                <a:ext uri="{FF2B5EF4-FFF2-40B4-BE49-F238E27FC236}">
                  <a16:creationId xmlns:a16="http://schemas.microsoft.com/office/drawing/2014/main" id="{0B6E6F8A-E117-264A-BCA5-E1A3CBA93A2B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ihandsfigur 80">
              <a:extLst>
                <a:ext uri="{FF2B5EF4-FFF2-40B4-BE49-F238E27FC236}">
                  <a16:creationId xmlns:a16="http://schemas.microsoft.com/office/drawing/2014/main" id="{9B026A3E-3FDF-0044-9243-046678456D8E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9DAE8446-313B-4047-A829-0C3824155DF9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482400" y="2028824"/>
            <a:ext cx="11228388" cy="3788825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on the icon to add a table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F8118D9-7DF8-9848-91F9-B68D4205B5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400" y="518400"/>
            <a:ext cx="11243813" cy="95623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</a:defRPr>
            </a:lvl1pPr>
            <a:lvl2pPr marL="7938" indent="0">
              <a:buNone/>
              <a:tabLst/>
              <a:defRPr sz="2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add a headline</a:t>
            </a:r>
          </a:p>
          <a:p>
            <a:pPr lvl="1"/>
            <a:r>
              <a:rPr lang="en-US" noProof="0"/>
              <a:t>Add sub header</a:t>
            </a:r>
          </a:p>
        </p:txBody>
      </p:sp>
      <p:grpSp>
        <p:nvGrpSpPr>
          <p:cNvPr id="19" name="Group 42">
            <a:extLst>
              <a:ext uri="{FF2B5EF4-FFF2-40B4-BE49-F238E27FC236}">
                <a16:creationId xmlns:a16="http://schemas.microsoft.com/office/drawing/2014/main" id="{1F6607A6-D7EF-B345-B16D-C89CC69537FD}"/>
              </a:ext>
            </a:extLst>
          </p:cNvPr>
          <p:cNvGrpSpPr/>
          <p:nvPr/>
        </p:nvGrpSpPr>
        <p:grpSpPr>
          <a:xfrm>
            <a:off x="12395260" y="69249"/>
            <a:ext cx="1681523" cy="1615827"/>
            <a:chOff x="12395260" y="2295907"/>
            <a:chExt cx="1681523" cy="1615827"/>
          </a:xfrm>
        </p:grpSpPr>
        <p:sp>
          <p:nvSpPr>
            <p:cNvPr id="20" name="textruta 12">
              <a:extLst>
                <a:ext uri="{FF2B5EF4-FFF2-40B4-BE49-F238E27FC236}">
                  <a16:creationId xmlns:a16="http://schemas.microsoft.com/office/drawing/2014/main" id="{66BF73E3-C429-CD40-8573-EFB2216D32E7}"/>
                </a:ext>
              </a:extLst>
            </p:cNvPr>
            <p:cNvSpPr txBox="1"/>
            <p:nvPr/>
          </p:nvSpPr>
          <p:spPr>
            <a:xfrm>
              <a:off x="12395260" y="2295907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subheader,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headline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21" name="Picture 9">
              <a:extLst>
                <a:ext uri="{FF2B5EF4-FFF2-40B4-BE49-F238E27FC236}">
                  <a16:creationId xmlns:a16="http://schemas.microsoft.com/office/drawing/2014/main" id="{20064180-4E28-0943-B41A-11C049B6B4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3096284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22" name="Oval 4">
              <a:extLst>
                <a:ext uri="{FF2B5EF4-FFF2-40B4-BE49-F238E27FC236}">
                  <a16:creationId xmlns:a16="http://schemas.microsoft.com/office/drawing/2014/main" id="{218BD586-A745-D64B-86C5-20EA4639EBB0}"/>
                </a:ext>
              </a:extLst>
            </p:cNvPr>
            <p:cNvSpPr/>
            <p:nvPr/>
          </p:nvSpPr>
          <p:spPr>
            <a:xfrm>
              <a:off x="13194299" y="3319581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23" name="Connector: Elbow 131">
              <a:extLst>
                <a:ext uri="{FF2B5EF4-FFF2-40B4-BE49-F238E27FC236}">
                  <a16:creationId xmlns:a16="http://schemas.microsoft.com/office/drawing/2014/main" id="{5E0CAF01-6EB6-2B40-89F1-7D459F1B3CD2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 rot="5400000">
              <a:off x="13324711" y="3047761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047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NCC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896FE-683B-2E4B-98FB-73437CDA5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39D5C-6E9D-EB41-9C50-5CDCB344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51416-F0B1-8541-9AA2-A278DB44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548F33-30F6-5A4B-93C2-63B7E4F86E1F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</p:grpSpPr>
        <p:sp>
          <p:nvSpPr>
            <p:cNvPr id="7" name="Frihandsfigur 74">
              <a:extLst>
                <a:ext uri="{FF2B5EF4-FFF2-40B4-BE49-F238E27FC236}">
                  <a16:creationId xmlns:a16="http://schemas.microsoft.com/office/drawing/2014/main" id="{A2422450-54E6-D04F-8F2C-CC7B8B2E5DF6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ihandsfigur 75">
              <a:extLst>
                <a:ext uri="{FF2B5EF4-FFF2-40B4-BE49-F238E27FC236}">
                  <a16:creationId xmlns:a16="http://schemas.microsoft.com/office/drawing/2014/main" id="{41D4F627-5ACA-0B47-859B-CB39D2E75037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9" name="Frihandsfigur 76">
              <a:extLst>
                <a:ext uri="{FF2B5EF4-FFF2-40B4-BE49-F238E27FC236}">
                  <a16:creationId xmlns:a16="http://schemas.microsoft.com/office/drawing/2014/main" id="{2EF4B1A3-9D4A-0749-B310-F6F0B6AD966E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ihandsfigur 78">
              <a:extLst>
                <a:ext uri="{FF2B5EF4-FFF2-40B4-BE49-F238E27FC236}">
                  <a16:creationId xmlns:a16="http://schemas.microsoft.com/office/drawing/2014/main" id="{2AA0ADC7-D6CF-9040-827B-996AF8EFACDA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ihandsfigur 79">
              <a:extLst>
                <a:ext uri="{FF2B5EF4-FFF2-40B4-BE49-F238E27FC236}">
                  <a16:creationId xmlns:a16="http://schemas.microsoft.com/office/drawing/2014/main" id="{089030A3-D36C-1345-A8A1-8B3697EC2CEA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ihandsfigur 80">
              <a:extLst>
                <a:ext uri="{FF2B5EF4-FFF2-40B4-BE49-F238E27FC236}">
                  <a16:creationId xmlns:a16="http://schemas.microsoft.com/office/drawing/2014/main" id="{7D3594C1-AC77-CE44-8143-5C8C279BC04B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5DF9027-2A64-174B-BC2C-0E80F03644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600" y="514350"/>
            <a:ext cx="8591550" cy="5295899"/>
          </a:xfrm>
        </p:spPr>
        <p:txBody>
          <a:bodyPr anchor="ctr"/>
          <a:lstStyle>
            <a:lvl1pPr marL="12700" indent="-12700">
              <a:lnSpc>
                <a:spcPct val="90000"/>
              </a:lnSpc>
              <a:spcAft>
                <a:spcPts val="800"/>
              </a:spcAft>
              <a:buNone/>
              <a:tabLst/>
              <a:defRPr sz="6000">
                <a:solidFill>
                  <a:schemeClr val="bg1"/>
                </a:solidFill>
              </a:defRPr>
            </a:lvl1pPr>
            <a:lvl2pPr marL="360363" indent="-347663">
              <a:buFont typeface="System Font Regular"/>
              <a:buChar char="–"/>
              <a:tabLst/>
              <a:defRPr sz="25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a large statement</a:t>
            </a:r>
          </a:p>
          <a:p>
            <a:pPr lvl="1"/>
            <a:r>
              <a:rPr lang="en-US" noProof="0"/>
              <a:t>Name of the author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B9B4F2F-D21A-3C4C-9897-71E1940B9A1C}"/>
              </a:ext>
            </a:extLst>
          </p:cNvPr>
          <p:cNvGrpSpPr/>
          <p:nvPr/>
        </p:nvGrpSpPr>
        <p:grpSpPr>
          <a:xfrm>
            <a:off x="12395260" y="0"/>
            <a:ext cx="1681523" cy="1615827"/>
            <a:chOff x="12395260" y="69250"/>
            <a:chExt cx="1681523" cy="1615827"/>
          </a:xfrm>
        </p:grpSpPr>
        <p:sp>
          <p:nvSpPr>
            <p:cNvPr id="15" name="textruta 12">
              <a:extLst>
                <a:ext uri="{FF2B5EF4-FFF2-40B4-BE49-F238E27FC236}">
                  <a16:creationId xmlns:a16="http://schemas.microsoft.com/office/drawing/2014/main" id="{40197F61-D460-0046-8A19-8FE5325FA912}"/>
                </a:ext>
              </a:extLst>
            </p:cNvPr>
            <p:cNvSpPr txBox="1"/>
            <p:nvPr/>
          </p:nvSpPr>
          <p:spPr>
            <a:xfrm>
              <a:off x="12395260" y="69250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name of the author,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quote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16" name="Picture 9">
              <a:extLst>
                <a:ext uri="{FF2B5EF4-FFF2-40B4-BE49-F238E27FC236}">
                  <a16:creationId xmlns:a16="http://schemas.microsoft.com/office/drawing/2014/main" id="{90E84071-B1C5-D243-AEB3-A60C6BA9C6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801569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17" name="Oval 4">
              <a:extLst>
                <a:ext uri="{FF2B5EF4-FFF2-40B4-BE49-F238E27FC236}">
                  <a16:creationId xmlns:a16="http://schemas.microsoft.com/office/drawing/2014/main" id="{F055928E-4D1F-F74F-A97A-F49B2E45039F}"/>
                </a:ext>
              </a:extLst>
            </p:cNvPr>
            <p:cNvSpPr/>
            <p:nvPr/>
          </p:nvSpPr>
          <p:spPr>
            <a:xfrm>
              <a:off x="13194299" y="1024866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18" name="Connector: Elbow 131">
              <a:extLst>
                <a:ext uri="{FF2B5EF4-FFF2-40B4-BE49-F238E27FC236}">
                  <a16:creationId xmlns:a16="http://schemas.microsoft.com/office/drawing/2014/main" id="{6A1B816F-3CA1-E94F-9B2B-18308393C0DC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rot="5400000">
              <a:off x="13324711" y="753046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391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Dark Blue">
    <p:bg>
      <p:bgPr>
        <a:solidFill>
          <a:srgbClr val="181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896FE-683B-2E4B-98FB-73437CDA5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39D5C-6E9D-EB41-9C50-5CDCB344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51416-F0B1-8541-9AA2-A278DB44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548F33-30F6-5A4B-93C2-63B7E4F86E1F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</p:grpSpPr>
        <p:sp>
          <p:nvSpPr>
            <p:cNvPr id="7" name="Frihandsfigur 74">
              <a:extLst>
                <a:ext uri="{FF2B5EF4-FFF2-40B4-BE49-F238E27FC236}">
                  <a16:creationId xmlns:a16="http://schemas.microsoft.com/office/drawing/2014/main" id="{A2422450-54E6-D04F-8F2C-CC7B8B2E5DF6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ihandsfigur 75">
              <a:extLst>
                <a:ext uri="{FF2B5EF4-FFF2-40B4-BE49-F238E27FC236}">
                  <a16:creationId xmlns:a16="http://schemas.microsoft.com/office/drawing/2014/main" id="{41D4F627-5ACA-0B47-859B-CB39D2E75037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9" name="Frihandsfigur 76">
              <a:extLst>
                <a:ext uri="{FF2B5EF4-FFF2-40B4-BE49-F238E27FC236}">
                  <a16:creationId xmlns:a16="http://schemas.microsoft.com/office/drawing/2014/main" id="{2EF4B1A3-9D4A-0749-B310-F6F0B6AD966E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ihandsfigur 78">
              <a:extLst>
                <a:ext uri="{FF2B5EF4-FFF2-40B4-BE49-F238E27FC236}">
                  <a16:creationId xmlns:a16="http://schemas.microsoft.com/office/drawing/2014/main" id="{2AA0ADC7-D6CF-9040-827B-996AF8EFACDA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ihandsfigur 79">
              <a:extLst>
                <a:ext uri="{FF2B5EF4-FFF2-40B4-BE49-F238E27FC236}">
                  <a16:creationId xmlns:a16="http://schemas.microsoft.com/office/drawing/2014/main" id="{089030A3-D36C-1345-A8A1-8B3697EC2CEA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ihandsfigur 80">
              <a:extLst>
                <a:ext uri="{FF2B5EF4-FFF2-40B4-BE49-F238E27FC236}">
                  <a16:creationId xmlns:a16="http://schemas.microsoft.com/office/drawing/2014/main" id="{7D3594C1-AC77-CE44-8143-5C8C279BC04B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solidFill>
              <a:schemeClr val="bg1"/>
            </a:solidFill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B9B4F2F-D21A-3C4C-9897-71E1940B9A1C}"/>
              </a:ext>
            </a:extLst>
          </p:cNvPr>
          <p:cNvGrpSpPr/>
          <p:nvPr/>
        </p:nvGrpSpPr>
        <p:grpSpPr>
          <a:xfrm>
            <a:off x="12395260" y="0"/>
            <a:ext cx="1681523" cy="1615827"/>
            <a:chOff x="12395260" y="69250"/>
            <a:chExt cx="1681523" cy="1615827"/>
          </a:xfrm>
        </p:grpSpPr>
        <p:sp>
          <p:nvSpPr>
            <p:cNvPr id="15" name="textruta 12">
              <a:extLst>
                <a:ext uri="{FF2B5EF4-FFF2-40B4-BE49-F238E27FC236}">
                  <a16:creationId xmlns:a16="http://schemas.microsoft.com/office/drawing/2014/main" id="{40197F61-D460-0046-8A19-8FE5325FA912}"/>
                </a:ext>
              </a:extLst>
            </p:cNvPr>
            <p:cNvSpPr txBox="1"/>
            <p:nvPr/>
          </p:nvSpPr>
          <p:spPr>
            <a:xfrm>
              <a:off x="12395260" y="69250"/>
              <a:ext cx="1681523" cy="161582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To add a name of the author, press </a:t>
              </a:r>
              <a:r>
                <a:rPr lang="en-US" sz="900" b="1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enter/return </a:t>
              </a:r>
              <a:r>
                <a:rPr lang="en-US" sz="9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after your quote then use this function toggle to body text.</a:t>
              </a: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  <a:p>
              <a:pPr algn="ctr"/>
              <a:endParaRPr lang="en-US" sz="9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pic>
          <p:nvPicPr>
            <p:cNvPr id="16" name="Picture 9">
              <a:extLst>
                <a:ext uri="{FF2B5EF4-FFF2-40B4-BE49-F238E27FC236}">
                  <a16:creationId xmlns:a16="http://schemas.microsoft.com/office/drawing/2014/main" id="{90E84071-B1C5-D243-AEB3-A60C6BA9C6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"/>
            <a:stretch/>
          </p:blipFill>
          <p:spPr>
            <a:xfrm>
              <a:off x="12522649" y="801569"/>
              <a:ext cx="1422121" cy="721417"/>
            </a:xfrm>
            <a:prstGeom prst="rect">
              <a:avLst/>
            </a:prstGeom>
            <a:ln w="9525">
              <a:solidFill>
                <a:schemeClr val="tx2"/>
              </a:solidFill>
            </a:ln>
          </p:spPr>
        </p:pic>
        <p:sp>
          <p:nvSpPr>
            <p:cNvPr id="17" name="Oval 4">
              <a:extLst>
                <a:ext uri="{FF2B5EF4-FFF2-40B4-BE49-F238E27FC236}">
                  <a16:creationId xmlns:a16="http://schemas.microsoft.com/office/drawing/2014/main" id="{F055928E-4D1F-F74F-A97A-F49B2E45039F}"/>
                </a:ext>
              </a:extLst>
            </p:cNvPr>
            <p:cNvSpPr/>
            <p:nvPr/>
          </p:nvSpPr>
          <p:spPr>
            <a:xfrm>
              <a:off x="13194299" y="1024866"/>
              <a:ext cx="282818" cy="282818"/>
            </a:xfrm>
            <a:prstGeom prst="ellipse">
              <a:avLst/>
            </a:prstGeom>
            <a:solidFill>
              <a:schemeClr val="bg1">
                <a:lumMod val="95000"/>
                <a:alpha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atin typeface="+mn-lt"/>
              </a:endParaRPr>
            </a:p>
          </p:txBody>
        </p:sp>
        <p:cxnSp>
          <p:nvCxnSpPr>
            <p:cNvPr id="18" name="Connector: Elbow 131">
              <a:extLst>
                <a:ext uri="{FF2B5EF4-FFF2-40B4-BE49-F238E27FC236}">
                  <a16:creationId xmlns:a16="http://schemas.microsoft.com/office/drawing/2014/main" id="{6A1B816F-3CA1-E94F-9B2B-18308393C0DC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rot="5400000">
              <a:off x="13324711" y="753046"/>
              <a:ext cx="282818" cy="26082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4ADEED15-A0A1-F141-8787-B1CA54DC06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600" y="514350"/>
            <a:ext cx="8591550" cy="5295899"/>
          </a:xfrm>
        </p:spPr>
        <p:txBody>
          <a:bodyPr anchor="ctr"/>
          <a:lstStyle>
            <a:lvl1pPr marL="12700" indent="-12700">
              <a:lnSpc>
                <a:spcPct val="90000"/>
              </a:lnSpc>
              <a:spcAft>
                <a:spcPts val="800"/>
              </a:spcAft>
              <a:buNone/>
              <a:tabLst/>
              <a:defRPr sz="6000">
                <a:solidFill>
                  <a:schemeClr val="bg1"/>
                </a:solidFill>
              </a:defRPr>
            </a:lvl1pPr>
            <a:lvl2pPr marL="360363" indent="-347663">
              <a:buFont typeface="System Font Regular"/>
              <a:buChar char="–"/>
              <a:tabLst/>
              <a:defRPr sz="25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/>
              <a:t>Click to add a large statement</a:t>
            </a:r>
          </a:p>
          <a:p>
            <a:pPr lvl="1"/>
            <a:r>
              <a:rPr lang="en-US" noProof="0"/>
              <a:t>Name of the author</a:t>
            </a:r>
          </a:p>
        </p:txBody>
      </p:sp>
    </p:spTree>
    <p:extLst>
      <p:ext uri="{BB962C8B-B14F-4D97-AF65-F5344CB8AC3E}">
        <p14:creationId xmlns:p14="http://schemas.microsoft.com/office/powerpoint/2010/main" val="263604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ckup Smart ph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AC902-B7F6-0E4E-8B98-EB0D8FC7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64B5F-01D2-E045-855B-ED5FCEE5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057A1-4A00-5948-A7A4-F7CC3B6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pic>
        <p:nvPicPr>
          <p:cNvPr id="22" name="Bildobjekt 15">
            <a:extLst>
              <a:ext uri="{FF2B5EF4-FFF2-40B4-BE49-F238E27FC236}">
                <a16:creationId xmlns:a16="http://schemas.microsoft.com/office/drawing/2014/main" id="{5470DF83-4E46-BF4F-86BC-0A2C9C06A7C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2127" y="362815"/>
            <a:ext cx="2911506" cy="5575226"/>
          </a:xfrm>
          <a:prstGeom prst="rect">
            <a:avLst/>
          </a:prstGeom>
        </p:spPr>
      </p:pic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2DF20239-B5B9-A249-8E19-D0EEAE3DE96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775162" y="653067"/>
            <a:ext cx="2395966" cy="5038005"/>
          </a:xfrm>
          <a:custGeom>
            <a:avLst/>
            <a:gdLst>
              <a:gd name="connsiteX0" fmla="*/ 246293 w 2451652"/>
              <a:gd name="connsiteY0" fmla="*/ 0 h 5155096"/>
              <a:gd name="connsiteX1" fmla="*/ 2205359 w 2451652"/>
              <a:gd name="connsiteY1" fmla="*/ 0 h 5155096"/>
              <a:gd name="connsiteX2" fmla="*/ 2451652 w 2451652"/>
              <a:gd name="connsiteY2" fmla="*/ 246293 h 5155096"/>
              <a:gd name="connsiteX3" fmla="*/ 2451652 w 2451652"/>
              <a:gd name="connsiteY3" fmla="*/ 4908803 h 5155096"/>
              <a:gd name="connsiteX4" fmla="*/ 2205359 w 2451652"/>
              <a:gd name="connsiteY4" fmla="*/ 5155096 h 5155096"/>
              <a:gd name="connsiteX5" fmla="*/ 246293 w 2451652"/>
              <a:gd name="connsiteY5" fmla="*/ 5155096 h 5155096"/>
              <a:gd name="connsiteX6" fmla="*/ 0 w 2451652"/>
              <a:gd name="connsiteY6" fmla="*/ 4908803 h 5155096"/>
              <a:gd name="connsiteX7" fmla="*/ 0 w 2451652"/>
              <a:gd name="connsiteY7" fmla="*/ 246293 h 5155096"/>
              <a:gd name="connsiteX8" fmla="*/ 246293 w 2451652"/>
              <a:gd name="connsiteY8" fmla="*/ 0 h 5155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51652" h="5155096">
                <a:moveTo>
                  <a:pt x="246293" y="0"/>
                </a:moveTo>
                <a:lnTo>
                  <a:pt x="2205359" y="0"/>
                </a:lnTo>
                <a:cubicBezTo>
                  <a:pt x="2341383" y="0"/>
                  <a:pt x="2451652" y="110269"/>
                  <a:pt x="2451652" y="246293"/>
                </a:cubicBezTo>
                <a:lnTo>
                  <a:pt x="2451652" y="4908803"/>
                </a:lnTo>
                <a:cubicBezTo>
                  <a:pt x="2451652" y="5044827"/>
                  <a:pt x="2341383" y="5155096"/>
                  <a:pt x="2205359" y="5155096"/>
                </a:cubicBezTo>
                <a:lnTo>
                  <a:pt x="246293" y="5155096"/>
                </a:lnTo>
                <a:cubicBezTo>
                  <a:pt x="110269" y="5155096"/>
                  <a:pt x="0" y="5044827"/>
                  <a:pt x="0" y="4908803"/>
                </a:cubicBezTo>
                <a:lnTo>
                  <a:pt x="0" y="246293"/>
                </a:lnTo>
                <a:cubicBezTo>
                  <a:pt x="0" y="110269"/>
                  <a:pt x="110269" y="0"/>
                  <a:pt x="24629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08000" tIns="720000" rIns="144000" anchor="ctr">
            <a:noAutofit/>
          </a:bodyPr>
          <a:lstStyle>
            <a:lvl1pPr marL="12700" indent="0" algn="ctr">
              <a:spcBef>
                <a:spcPts val="0"/>
              </a:spcBef>
              <a:buNone/>
              <a:defRPr sz="1300"/>
            </a:lvl1pPr>
          </a:lstStyle>
          <a:p>
            <a:r>
              <a:rPr lang="en-US" noProof="0"/>
              <a:t>Click on the icon to add a print screen or image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22068E4-0456-B840-A292-89330209B29D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25" name="Frihandsfigur 74">
              <a:extLst>
                <a:ext uri="{FF2B5EF4-FFF2-40B4-BE49-F238E27FC236}">
                  <a16:creationId xmlns:a16="http://schemas.microsoft.com/office/drawing/2014/main" id="{FB9F62B4-3DC4-B94F-A9F5-72368A94F22D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ihandsfigur 75">
              <a:extLst>
                <a:ext uri="{FF2B5EF4-FFF2-40B4-BE49-F238E27FC236}">
                  <a16:creationId xmlns:a16="http://schemas.microsoft.com/office/drawing/2014/main" id="{658A2170-5F4C-4A4F-843F-8F280E592AE8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ihandsfigur 76">
              <a:extLst>
                <a:ext uri="{FF2B5EF4-FFF2-40B4-BE49-F238E27FC236}">
                  <a16:creationId xmlns:a16="http://schemas.microsoft.com/office/drawing/2014/main" id="{2C63156F-343E-734A-A66D-4858DD3A4A1E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ihandsfigur 78">
              <a:extLst>
                <a:ext uri="{FF2B5EF4-FFF2-40B4-BE49-F238E27FC236}">
                  <a16:creationId xmlns:a16="http://schemas.microsoft.com/office/drawing/2014/main" id="{72F40DB2-1A10-5A4E-980E-13CDCFBF2E1D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ihandsfigur 79">
              <a:extLst>
                <a:ext uri="{FF2B5EF4-FFF2-40B4-BE49-F238E27FC236}">
                  <a16:creationId xmlns:a16="http://schemas.microsoft.com/office/drawing/2014/main" id="{F3F2FDB4-0831-E849-8E85-D2AF8FFD8372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ihandsfigur 80">
              <a:extLst>
                <a:ext uri="{FF2B5EF4-FFF2-40B4-BE49-F238E27FC236}">
                  <a16:creationId xmlns:a16="http://schemas.microsoft.com/office/drawing/2014/main" id="{02A9452D-F174-0C4F-B582-D01F0F0C4BED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E78E5421-D9FC-CC4C-957A-17504C14C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533" y="518825"/>
            <a:ext cx="5248993" cy="3557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0"/>
              <a:t>Click to add a headline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0D2575AD-B334-1245-BB28-3B532453B6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400" y="4302961"/>
            <a:ext cx="5248992" cy="1281863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84935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ckup iP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AC902-B7F6-0E4E-8B98-EB0D8FC7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64B5F-01D2-E045-855B-ED5FCEE5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057A1-4A00-5948-A7A4-F7CC3B6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pic>
        <p:nvPicPr>
          <p:cNvPr id="24" name="Bildobjekt 14">
            <a:extLst>
              <a:ext uri="{FF2B5EF4-FFF2-40B4-BE49-F238E27FC236}">
                <a16:creationId xmlns:a16="http://schemas.microsoft.com/office/drawing/2014/main" id="{47792E0B-43E0-504D-9EDB-A8935961AD5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2676" y="410526"/>
            <a:ext cx="4205907" cy="5490741"/>
          </a:xfrm>
          <a:prstGeom prst="rect">
            <a:avLst/>
          </a:prstGeom>
        </p:spPr>
      </p:pic>
      <p:sp>
        <p:nvSpPr>
          <p:cNvPr id="25" name="Picture Placeholder 31">
            <a:extLst>
              <a:ext uri="{FF2B5EF4-FFF2-40B4-BE49-F238E27FC236}">
                <a16:creationId xmlns:a16="http://schemas.microsoft.com/office/drawing/2014/main" id="{3A9116EC-9222-6244-9DAE-5A16E3F6797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083425" y="663575"/>
            <a:ext cx="3764725" cy="4999247"/>
          </a:xfrm>
          <a:custGeom>
            <a:avLst/>
            <a:gdLst>
              <a:gd name="connsiteX0" fmla="*/ 112814 w 3854245"/>
              <a:gd name="connsiteY0" fmla="*/ 0 h 5132439"/>
              <a:gd name="connsiteX1" fmla="*/ 3741431 w 3854245"/>
              <a:gd name="connsiteY1" fmla="*/ 0 h 5132439"/>
              <a:gd name="connsiteX2" fmla="*/ 3854245 w 3854245"/>
              <a:gd name="connsiteY2" fmla="*/ 112814 h 5132439"/>
              <a:gd name="connsiteX3" fmla="*/ 3854245 w 3854245"/>
              <a:gd name="connsiteY3" fmla="*/ 5019625 h 5132439"/>
              <a:gd name="connsiteX4" fmla="*/ 3741431 w 3854245"/>
              <a:gd name="connsiteY4" fmla="*/ 5132439 h 5132439"/>
              <a:gd name="connsiteX5" fmla="*/ 112814 w 3854245"/>
              <a:gd name="connsiteY5" fmla="*/ 5132439 h 5132439"/>
              <a:gd name="connsiteX6" fmla="*/ 0 w 3854245"/>
              <a:gd name="connsiteY6" fmla="*/ 5019625 h 5132439"/>
              <a:gd name="connsiteX7" fmla="*/ 0 w 3854245"/>
              <a:gd name="connsiteY7" fmla="*/ 112814 h 5132439"/>
              <a:gd name="connsiteX8" fmla="*/ 112814 w 3854245"/>
              <a:gd name="connsiteY8" fmla="*/ 0 h 513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54245" h="5132439">
                <a:moveTo>
                  <a:pt x="112814" y="0"/>
                </a:moveTo>
                <a:lnTo>
                  <a:pt x="3741431" y="0"/>
                </a:lnTo>
                <a:cubicBezTo>
                  <a:pt x="3803736" y="0"/>
                  <a:pt x="3854245" y="50509"/>
                  <a:pt x="3854245" y="112814"/>
                </a:cubicBezTo>
                <a:lnTo>
                  <a:pt x="3854245" y="5019625"/>
                </a:lnTo>
                <a:cubicBezTo>
                  <a:pt x="3854245" y="5081930"/>
                  <a:pt x="3803736" y="5132439"/>
                  <a:pt x="3741431" y="5132439"/>
                </a:cubicBezTo>
                <a:lnTo>
                  <a:pt x="112814" y="5132439"/>
                </a:lnTo>
                <a:cubicBezTo>
                  <a:pt x="50509" y="5132439"/>
                  <a:pt x="0" y="5081930"/>
                  <a:pt x="0" y="5019625"/>
                </a:cubicBezTo>
                <a:lnTo>
                  <a:pt x="0" y="112814"/>
                </a:lnTo>
                <a:cubicBezTo>
                  <a:pt x="0" y="50509"/>
                  <a:pt x="50509" y="0"/>
                  <a:pt x="11281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08000" tIns="720000" rIns="144000" anchor="ctr">
            <a:noAutofit/>
          </a:bodyPr>
          <a:lstStyle>
            <a:lvl1pPr marL="12700" indent="0" algn="ctr" fontAlgn="ctr">
              <a:spcBef>
                <a:spcPts val="0"/>
              </a:spcBef>
              <a:buNone/>
              <a:defRPr sz="1300"/>
            </a:lvl1pPr>
          </a:lstStyle>
          <a:p>
            <a:r>
              <a:rPr lang="en-US" noProof="0"/>
              <a:t>Click on the icon to add a print screen </a:t>
            </a:r>
            <a:br>
              <a:rPr lang="en-US" noProof="0"/>
            </a:br>
            <a:r>
              <a:rPr lang="en-US" noProof="0"/>
              <a:t>or image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0112689-43F2-A140-B5B5-5B72E104039E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27" name="Frihandsfigur 74">
              <a:extLst>
                <a:ext uri="{FF2B5EF4-FFF2-40B4-BE49-F238E27FC236}">
                  <a16:creationId xmlns:a16="http://schemas.microsoft.com/office/drawing/2014/main" id="{8957EDA0-225F-F545-9363-D44C120B4926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ihandsfigur 75">
              <a:extLst>
                <a:ext uri="{FF2B5EF4-FFF2-40B4-BE49-F238E27FC236}">
                  <a16:creationId xmlns:a16="http://schemas.microsoft.com/office/drawing/2014/main" id="{FC926208-8CE5-A94E-A670-D051F8A242C9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ihandsfigur 76">
              <a:extLst>
                <a:ext uri="{FF2B5EF4-FFF2-40B4-BE49-F238E27FC236}">
                  <a16:creationId xmlns:a16="http://schemas.microsoft.com/office/drawing/2014/main" id="{0A50F91C-731C-6241-8CA5-9C91036386F8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ihandsfigur 78">
              <a:extLst>
                <a:ext uri="{FF2B5EF4-FFF2-40B4-BE49-F238E27FC236}">
                  <a16:creationId xmlns:a16="http://schemas.microsoft.com/office/drawing/2014/main" id="{C5692D34-730B-3F43-96C4-9B7F7DD15022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ihandsfigur 79">
              <a:extLst>
                <a:ext uri="{FF2B5EF4-FFF2-40B4-BE49-F238E27FC236}">
                  <a16:creationId xmlns:a16="http://schemas.microsoft.com/office/drawing/2014/main" id="{4363A7C0-14AA-504E-8C2C-FC2E30E276B2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ihandsfigur 80">
              <a:extLst>
                <a:ext uri="{FF2B5EF4-FFF2-40B4-BE49-F238E27FC236}">
                  <a16:creationId xmlns:a16="http://schemas.microsoft.com/office/drawing/2014/main" id="{2001B85C-1F79-1940-B15E-4037FF6BBAA5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1BE37500-7A98-A84E-98F9-61A843FA4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533" y="518825"/>
            <a:ext cx="5248993" cy="3557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0"/>
              <a:t>Click to add a headline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4F0919D8-E540-6E4A-B561-C63D607CCE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400" y="4302961"/>
            <a:ext cx="5248992" cy="1281863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14387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ckup Computer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7A949-7B68-A046-BCB3-F8283061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0DF27-5960-8841-872E-5AFD0C0F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01F9B-DF01-664B-949B-C8CDB733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pic>
        <p:nvPicPr>
          <p:cNvPr id="6" name="Bildobjekt 1">
            <a:extLst>
              <a:ext uri="{FF2B5EF4-FFF2-40B4-BE49-F238E27FC236}">
                <a16:creationId xmlns:a16="http://schemas.microsoft.com/office/drawing/2014/main" id="{E35D905F-1E49-D146-ADC2-6D01AF116D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15363" y="503661"/>
            <a:ext cx="6588010" cy="530182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55CA534-D0C3-1E4A-B281-72D4192E55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7914" y="782472"/>
            <a:ext cx="6044275" cy="3426097"/>
          </a:xfrm>
          <a:solidFill>
            <a:schemeClr val="bg2"/>
          </a:solidFill>
        </p:spPr>
        <p:txBody>
          <a:bodyPr tIns="360000" anchor="ctr"/>
          <a:lstStyle>
            <a:lvl1pPr marL="0" indent="0" algn="ctr">
              <a:buNone/>
              <a:defRPr sz="1000"/>
            </a:lvl1pPr>
          </a:lstStyle>
          <a:p>
            <a:r>
              <a:rPr lang="en-US" noProof="0"/>
              <a:t>Click on the icon to add a print screen or image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D3EE41-969A-0044-88EC-BDD7BA406A8A}"/>
              </a:ext>
            </a:extLst>
          </p:cNvPr>
          <p:cNvGrpSpPr/>
          <p:nvPr/>
        </p:nvGrpSpPr>
        <p:grpSpPr>
          <a:xfrm>
            <a:off x="11016248" y="6263673"/>
            <a:ext cx="940428" cy="355141"/>
            <a:chOff x="11016248" y="6263673"/>
            <a:chExt cx="940428" cy="355141"/>
          </a:xfrm>
          <a:solidFill>
            <a:schemeClr val="tx1"/>
          </a:solidFill>
        </p:grpSpPr>
        <p:sp>
          <p:nvSpPr>
            <p:cNvPr id="17" name="Frihandsfigur 74">
              <a:extLst>
                <a:ext uri="{FF2B5EF4-FFF2-40B4-BE49-F238E27FC236}">
                  <a16:creationId xmlns:a16="http://schemas.microsoft.com/office/drawing/2014/main" id="{CA4701D8-40AA-054E-A995-22DE93D51998}"/>
                </a:ext>
              </a:extLst>
            </p:cNvPr>
            <p:cNvSpPr/>
            <p:nvPr/>
          </p:nvSpPr>
          <p:spPr>
            <a:xfrm>
              <a:off x="11502600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ihandsfigur 75">
              <a:extLst>
                <a:ext uri="{FF2B5EF4-FFF2-40B4-BE49-F238E27FC236}">
                  <a16:creationId xmlns:a16="http://schemas.microsoft.com/office/drawing/2014/main" id="{5128366B-8114-AF49-B185-39EC0DB54734}"/>
                </a:ext>
              </a:extLst>
            </p:cNvPr>
            <p:cNvSpPr/>
            <p:nvPr/>
          </p:nvSpPr>
          <p:spPr>
            <a:xfrm>
              <a:off x="11290799" y="6422422"/>
              <a:ext cx="209066" cy="196392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ihandsfigur 76">
              <a:extLst>
                <a:ext uri="{FF2B5EF4-FFF2-40B4-BE49-F238E27FC236}">
                  <a16:creationId xmlns:a16="http://schemas.microsoft.com/office/drawing/2014/main" id="{F693682E-3DC5-2B42-A4A6-2F932FB542FB}"/>
                </a:ext>
              </a:extLst>
            </p:cNvPr>
            <p:cNvSpPr/>
            <p:nvPr/>
          </p:nvSpPr>
          <p:spPr>
            <a:xfrm>
              <a:off x="11016248" y="6426574"/>
              <a:ext cx="275231" cy="188487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ihandsfigur 78">
              <a:extLst>
                <a:ext uri="{FF2B5EF4-FFF2-40B4-BE49-F238E27FC236}">
                  <a16:creationId xmlns:a16="http://schemas.microsoft.com/office/drawing/2014/main" id="{5602C48C-93BA-1344-BAB5-8A605B89D8D9}"/>
                </a:ext>
              </a:extLst>
            </p:cNvPr>
            <p:cNvSpPr/>
            <p:nvPr/>
          </p:nvSpPr>
          <p:spPr>
            <a:xfrm>
              <a:off x="11818463" y="6263673"/>
              <a:ext cx="55917" cy="73604"/>
            </a:xfrm>
            <a:custGeom>
              <a:avLst/>
              <a:gdLst>
                <a:gd name="connsiteX0" fmla="*/ 0 w 623527"/>
                <a:gd name="connsiteY0" fmla="*/ 820756 h 820756"/>
                <a:gd name="connsiteX1" fmla="*/ 623528 w 623527"/>
                <a:gd name="connsiteY1" fmla="*/ 820756 h 820756"/>
                <a:gd name="connsiteX2" fmla="*/ 468360 w 623527"/>
                <a:gd name="connsiteY2" fmla="*/ 0 h 82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3527" h="820756">
                  <a:moveTo>
                    <a:pt x="0" y="820756"/>
                  </a:moveTo>
                  <a:lnTo>
                    <a:pt x="623528" y="820756"/>
                  </a:lnTo>
                  <a:lnTo>
                    <a:pt x="468360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ihandsfigur 79">
              <a:extLst>
                <a:ext uri="{FF2B5EF4-FFF2-40B4-BE49-F238E27FC236}">
                  <a16:creationId xmlns:a16="http://schemas.microsoft.com/office/drawing/2014/main" id="{DE2916DF-8638-E74A-9FBD-136078F891D3}"/>
                </a:ext>
              </a:extLst>
            </p:cNvPr>
            <p:cNvSpPr/>
            <p:nvPr/>
          </p:nvSpPr>
          <p:spPr>
            <a:xfrm>
              <a:off x="11841342" y="6407981"/>
              <a:ext cx="62746" cy="90661"/>
            </a:xfrm>
            <a:custGeom>
              <a:avLst/>
              <a:gdLst>
                <a:gd name="connsiteX0" fmla="*/ 0 w 699684"/>
                <a:gd name="connsiteY0" fmla="*/ 380420 h 1010966"/>
                <a:gd name="connsiteX1" fmla="*/ 515006 w 699684"/>
                <a:gd name="connsiteY1" fmla="*/ 0 h 1010966"/>
                <a:gd name="connsiteX2" fmla="*/ 699684 w 699684"/>
                <a:gd name="connsiteY2" fmla="*/ 1010966 h 10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9684" h="1010966">
                  <a:moveTo>
                    <a:pt x="0" y="380420"/>
                  </a:moveTo>
                  <a:lnTo>
                    <a:pt x="515006" y="0"/>
                  </a:lnTo>
                  <a:lnTo>
                    <a:pt x="699684" y="1010966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ihandsfigur 80">
              <a:extLst>
                <a:ext uri="{FF2B5EF4-FFF2-40B4-BE49-F238E27FC236}">
                  <a16:creationId xmlns:a16="http://schemas.microsoft.com/office/drawing/2014/main" id="{552B78A2-56C1-7546-A0FC-03E474C0CD91}"/>
                </a:ext>
              </a:extLst>
            </p:cNvPr>
            <p:cNvSpPr/>
            <p:nvPr/>
          </p:nvSpPr>
          <p:spPr>
            <a:xfrm>
              <a:off x="11468876" y="6345891"/>
              <a:ext cx="487800" cy="179873"/>
            </a:xfrm>
            <a:custGeom>
              <a:avLst/>
              <a:gdLst>
                <a:gd name="connsiteX0" fmla="*/ 0 w 5439451"/>
                <a:gd name="connsiteY0" fmla="*/ 0 h 2005764"/>
                <a:gd name="connsiteX1" fmla="*/ 5439452 w 5439451"/>
                <a:gd name="connsiteY1" fmla="*/ 0 h 2005764"/>
                <a:gd name="connsiteX2" fmla="*/ 2717822 w 5439451"/>
                <a:gd name="connsiteY2" fmla="*/ 2005765 h 2005764"/>
                <a:gd name="connsiteX3" fmla="*/ 3428930 w 5439451"/>
                <a:gd name="connsiteY3" fmla="*/ 680001 h 200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9451" h="2005764">
                  <a:moveTo>
                    <a:pt x="0" y="0"/>
                  </a:moveTo>
                  <a:lnTo>
                    <a:pt x="5439452" y="0"/>
                  </a:lnTo>
                  <a:lnTo>
                    <a:pt x="2717822" y="2005765"/>
                  </a:lnTo>
                  <a:lnTo>
                    <a:pt x="3428930" y="680001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9DACB89B-D656-8443-8901-E8ECE31772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533" y="518825"/>
            <a:ext cx="5248993" cy="3557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0"/>
              <a:t>Click to add a headline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EFB9C244-ACA5-1646-AAF9-734EC137C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400" y="4302961"/>
            <a:ext cx="5248992" cy="1281863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8337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tro NCC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ild 5">
            <a:extLst>
              <a:ext uri="{FF2B5EF4-FFF2-40B4-BE49-F238E27FC236}">
                <a16:creationId xmlns:a16="http://schemas.microsoft.com/office/drawing/2014/main" id="{3C76C63C-523E-4047-9946-116D28662313}"/>
              </a:ext>
            </a:extLst>
          </p:cNvPr>
          <p:cNvGrpSpPr/>
          <p:nvPr/>
        </p:nvGrpSpPr>
        <p:grpSpPr>
          <a:xfrm>
            <a:off x="3989950" y="2222112"/>
            <a:ext cx="4627037" cy="1747343"/>
            <a:chOff x="850746" y="1447011"/>
            <a:chExt cx="10486699" cy="3960173"/>
          </a:xfrm>
          <a:solidFill>
            <a:schemeClr val="bg1"/>
          </a:solidFill>
        </p:grpSpPr>
        <p:sp>
          <p:nvSpPr>
            <p:cNvPr id="7" name="Frihandsfigur 46">
              <a:extLst>
                <a:ext uri="{FF2B5EF4-FFF2-40B4-BE49-F238E27FC236}">
                  <a16:creationId xmlns:a16="http://schemas.microsoft.com/office/drawing/2014/main" id="{947CE0F6-A7AA-2C4F-8662-26E166E834B8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ihandsfigur 47">
              <a:extLst>
                <a:ext uri="{FF2B5EF4-FFF2-40B4-BE49-F238E27FC236}">
                  <a16:creationId xmlns:a16="http://schemas.microsoft.com/office/drawing/2014/main" id="{B93195C3-2C78-F64F-93D2-713151877E12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9" name="Frihandsfigur 48">
              <a:extLst>
                <a:ext uri="{FF2B5EF4-FFF2-40B4-BE49-F238E27FC236}">
                  <a16:creationId xmlns:a16="http://schemas.microsoft.com/office/drawing/2014/main" id="{E57950BC-18BC-1543-8CA8-FCB402B72BE6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0" name="Bild 5">
              <a:extLst>
                <a:ext uri="{FF2B5EF4-FFF2-40B4-BE49-F238E27FC236}">
                  <a16:creationId xmlns:a16="http://schemas.microsoft.com/office/drawing/2014/main" id="{CDBA1E3E-7A8C-EA48-8146-2E2AEDE181FE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11" name="Frihandsfigur 50">
                <a:extLst>
                  <a:ext uri="{FF2B5EF4-FFF2-40B4-BE49-F238E27FC236}">
                    <a16:creationId xmlns:a16="http://schemas.microsoft.com/office/drawing/2014/main" id="{CBF2CCB4-D0D3-724E-9BFB-BF964747AC1E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2" name="Frihandsfigur 51">
                <a:extLst>
                  <a:ext uri="{FF2B5EF4-FFF2-40B4-BE49-F238E27FC236}">
                    <a16:creationId xmlns:a16="http://schemas.microsoft.com/office/drawing/2014/main" id="{CE06A475-AC3B-0C4E-9748-A4BE05A66430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13" name="Frihandsfigur 52">
                <a:extLst>
                  <a:ext uri="{FF2B5EF4-FFF2-40B4-BE49-F238E27FC236}">
                    <a16:creationId xmlns:a16="http://schemas.microsoft.com/office/drawing/2014/main" id="{776D62B9-2AC0-EE43-84F8-FB6D53E535E7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841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tro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Bild 5">
            <a:extLst>
              <a:ext uri="{FF2B5EF4-FFF2-40B4-BE49-F238E27FC236}">
                <a16:creationId xmlns:a16="http://schemas.microsoft.com/office/drawing/2014/main" id="{2C5F6E35-5E5B-144B-AC27-68CC15C0C467}"/>
              </a:ext>
            </a:extLst>
          </p:cNvPr>
          <p:cNvGrpSpPr/>
          <p:nvPr/>
        </p:nvGrpSpPr>
        <p:grpSpPr>
          <a:xfrm>
            <a:off x="3989950" y="2222112"/>
            <a:ext cx="4627037" cy="1747343"/>
            <a:chOff x="850746" y="1447011"/>
            <a:chExt cx="10486699" cy="3960173"/>
          </a:xfrm>
          <a:solidFill>
            <a:schemeClr val="tx1"/>
          </a:solidFill>
        </p:grpSpPr>
        <p:sp>
          <p:nvSpPr>
            <p:cNvPr id="15" name="Frihandsfigur 46">
              <a:extLst>
                <a:ext uri="{FF2B5EF4-FFF2-40B4-BE49-F238E27FC236}">
                  <a16:creationId xmlns:a16="http://schemas.microsoft.com/office/drawing/2014/main" id="{B8B0CEBD-E036-064A-A153-56E7E0C2CCCF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ihandsfigur 47">
              <a:extLst>
                <a:ext uri="{FF2B5EF4-FFF2-40B4-BE49-F238E27FC236}">
                  <a16:creationId xmlns:a16="http://schemas.microsoft.com/office/drawing/2014/main" id="{1D3A420E-B059-5745-B24D-9C37EA4CCF4B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ihandsfigur 48">
              <a:extLst>
                <a:ext uri="{FF2B5EF4-FFF2-40B4-BE49-F238E27FC236}">
                  <a16:creationId xmlns:a16="http://schemas.microsoft.com/office/drawing/2014/main" id="{2BCC7EE8-2BD2-7F43-B6E2-511413094308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8" name="Bild 5">
              <a:extLst>
                <a:ext uri="{FF2B5EF4-FFF2-40B4-BE49-F238E27FC236}">
                  <a16:creationId xmlns:a16="http://schemas.microsoft.com/office/drawing/2014/main" id="{F0B3DE90-F272-324C-9052-D610BDF45B2F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19" name="Frihandsfigur 50">
                <a:extLst>
                  <a:ext uri="{FF2B5EF4-FFF2-40B4-BE49-F238E27FC236}">
                    <a16:creationId xmlns:a16="http://schemas.microsoft.com/office/drawing/2014/main" id="{85E1E14D-9FB0-9B43-A5AD-1B5D0B751837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0" name="Frihandsfigur 51">
                <a:extLst>
                  <a:ext uri="{FF2B5EF4-FFF2-40B4-BE49-F238E27FC236}">
                    <a16:creationId xmlns:a16="http://schemas.microsoft.com/office/drawing/2014/main" id="{E053CA3F-7194-5B47-A5BD-237359C4F8B9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1" name="Frihandsfigur 52">
                <a:extLst>
                  <a:ext uri="{FF2B5EF4-FFF2-40B4-BE49-F238E27FC236}">
                    <a16:creationId xmlns:a16="http://schemas.microsoft.com/office/drawing/2014/main" id="{D388739A-0184-AA42-A4A5-854CC3357743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328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tro Dark Blue">
    <p:bg>
      <p:bgPr>
        <a:solidFill>
          <a:srgbClr val="181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Bild 5">
            <a:extLst>
              <a:ext uri="{FF2B5EF4-FFF2-40B4-BE49-F238E27FC236}">
                <a16:creationId xmlns:a16="http://schemas.microsoft.com/office/drawing/2014/main" id="{65738352-B858-B445-BDBD-71748CC0E908}"/>
              </a:ext>
            </a:extLst>
          </p:cNvPr>
          <p:cNvGrpSpPr/>
          <p:nvPr/>
        </p:nvGrpSpPr>
        <p:grpSpPr>
          <a:xfrm>
            <a:off x="3989950" y="2222112"/>
            <a:ext cx="4627037" cy="1747343"/>
            <a:chOff x="850746" y="1447011"/>
            <a:chExt cx="10486699" cy="3960173"/>
          </a:xfrm>
          <a:solidFill>
            <a:schemeClr val="bg1"/>
          </a:solidFill>
        </p:grpSpPr>
        <p:sp>
          <p:nvSpPr>
            <p:cNvPr id="15" name="Frihandsfigur 46">
              <a:extLst>
                <a:ext uri="{FF2B5EF4-FFF2-40B4-BE49-F238E27FC236}">
                  <a16:creationId xmlns:a16="http://schemas.microsoft.com/office/drawing/2014/main" id="{23D9C7DF-1C35-4849-916E-448DD072EF55}"/>
                </a:ext>
              </a:extLst>
            </p:cNvPr>
            <p:cNvSpPr/>
            <p:nvPr/>
          </p:nvSpPr>
          <p:spPr>
            <a:xfrm>
              <a:off x="6274049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7 w 2331294"/>
                <a:gd name="connsiteY3" fmla="*/ 2146218 h 2189966"/>
                <a:gd name="connsiteX4" fmla="*/ 2104730 w 2331294"/>
                <a:gd name="connsiteY4" fmla="*/ 1469071 h 2189966"/>
                <a:gd name="connsiteX5" fmla="*/ 1960986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6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7" y="2146218"/>
                    <a:pt x="1937187" y="2146218"/>
                  </a:cubicBezTo>
                  <a:lnTo>
                    <a:pt x="2104730" y="1469071"/>
                  </a:lnTo>
                  <a:lnTo>
                    <a:pt x="1960986" y="1469071"/>
                  </a:lnTo>
                  <a:cubicBezTo>
                    <a:pt x="1937187" y="1586050"/>
                    <a:pt x="1808674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6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ihandsfigur 47">
              <a:extLst>
                <a:ext uri="{FF2B5EF4-FFF2-40B4-BE49-F238E27FC236}">
                  <a16:creationId xmlns:a16="http://schemas.microsoft.com/office/drawing/2014/main" id="{DC582092-3546-424F-A844-3B787241D0B2}"/>
                </a:ext>
              </a:extLst>
            </p:cNvPr>
            <p:cNvSpPr/>
            <p:nvPr/>
          </p:nvSpPr>
          <p:spPr>
            <a:xfrm>
              <a:off x="3912257" y="3217217"/>
              <a:ext cx="2331294" cy="2189966"/>
            </a:xfrm>
            <a:custGeom>
              <a:avLst/>
              <a:gdLst>
                <a:gd name="connsiteX0" fmla="*/ 1512616 w 2331294"/>
                <a:gd name="connsiteY0" fmla="*/ 649 h 2189966"/>
                <a:gd name="connsiteX1" fmla="*/ 60890 w 2331294"/>
                <a:gd name="connsiteY1" fmla="*/ 994496 h 2189966"/>
                <a:gd name="connsiteX2" fmla="*/ 1024265 w 2331294"/>
                <a:gd name="connsiteY2" fmla="*/ 2189967 h 2189966"/>
                <a:gd name="connsiteX3" fmla="*/ 1937186 w 2331294"/>
                <a:gd name="connsiteY3" fmla="*/ 2146218 h 2189966"/>
                <a:gd name="connsiteX4" fmla="*/ 2104730 w 2331294"/>
                <a:gd name="connsiteY4" fmla="*/ 1469071 h 2189966"/>
                <a:gd name="connsiteX5" fmla="*/ 1960985 w 2331294"/>
                <a:gd name="connsiteY5" fmla="*/ 1469071 h 2189966"/>
                <a:gd name="connsiteX6" fmla="*/ 1143259 w 2331294"/>
                <a:gd name="connsiteY6" fmla="*/ 1628847 h 2189966"/>
                <a:gd name="connsiteX7" fmla="*/ 722496 w 2331294"/>
                <a:gd name="connsiteY7" fmla="*/ 1004958 h 2189966"/>
                <a:gd name="connsiteX8" fmla="*/ 1433604 w 2331294"/>
                <a:gd name="connsiteY8" fmla="*/ 549405 h 2189966"/>
                <a:gd name="connsiteX9" fmla="*/ 2048565 w 2331294"/>
                <a:gd name="connsiteY9" fmla="*/ 716790 h 2189966"/>
                <a:gd name="connsiteX10" fmla="*/ 2197070 w 2331294"/>
                <a:gd name="connsiteY10" fmla="*/ 716790 h 2189966"/>
                <a:gd name="connsiteX11" fmla="*/ 2331295 w 2331294"/>
                <a:gd name="connsiteY11" fmla="*/ 71027 h 2189966"/>
                <a:gd name="connsiteX12" fmla="*/ 1512616 w 2331294"/>
                <a:gd name="connsiteY12" fmla="*/ 649 h 218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1294" h="2189966">
                  <a:moveTo>
                    <a:pt x="1512616" y="649"/>
                  </a:moveTo>
                  <a:cubicBezTo>
                    <a:pt x="455950" y="25376"/>
                    <a:pt x="217010" y="366803"/>
                    <a:pt x="60890" y="994496"/>
                  </a:cubicBezTo>
                  <a:cubicBezTo>
                    <a:pt x="-103798" y="1654525"/>
                    <a:pt x="18052" y="2189967"/>
                    <a:pt x="1024265" y="2189967"/>
                  </a:cubicBezTo>
                  <a:cubicBezTo>
                    <a:pt x="1317466" y="2189967"/>
                    <a:pt x="1937186" y="2146218"/>
                    <a:pt x="1937186" y="2146218"/>
                  </a:cubicBezTo>
                  <a:lnTo>
                    <a:pt x="2104730" y="1469071"/>
                  </a:lnTo>
                  <a:lnTo>
                    <a:pt x="1960985" y="1469071"/>
                  </a:lnTo>
                  <a:cubicBezTo>
                    <a:pt x="1939091" y="1587001"/>
                    <a:pt x="1808673" y="1628847"/>
                    <a:pt x="1143259" y="1628847"/>
                  </a:cubicBezTo>
                  <a:cubicBezTo>
                    <a:pt x="749151" y="1628847"/>
                    <a:pt x="575896" y="1587952"/>
                    <a:pt x="722496" y="1004958"/>
                  </a:cubicBezTo>
                  <a:cubicBezTo>
                    <a:pt x="800557" y="693965"/>
                    <a:pt x="957629" y="560818"/>
                    <a:pt x="1433604" y="549405"/>
                  </a:cubicBezTo>
                  <a:cubicBezTo>
                    <a:pt x="2001920" y="536090"/>
                    <a:pt x="2069508" y="610272"/>
                    <a:pt x="2048565" y="716790"/>
                  </a:cubicBezTo>
                  <a:lnTo>
                    <a:pt x="2197070" y="716790"/>
                  </a:lnTo>
                  <a:lnTo>
                    <a:pt x="2331295" y="71027"/>
                  </a:lnTo>
                  <a:cubicBezTo>
                    <a:pt x="2331295" y="71027"/>
                    <a:pt x="1845799" y="-7911"/>
                    <a:pt x="1512616" y="649"/>
                  </a:cubicBez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ihandsfigur 48">
              <a:extLst>
                <a:ext uri="{FF2B5EF4-FFF2-40B4-BE49-F238E27FC236}">
                  <a16:creationId xmlns:a16="http://schemas.microsoft.com/office/drawing/2014/main" id="{ABF315F7-F39C-C644-9C9F-32C59492260B}"/>
                </a:ext>
              </a:extLst>
            </p:cNvPr>
            <p:cNvSpPr/>
            <p:nvPr/>
          </p:nvSpPr>
          <p:spPr>
            <a:xfrm>
              <a:off x="850746" y="3263517"/>
              <a:ext cx="3069092" cy="2101821"/>
            </a:xfrm>
            <a:custGeom>
              <a:avLst/>
              <a:gdLst>
                <a:gd name="connsiteX0" fmla="*/ 410291 w 3069092"/>
                <a:gd name="connsiteY0" fmla="*/ 0 h 2101821"/>
                <a:gd name="connsiteX1" fmla="*/ 385540 w 3069092"/>
                <a:gd name="connsiteY1" fmla="*/ 124587 h 2101821"/>
                <a:gd name="connsiteX2" fmla="*/ 496919 w 3069092"/>
                <a:gd name="connsiteY2" fmla="*/ 229203 h 2101821"/>
                <a:gd name="connsiteX3" fmla="*/ 178015 w 3069092"/>
                <a:gd name="connsiteY3" fmla="*/ 1834576 h 2101821"/>
                <a:gd name="connsiteX4" fmla="*/ 24751 w 3069092"/>
                <a:gd name="connsiteY4" fmla="*/ 1976282 h 2101821"/>
                <a:gd name="connsiteX5" fmla="*/ 0 w 3069092"/>
                <a:gd name="connsiteY5" fmla="*/ 2101821 h 2101821"/>
                <a:gd name="connsiteX6" fmla="*/ 850093 w 3069092"/>
                <a:gd name="connsiteY6" fmla="*/ 2101821 h 2101821"/>
                <a:gd name="connsiteX7" fmla="*/ 874844 w 3069092"/>
                <a:gd name="connsiteY7" fmla="*/ 1976282 h 2101821"/>
                <a:gd name="connsiteX8" fmla="*/ 757754 w 3069092"/>
                <a:gd name="connsiteY8" fmla="*/ 1871667 h 2101821"/>
                <a:gd name="connsiteX9" fmla="*/ 970039 w 3069092"/>
                <a:gd name="connsiteY9" fmla="*/ 800784 h 2101821"/>
                <a:gd name="connsiteX10" fmla="*/ 1892480 w 3069092"/>
                <a:gd name="connsiteY10" fmla="*/ 2100870 h 2101821"/>
                <a:gd name="connsiteX11" fmla="*/ 2556942 w 3069092"/>
                <a:gd name="connsiteY11" fmla="*/ 2100870 h 2101821"/>
                <a:gd name="connsiteX12" fmla="*/ 2927251 w 3069092"/>
                <a:gd name="connsiteY12" fmla="*/ 228252 h 2101821"/>
                <a:gd name="connsiteX13" fmla="*/ 3044341 w 3069092"/>
                <a:gd name="connsiteY13" fmla="*/ 125539 h 2101821"/>
                <a:gd name="connsiteX14" fmla="*/ 3069092 w 3069092"/>
                <a:gd name="connsiteY14" fmla="*/ 0 h 2101821"/>
                <a:gd name="connsiteX15" fmla="*/ 2282780 w 3069092"/>
                <a:gd name="connsiteY15" fmla="*/ 0 h 2101821"/>
                <a:gd name="connsiteX16" fmla="*/ 2258030 w 3069092"/>
                <a:gd name="connsiteY16" fmla="*/ 125539 h 2101821"/>
                <a:gd name="connsiteX17" fmla="*/ 2339897 w 3069092"/>
                <a:gd name="connsiteY17" fmla="*/ 224448 h 2101821"/>
                <a:gd name="connsiteX18" fmla="*/ 2151411 w 3069092"/>
                <a:gd name="connsiteY18" fmla="*/ 1175498 h 2101821"/>
                <a:gd name="connsiteX19" fmla="*/ 1304174 w 3069092"/>
                <a:gd name="connsiteY19" fmla="*/ 0 h 2101821"/>
                <a:gd name="connsiteX20" fmla="*/ 410291 w 3069092"/>
                <a:gd name="connsiteY20" fmla="*/ 0 h 210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092" h="2101821">
                  <a:moveTo>
                    <a:pt x="410291" y="0"/>
                  </a:moveTo>
                  <a:lnTo>
                    <a:pt x="385540" y="124587"/>
                  </a:lnTo>
                  <a:cubicBezTo>
                    <a:pt x="485495" y="124587"/>
                    <a:pt x="512150" y="149315"/>
                    <a:pt x="496919" y="229203"/>
                  </a:cubicBezTo>
                  <a:cubicBezTo>
                    <a:pt x="496919" y="229203"/>
                    <a:pt x="212285" y="1681457"/>
                    <a:pt x="178015" y="1834576"/>
                  </a:cubicBezTo>
                  <a:cubicBezTo>
                    <a:pt x="152312" y="1946800"/>
                    <a:pt x="152312" y="1974380"/>
                    <a:pt x="24751" y="1976282"/>
                  </a:cubicBezTo>
                  <a:lnTo>
                    <a:pt x="0" y="2101821"/>
                  </a:lnTo>
                  <a:lnTo>
                    <a:pt x="850093" y="2101821"/>
                  </a:lnTo>
                  <a:lnTo>
                    <a:pt x="874844" y="1976282"/>
                  </a:lnTo>
                  <a:cubicBezTo>
                    <a:pt x="784408" y="1976282"/>
                    <a:pt x="742522" y="1949653"/>
                    <a:pt x="757754" y="1871667"/>
                  </a:cubicBezTo>
                  <a:lnTo>
                    <a:pt x="970039" y="800784"/>
                  </a:lnTo>
                  <a:lnTo>
                    <a:pt x="1892480" y="2100870"/>
                  </a:lnTo>
                  <a:lnTo>
                    <a:pt x="2556942" y="2100870"/>
                  </a:lnTo>
                  <a:lnTo>
                    <a:pt x="2927251" y="228252"/>
                  </a:lnTo>
                  <a:cubicBezTo>
                    <a:pt x="2941531" y="154070"/>
                    <a:pt x="2957714" y="125539"/>
                    <a:pt x="3044341" y="125539"/>
                  </a:cubicBezTo>
                  <a:lnTo>
                    <a:pt x="3069092" y="0"/>
                  </a:lnTo>
                  <a:lnTo>
                    <a:pt x="2282780" y="0"/>
                  </a:lnTo>
                  <a:lnTo>
                    <a:pt x="2258030" y="125539"/>
                  </a:lnTo>
                  <a:cubicBezTo>
                    <a:pt x="2334186" y="125539"/>
                    <a:pt x="2352273" y="159776"/>
                    <a:pt x="2339897" y="224448"/>
                  </a:cubicBezTo>
                  <a:lnTo>
                    <a:pt x="2151411" y="1175498"/>
                  </a:lnTo>
                  <a:lnTo>
                    <a:pt x="1304174" y="0"/>
                  </a:lnTo>
                  <a:lnTo>
                    <a:pt x="410291" y="0"/>
                  </a:lnTo>
                  <a:close/>
                </a:path>
              </a:pathLst>
            </a:custGeom>
            <a:grpFill/>
            <a:ln w="9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grpSp>
          <p:nvGrpSpPr>
            <p:cNvPr id="18" name="Bild 5">
              <a:extLst>
                <a:ext uri="{FF2B5EF4-FFF2-40B4-BE49-F238E27FC236}">
                  <a16:creationId xmlns:a16="http://schemas.microsoft.com/office/drawing/2014/main" id="{191A4915-3C03-AB46-8971-4A6F7B50D7D5}"/>
                </a:ext>
              </a:extLst>
            </p:cNvPr>
            <p:cNvGrpSpPr/>
            <p:nvPr/>
          </p:nvGrpSpPr>
          <p:grpSpPr>
            <a:xfrm>
              <a:off x="5897994" y="1447011"/>
              <a:ext cx="5439451" cy="2922577"/>
              <a:chOff x="5897994" y="1447011"/>
              <a:chExt cx="5439451" cy="2922577"/>
            </a:xfrm>
            <a:grpFill/>
          </p:grpSpPr>
          <p:sp>
            <p:nvSpPr>
              <p:cNvPr id="19" name="Frihandsfigur 50">
                <a:extLst>
                  <a:ext uri="{FF2B5EF4-FFF2-40B4-BE49-F238E27FC236}">
                    <a16:creationId xmlns:a16="http://schemas.microsoft.com/office/drawing/2014/main" id="{3E047161-A14C-E84F-B1F6-95E857AB2EA2}"/>
                  </a:ext>
                </a:extLst>
              </p:cNvPr>
              <p:cNvSpPr/>
              <p:nvPr/>
            </p:nvSpPr>
            <p:spPr>
              <a:xfrm>
                <a:off x="9796236" y="1447011"/>
                <a:ext cx="623527" cy="820756"/>
              </a:xfrm>
              <a:custGeom>
                <a:avLst/>
                <a:gdLst>
                  <a:gd name="connsiteX0" fmla="*/ 0 w 623527"/>
                  <a:gd name="connsiteY0" fmla="*/ 820756 h 820756"/>
                  <a:gd name="connsiteX1" fmla="*/ 623528 w 623527"/>
                  <a:gd name="connsiteY1" fmla="*/ 820756 h 820756"/>
                  <a:gd name="connsiteX2" fmla="*/ 468360 w 623527"/>
                  <a:gd name="connsiteY2" fmla="*/ 0 h 820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3527" h="820756">
                    <a:moveTo>
                      <a:pt x="0" y="820756"/>
                    </a:moveTo>
                    <a:lnTo>
                      <a:pt x="623528" y="820756"/>
                    </a:lnTo>
                    <a:lnTo>
                      <a:pt x="468360" y="0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0" name="Frihandsfigur 51">
                <a:extLst>
                  <a:ext uri="{FF2B5EF4-FFF2-40B4-BE49-F238E27FC236}">
                    <a16:creationId xmlns:a16="http://schemas.microsoft.com/office/drawing/2014/main" id="{1A6EF974-CBF8-2141-8850-49D73AFF761A}"/>
                  </a:ext>
                </a:extLst>
              </p:cNvPr>
              <p:cNvSpPr/>
              <p:nvPr/>
            </p:nvSpPr>
            <p:spPr>
              <a:xfrm>
                <a:off x="10051359" y="3056188"/>
                <a:ext cx="699684" cy="1010966"/>
              </a:xfrm>
              <a:custGeom>
                <a:avLst/>
                <a:gdLst>
                  <a:gd name="connsiteX0" fmla="*/ 0 w 699684"/>
                  <a:gd name="connsiteY0" fmla="*/ 380420 h 1010966"/>
                  <a:gd name="connsiteX1" fmla="*/ 515006 w 699684"/>
                  <a:gd name="connsiteY1" fmla="*/ 0 h 1010966"/>
                  <a:gd name="connsiteX2" fmla="*/ 699684 w 699684"/>
                  <a:gd name="connsiteY2" fmla="*/ 1010966 h 101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9684" h="1010966">
                    <a:moveTo>
                      <a:pt x="0" y="380420"/>
                    </a:moveTo>
                    <a:lnTo>
                      <a:pt x="515006" y="0"/>
                    </a:lnTo>
                    <a:lnTo>
                      <a:pt x="699684" y="1010966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  <p:sp>
            <p:nvSpPr>
              <p:cNvPr id="21" name="Frihandsfigur 52">
                <a:extLst>
                  <a:ext uri="{FF2B5EF4-FFF2-40B4-BE49-F238E27FC236}">
                    <a16:creationId xmlns:a16="http://schemas.microsoft.com/office/drawing/2014/main" id="{01C09BA4-0A7F-604F-8597-FEE730CB11C2}"/>
                  </a:ext>
                </a:extLst>
              </p:cNvPr>
              <p:cNvSpPr/>
              <p:nvPr/>
            </p:nvSpPr>
            <p:spPr>
              <a:xfrm>
                <a:off x="5897994" y="2363823"/>
                <a:ext cx="5439451" cy="2005764"/>
              </a:xfrm>
              <a:custGeom>
                <a:avLst/>
                <a:gdLst>
                  <a:gd name="connsiteX0" fmla="*/ 0 w 5439451"/>
                  <a:gd name="connsiteY0" fmla="*/ 0 h 2005764"/>
                  <a:gd name="connsiteX1" fmla="*/ 5439452 w 5439451"/>
                  <a:gd name="connsiteY1" fmla="*/ 0 h 2005764"/>
                  <a:gd name="connsiteX2" fmla="*/ 2717822 w 5439451"/>
                  <a:gd name="connsiteY2" fmla="*/ 2005765 h 2005764"/>
                  <a:gd name="connsiteX3" fmla="*/ 3428930 w 5439451"/>
                  <a:gd name="connsiteY3" fmla="*/ 680001 h 2005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9451" h="2005764">
                    <a:moveTo>
                      <a:pt x="0" y="0"/>
                    </a:moveTo>
                    <a:lnTo>
                      <a:pt x="5439452" y="0"/>
                    </a:lnTo>
                    <a:lnTo>
                      <a:pt x="2717822" y="2005765"/>
                    </a:lnTo>
                    <a:lnTo>
                      <a:pt x="3428930" y="680001"/>
                    </a:lnTo>
                    <a:close/>
                  </a:path>
                </a:pathLst>
              </a:custGeom>
              <a:grpFill/>
              <a:ln w="9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133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411A737-43E4-4DC6-FD46-970AF8E5B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913A5F3F-9A3F-28FC-65BF-448DF17F1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65B3714-0596-77D1-AE0F-F9D2757D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9C1BA2F-CC18-6ACF-9343-592F2112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D578088-4863-F6C0-4D02-78EB48CE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9072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1953BF-F85F-4E06-B20C-B58770E0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533" y="518825"/>
            <a:ext cx="11230630" cy="10078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40858-57C1-4028-9195-25A61698A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400" y="2028824"/>
            <a:ext cx="11230630" cy="37814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97C4-8445-4B3A-BD79-28818DE99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8800" y="6490800"/>
            <a:ext cx="757125" cy="190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spc="40" baseline="0">
                <a:solidFill>
                  <a:schemeClr val="tx1"/>
                </a:solidFill>
              </a:defRPr>
            </a:lvl1pPr>
          </a:lstStyle>
          <a:p>
            <a:fld id="{EC06904F-B3A2-4C61-BB2B-9FDE6DB3819E}" type="datetimeFigureOut">
              <a:rPr lang="sv-SE" smtClean="0"/>
              <a:t>2025-10-20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FF92B-DBB4-4AEE-BE3A-55C02C45E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7999" y="6490800"/>
            <a:ext cx="4166875" cy="190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spc="40" baseline="0"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9121D-A517-4549-9DB9-7CA59B688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2400" y="6490800"/>
            <a:ext cx="355800" cy="190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spc="40" baseline="0">
                <a:solidFill>
                  <a:schemeClr val="tx1"/>
                </a:solidFill>
              </a:defRPr>
            </a:lvl1pPr>
          </a:lstStyle>
          <a:p>
            <a:fld id="{31DD6686-890C-4EC4-BE21-F0AAE0DABF30}" type="slidenum">
              <a:rPr lang="sv-SE" smtClean="0"/>
              <a:t>‹#›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79C913FA-81FD-D542-A466-42D6493FAA1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96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v-SE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NCC Company Internal</a:t>
            </a:r>
          </a:p>
        </p:txBody>
      </p:sp>
    </p:spTree>
    <p:extLst>
      <p:ext uri="{BB962C8B-B14F-4D97-AF65-F5344CB8AC3E}">
        <p14:creationId xmlns:p14="http://schemas.microsoft.com/office/powerpoint/2010/main" val="167131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6800" indent="-2268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Char char="•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446400" indent="-2196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Char char="•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673200" indent="-21960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Font typeface="Arial" panose="020B0604020202020204" pitchFamily="34" charset="0"/>
        <a:buChar char="•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892800" indent="-219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6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1112400" indent="-219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6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">
          <p15:clr>
            <a:srgbClr val="A4A3A4"/>
          </p15:clr>
        </p15:guide>
        <p15:guide id="2" pos="302">
          <p15:clr>
            <a:srgbClr val="A4A3A4"/>
          </p15:clr>
        </p15:guide>
        <p15:guide id="3" orient="horz" pos="3996">
          <p15:clr>
            <a:srgbClr val="A4A3A4"/>
          </p15:clr>
        </p15:guide>
        <p15:guide id="4" pos="7378">
          <p15:clr>
            <a:srgbClr val="A4A3A4"/>
          </p15:clr>
        </p15:guide>
        <p15:guide id="5" pos="6618">
          <p15:clr>
            <a:srgbClr val="A4A3A4"/>
          </p15:clr>
        </p15:guide>
        <p15:guide id="6" pos="6478">
          <p15:clr>
            <a:srgbClr val="A4A3A4"/>
          </p15:clr>
        </p15:guide>
        <p15:guide id="7" pos="1062">
          <p15:clr>
            <a:srgbClr val="A4A3A4"/>
          </p15:clr>
        </p15:guide>
        <p15:guide id="8" pos="1202">
          <p15:clr>
            <a:srgbClr val="A4A3A4"/>
          </p15:clr>
        </p15:guide>
        <p15:guide id="9" pos="1964">
          <p15:clr>
            <a:srgbClr val="A4A3A4"/>
          </p15:clr>
        </p15:guide>
        <p15:guide id="10" pos="5716">
          <p15:clr>
            <a:srgbClr val="A4A3A4"/>
          </p15:clr>
        </p15:guide>
        <p15:guide id="11" pos="5574">
          <p15:clr>
            <a:srgbClr val="A4A3A4"/>
          </p15:clr>
        </p15:guide>
        <p15:guide id="12" pos="2106">
          <p15:clr>
            <a:srgbClr val="A4A3A4"/>
          </p15:clr>
        </p15:guide>
        <p15:guide id="13" pos="2866">
          <p15:clr>
            <a:srgbClr val="A4A3A4"/>
          </p15:clr>
        </p15:guide>
        <p15:guide id="14" pos="3008">
          <p15:clr>
            <a:srgbClr val="A4A3A4"/>
          </p15:clr>
        </p15:guide>
        <p15:guide id="15" pos="4814">
          <p15:clr>
            <a:srgbClr val="A4A3A4"/>
          </p15:clr>
        </p15:guide>
        <p15:guide id="16" pos="4672">
          <p15:clr>
            <a:srgbClr val="A4A3A4"/>
          </p15:clr>
        </p15:guide>
        <p15:guide id="17" pos="3770">
          <p15:clr>
            <a:srgbClr val="A4A3A4"/>
          </p15:clr>
        </p15:guide>
        <p15:guide id="18" pos="3910">
          <p15:clr>
            <a:srgbClr val="A4A3A4"/>
          </p15:clr>
        </p15:guide>
        <p15:guide id="19" orient="horz" pos="660">
          <p15:clr>
            <a:srgbClr val="A4A3A4"/>
          </p15:clr>
        </p15:guide>
        <p15:guide id="20" orient="horz" pos="802">
          <p15:clr>
            <a:srgbClr val="A4A3A4"/>
          </p15:clr>
        </p15:guide>
        <p15:guide id="21" orient="horz" pos="3657">
          <p15:clr>
            <a:srgbClr val="A4A3A4"/>
          </p15:clr>
        </p15:guide>
        <p15:guide id="23" orient="horz" pos="3518">
          <p15:clr>
            <a:srgbClr val="A4A3A4"/>
          </p15:clr>
        </p15:guide>
        <p15:guide id="24" orient="horz" pos="1136">
          <p15:clr>
            <a:srgbClr val="A4A3A4"/>
          </p15:clr>
        </p15:guide>
        <p15:guide id="25" orient="horz" pos="1278">
          <p15:clr>
            <a:srgbClr val="A4A3A4"/>
          </p15:clr>
        </p15:guide>
        <p15:guide id="26" orient="horz" pos="3181">
          <p15:clr>
            <a:srgbClr val="A4A3A4"/>
          </p15:clr>
        </p15:guide>
        <p15:guide id="27" orient="horz" pos="3042">
          <p15:clr>
            <a:srgbClr val="A4A3A4"/>
          </p15:clr>
        </p15:guide>
        <p15:guide id="28" orient="horz" pos="1612">
          <p15:clr>
            <a:srgbClr val="A4A3A4"/>
          </p15:clr>
        </p15:guide>
        <p15:guide id="29" orient="horz" pos="1752">
          <p15:clr>
            <a:srgbClr val="A4A3A4"/>
          </p15:clr>
        </p15:guide>
        <p15:guide id="30" orient="horz" pos="2704">
          <p15:clr>
            <a:srgbClr val="A4A3A4"/>
          </p15:clr>
        </p15:guide>
        <p15:guide id="31" orient="horz" pos="2568">
          <p15:clr>
            <a:srgbClr val="A4A3A4"/>
          </p15:clr>
        </p15:guide>
        <p15:guide id="32" orient="horz" pos="2090">
          <p15:clr>
            <a:srgbClr val="A4A3A4"/>
          </p15:clr>
        </p15:guide>
        <p15:guide id="33" orient="horz" pos="2230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nccdevelopment.visualstudio.com/Development%20and%20IT/_queries/query/?tempQueryId=dd2ad1b3-5fae-44f3-9c64-1d50ba195419" TargetMode="External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customXml" Target="../ink/ink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4B7ADDF-A816-8588-11AD-55D5498651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400" y="518400"/>
            <a:ext cx="5697905" cy="378055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1" dirty="0"/>
              <a:t>Weekly letter w. 42</a:t>
            </a:r>
          </a:p>
          <a:p>
            <a:r>
              <a:rPr lang="en-US" sz="4800" dirty="0"/>
              <a:t>HR Core Information flow</a:t>
            </a:r>
          </a:p>
        </p:txBody>
      </p:sp>
    </p:spTree>
    <p:extLst>
      <p:ext uri="{BB962C8B-B14F-4D97-AF65-F5344CB8AC3E}">
        <p14:creationId xmlns:p14="http://schemas.microsoft.com/office/powerpoint/2010/main" val="418211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83EF2-3F63-BE01-B498-286224BDD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ktangel 13">
            <a:extLst>
              <a:ext uri="{FF2B5EF4-FFF2-40B4-BE49-F238E27FC236}">
                <a16:creationId xmlns:a16="http://schemas.microsoft.com/office/drawing/2014/main" id="{F3E05F52-623E-1D23-8530-480497390408}"/>
              </a:ext>
            </a:extLst>
          </p:cNvPr>
          <p:cNvSpPr/>
          <p:nvPr/>
        </p:nvSpPr>
        <p:spPr>
          <a:xfrm>
            <a:off x="481012" y="1273176"/>
            <a:ext cx="11229975" cy="5066424"/>
          </a:xfrm>
          <a:prstGeom prst="rect">
            <a:avLst/>
          </a:prstGeom>
          <a:solidFill>
            <a:schemeClr val="accent1">
              <a:alpha val="81258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b="1" spc="4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29C7FCA-3D90-6804-BF09-A646ADD404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401" y="518400"/>
            <a:ext cx="11228586" cy="1034175"/>
          </a:xfrm>
        </p:spPr>
        <p:txBody>
          <a:bodyPr/>
          <a:lstStyle/>
          <a:p>
            <a:r>
              <a:rPr lang="sv-SE" sz="3600" b="1"/>
              <a:t>Definition </a:t>
            </a:r>
            <a:r>
              <a:rPr lang="sv-SE" sz="3600" b="1" err="1"/>
              <a:t>of</a:t>
            </a:r>
            <a:r>
              <a:rPr lang="sv-SE" sz="3600" b="1"/>
              <a:t> Green / </a:t>
            </a:r>
            <a:r>
              <a:rPr lang="sv-SE" sz="3600" b="1" err="1"/>
              <a:t>Yellow</a:t>
            </a:r>
            <a:r>
              <a:rPr lang="sv-SE" sz="3600" b="1"/>
              <a:t> / Red </a:t>
            </a:r>
            <a:r>
              <a:rPr lang="sv-SE" sz="3600" b="1" err="1"/>
              <a:t>Track</a:t>
            </a:r>
            <a:endParaRPr lang="sv-SE" sz="3600" b="1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3DD2ED2-6B7F-B989-624B-93C5240197C9}"/>
              </a:ext>
            </a:extLst>
          </p:cNvPr>
          <p:cNvSpPr txBox="1">
            <a:spLocks/>
          </p:cNvSpPr>
          <p:nvPr/>
        </p:nvSpPr>
        <p:spPr>
          <a:xfrm>
            <a:off x="718601" y="1475069"/>
            <a:ext cx="8366125" cy="38881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6000" kern="1200" spc="4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/>
              <a:defRPr sz="2000" kern="1200" spc="4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73200" indent="-2196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2800" indent="-219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12400" indent="-219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800" b="1">
                <a:solidFill>
                  <a:srgbClr val="92D050"/>
                </a:solidFill>
              </a:rPr>
              <a:t>Green Track: </a:t>
            </a:r>
            <a:r>
              <a:rPr lang="da-DK" sz="1800" err="1"/>
              <a:t>Ready</a:t>
            </a:r>
            <a:r>
              <a:rPr lang="da-DK" sz="1800"/>
              <a:t> at </a:t>
            </a:r>
            <a:r>
              <a:rPr lang="da-DK" sz="1800" err="1"/>
              <a:t>MainGoLive</a:t>
            </a:r>
            <a:endParaRPr lang="da-DK" sz="180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800" b="1">
                <a:solidFill>
                  <a:srgbClr val="F0FF64"/>
                </a:solidFill>
              </a:rPr>
              <a:t>Yellow Track:</a:t>
            </a:r>
            <a:r>
              <a:rPr lang="da-DK" sz="1800">
                <a:solidFill>
                  <a:srgbClr val="F0FF64"/>
                </a:solidFill>
              </a:rPr>
              <a:t> </a:t>
            </a:r>
            <a:r>
              <a:rPr lang="da-DK" sz="1800" err="1"/>
              <a:t>Ready</a:t>
            </a:r>
            <a:r>
              <a:rPr lang="da-DK" sz="1800"/>
              <a:t> </a:t>
            </a:r>
            <a:r>
              <a:rPr lang="da-DK" sz="1800" err="1"/>
              <a:t>after</a:t>
            </a:r>
            <a:r>
              <a:rPr lang="da-DK" sz="1800"/>
              <a:t> </a:t>
            </a:r>
            <a:r>
              <a:rPr lang="da-DK" sz="1800" err="1"/>
              <a:t>MainGoLive</a:t>
            </a:r>
            <a:r>
              <a:rPr lang="da-DK" sz="1800"/>
              <a:t> (</a:t>
            </a:r>
            <a:r>
              <a:rPr lang="da-DK" sz="1800" err="1"/>
              <a:t>mitigation</a:t>
            </a:r>
            <a:r>
              <a:rPr lang="da-DK" sz="1800"/>
              <a:t> </a:t>
            </a:r>
            <a:r>
              <a:rPr lang="da-DK" sz="1800" err="1"/>
              <a:t>will</a:t>
            </a:r>
            <a:r>
              <a:rPr lang="da-DK" sz="1800"/>
              <a:t> </a:t>
            </a:r>
            <a:r>
              <a:rPr lang="da-DK" sz="1800" err="1"/>
              <a:t>be</a:t>
            </a:r>
            <a:r>
              <a:rPr lang="da-DK" sz="1800"/>
              <a:t> set in </a:t>
            </a:r>
            <a:r>
              <a:rPr lang="da-DK" sz="1800" err="1"/>
              <a:t>place</a:t>
            </a:r>
            <a:r>
              <a:rPr lang="da-DK" sz="1800"/>
              <a:t> </a:t>
            </a:r>
            <a:r>
              <a:rPr lang="da-DK" sz="1800" err="1"/>
              <a:t>temporarily</a:t>
            </a:r>
            <a:r>
              <a:rPr lang="da-DK" sz="1800"/>
              <a:t>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800" b="1">
                <a:solidFill>
                  <a:srgbClr val="C00000"/>
                </a:solidFill>
              </a:rPr>
              <a:t>Red Track: </a:t>
            </a:r>
            <a:r>
              <a:rPr lang="da-DK" sz="1800"/>
              <a:t>Out of </a:t>
            </a:r>
            <a:r>
              <a:rPr lang="da-DK" sz="1800" err="1"/>
              <a:t>scope</a:t>
            </a:r>
            <a:r>
              <a:rPr lang="da-DK" sz="1800"/>
              <a:t> </a:t>
            </a:r>
            <a:r>
              <a:rPr lang="da-DK" sz="1800" err="1"/>
              <a:t>completely</a:t>
            </a:r>
            <a:r>
              <a:rPr lang="da-DK" sz="1800"/>
              <a:t> (</a:t>
            </a:r>
            <a:r>
              <a:rPr lang="da-DK" sz="1800" err="1"/>
              <a:t>mitigation</a:t>
            </a:r>
            <a:r>
              <a:rPr lang="da-DK" sz="1800"/>
              <a:t> </a:t>
            </a:r>
            <a:r>
              <a:rPr lang="da-DK" sz="1800" err="1"/>
              <a:t>will</a:t>
            </a:r>
            <a:r>
              <a:rPr lang="da-DK" sz="1800"/>
              <a:t> </a:t>
            </a:r>
            <a:r>
              <a:rPr lang="da-DK" sz="1800" err="1"/>
              <a:t>be</a:t>
            </a:r>
            <a:r>
              <a:rPr lang="da-DK" sz="1800"/>
              <a:t> set in </a:t>
            </a:r>
            <a:r>
              <a:rPr lang="da-DK" sz="1800" err="1"/>
              <a:t>place</a:t>
            </a:r>
            <a:r>
              <a:rPr lang="da-DK" sz="1800"/>
              <a:t> </a:t>
            </a:r>
            <a:r>
              <a:rPr lang="da-DK" sz="1800" err="1"/>
              <a:t>permanently</a:t>
            </a:r>
            <a:r>
              <a:rPr lang="da-DK" sz="18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542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48860-D6A2-791C-152E-C3C06D86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ktangel 13">
            <a:extLst>
              <a:ext uri="{FF2B5EF4-FFF2-40B4-BE49-F238E27FC236}">
                <a16:creationId xmlns:a16="http://schemas.microsoft.com/office/drawing/2014/main" id="{11B09442-74CE-FF71-3289-02BADC6F9FA8}"/>
              </a:ext>
            </a:extLst>
          </p:cNvPr>
          <p:cNvSpPr/>
          <p:nvPr/>
        </p:nvSpPr>
        <p:spPr>
          <a:xfrm>
            <a:off x="481012" y="1273176"/>
            <a:ext cx="11229975" cy="5066424"/>
          </a:xfrm>
          <a:prstGeom prst="rect">
            <a:avLst/>
          </a:prstGeom>
          <a:solidFill>
            <a:schemeClr val="accent1">
              <a:alpha val="81258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/>
          <a:p>
            <a:pPr marL="342900" indent="-34290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en-US" b="1" spc="40">
                <a:solidFill>
                  <a:schemeClr val="bg1"/>
                </a:solidFill>
              </a:rPr>
              <a:t>Bug fix - go-live critical errors Green Track (or critical publishing side)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en-US" b="1" spc="40">
                <a:solidFill>
                  <a:schemeClr val="bg1"/>
                </a:solidFill>
              </a:rPr>
              <a:t>Build Green Track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en-US" b="1" spc="40">
                <a:solidFill>
                  <a:schemeClr val="bg1"/>
                </a:solidFill>
              </a:rPr>
              <a:t>Bug fix - non-go-live critical Green Track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en-US" b="1" spc="40">
                <a:solidFill>
                  <a:schemeClr val="bg1"/>
                </a:solidFill>
              </a:rPr>
              <a:t>Build Yellow Track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en-US" b="1" spc="40">
                <a:solidFill>
                  <a:schemeClr val="bg1"/>
                </a:solidFill>
              </a:rPr>
              <a:t>Bug-fix after “</a:t>
            </a:r>
            <a:r>
              <a:rPr lang="en-US" b="1" spc="40" err="1">
                <a:solidFill>
                  <a:schemeClr val="bg1"/>
                </a:solidFill>
              </a:rPr>
              <a:t>MainGoLive</a:t>
            </a:r>
            <a:r>
              <a:rPr lang="en-US" b="1" spc="40">
                <a:solidFill>
                  <a:schemeClr val="bg1"/>
                </a:solidFill>
              </a:rPr>
              <a:t>” bugs (involve redesign and rework)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en-US" b="1" spc="40">
                <a:solidFill>
                  <a:schemeClr val="bg1"/>
                </a:solidFill>
              </a:rPr>
              <a:t>Build consumer </a:t>
            </a:r>
            <a:r>
              <a:rPr lang="en-US" b="1" spc="40" err="1">
                <a:solidFill>
                  <a:schemeClr val="bg1"/>
                </a:solidFill>
              </a:rPr>
              <a:t>prio</a:t>
            </a:r>
            <a:r>
              <a:rPr lang="en-US" b="1" spc="40">
                <a:solidFill>
                  <a:schemeClr val="bg1"/>
                </a:solidFill>
              </a:rPr>
              <a:t> 2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en-US" b="1" spc="40">
                <a:solidFill>
                  <a:schemeClr val="bg1"/>
                </a:solidFill>
              </a:rPr>
              <a:t>Build consumer </a:t>
            </a:r>
            <a:r>
              <a:rPr lang="en-US" b="1" spc="40" err="1">
                <a:solidFill>
                  <a:schemeClr val="bg1"/>
                </a:solidFill>
              </a:rPr>
              <a:t>prio</a:t>
            </a:r>
            <a:r>
              <a:rPr lang="en-US" b="1" spc="40">
                <a:solidFill>
                  <a:schemeClr val="bg1"/>
                </a:solidFill>
              </a:rPr>
              <a:t> 3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en-US" b="1" spc="40">
                <a:solidFill>
                  <a:schemeClr val="bg1"/>
                </a:solidFill>
              </a:rPr>
              <a:t>Red Track not to be developed/tested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tillium Web"/>
              <a:ea typeface="+mn-ea"/>
              <a:cs typeface="+mn-cs"/>
            </a:endParaRP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EAC95F9-146D-2630-C4D5-78295D3B78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401" y="518400"/>
            <a:ext cx="11228586" cy="1034175"/>
          </a:xfrm>
        </p:spPr>
        <p:txBody>
          <a:bodyPr/>
          <a:lstStyle/>
          <a:p>
            <a:r>
              <a:rPr lang="sv-SE" sz="3600" b="1"/>
              <a:t>General </a:t>
            </a:r>
            <a:r>
              <a:rPr lang="sv-SE" sz="3600" b="1" err="1"/>
              <a:t>prioritization</a:t>
            </a:r>
            <a:r>
              <a:rPr lang="sv-SE" sz="3600" b="1"/>
              <a:t> </a:t>
            </a:r>
            <a:r>
              <a:rPr lang="sv-SE" sz="3600" b="1" err="1"/>
              <a:t>of</a:t>
            </a:r>
            <a:r>
              <a:rPr lang="sv-SE" sz="3600" b="1"/>
              <a:t> </a:t>
            </a:r>
            <a:r>
              <a:rPr lang="sv-SE" sz="3600" b="1" err="1"/>
              <a:t>activities</a:t>
            </a:r>
            <a:endParaRPr lang="sv-SE" sz="3600"/>
          </a:p>
        </p:txBody>
      </p:sp>
    </p:spTree>
    <p:extLst>
      <p:ext uri="{BB962C8B-B14F-4D97-AF65-F5344CB8AC3E}">
        <p14:creationId xmlns:p14="http://schemas.microsoft.com/office/powerpoint/2010/main" val="180088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ktangel 13">
            <a:extLst>
              <a:ext uri="{FF2B5EF4-FFF2-40B4-BE49-F238E27FC236}">
                <a16:creationId xmlns:a16="http://schemas.microsoft.com/office/drawing/2014/main" id="{B42B65A9-2055-DE68-A676-A77EBF2104AE}"/>
              </a:ext>
            </a:extLst>
          </p:cNvPr>
          <p:cNvSpPr/>
          <p:nvPr/>
        </p:nvSpPr>
        <p:spPr>
          <a:xfrm>
            <a:off x="481012" y="1647824"/>
            <a:ext cx="11229975" cy="5095875"/>
          </a:xfrm>
          <a:prstGeom prst="rect">
            <a:avLst/>
          </a:prstGeom>
          <a:solidFill>
            <a:schemeClr val="accent1">
              <a:alpha val="81258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tillium Web"/>
              <a:ea typeface="+mn-ea"/>
              <a:cs typeface="+mn-cs"/>
            </a:endParaRP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F005A4BD-DEF8-2EA2-1343-A10B1C86A97A}"/>
              </a:ext>
            </a:extLst>
          </p:cNvPr>
          <p:cNvSpPr/>
          <p:nvPr/>
        </p:nvSpPr>
        <p:spPr>
          <a:xfrm>
            <a:off x="742952" y="1712539"/>
            <a:ext cx="3501353" cy="3543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200" b="1" spc="40" err="1">
                <a:solidFill>
                  <a:schemeClr val="bg1"/>
                </a:solidFill>
              </a:rPr>
              <a:t>Activities</a:t>
            </a:r>
            <a:r>
              <a:rPr lang="sv-SE" sz="1200" b="1" spc="40">
                <a:solidFill>
                  <a:schemeClr val="bg1"/>
                </a:solidFill>
              </a:rPr>
              <a:t> </a:t>
            </a:r>
            <a:r>
              <a:rPr lang="sv-SE" sz="1200" b="1" spc="40" err="1">
                <a:solidFill>
                  <a:schemeClr val="bg1"/>
                </a:solidFill>
              </a:rPr>
              <a:t>scheduled</a:t>
            </a:r>
            <a:endParaRPr lang="sv-SE" sz="1200" b="1" spc="40">
              <a:solidFill>
                <a:schemeClr val="accent3"/>
              </a:solidFill>
            </a:endParaRP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94BE2A31-ABF6-1D9C-9B6F-F3DFCFBB06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401" y="518400"/>
            <a:ext cx="11228586" cy="1034175"/>
          </a:xfrm>
        </p:spPr>
        <p:txBody>
          <a:bodyPr/>
          <a:lstStyle/>
          <a:p>
            <a:r>
              <a:rPr lang="sv-SE" sz="3600" dirty="0"/>
              <a:t>Status w. 42</a:t>
            </a:r>
          </a:p>
          <a:p>
            <a:r>
              <a:rPr lang="sv-SE" sz="3600" b="1" dirty="0"/>
              <a:t>Solution </a:t>
            </a:r>
            <a:r>
              <a:rPr lang="sv-SE" sz="3600" b="1" dirty="0" err="1"/>
              <a:t>Architects</a:t>
            </a:r>
            <a:endParaRPr lang="sv-SE" sz="3600" dirty="0"/>
          </a:p>
        </p:txBody>
      </p:sp>
      <p:graphicFrame>
        <p:nvGraphicFramePr>
          <p:cNvPr id="6" name="Tabell 5">
            <a:extLst>
              <a:ext uri="{FF2B5EF4-FFF2-40B4-BE49-F238E27FC236}">
                <a16:creationId xmlns:a16="http://schemas.microsoft.com/office/drawing/2014/main" id="{A664A6A8-C5CC-3321-E2F7-7ED6EA6CF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294124"/>
              </p:ext>
            </p:extLst>
          </p:nvPr>
        </p:nvGraphicFramePr>
        <p:xfrm>
          <a:off x="742950" y="3074653"/>
          <a:ext cx="5006301" cy="100584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310533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853354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842414">
                  <a:extLst>
                    <a:ext uri="{9D8B030D-6E8A-4147-A177-3AD203B41FA5}">
                      <a16:colId xmlns:a16="http://schemas.microsoft.com/office/drawing/2014/main" val="2834305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Define</a:t>
                      </a:r>
                      <a:endParaRPr lang="sv-SE" sz="1050" b="1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Start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Target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Totara</a:t>
                      </a: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1" i="0" u="none" strike="noStrike" cap="none" spc="0" noProof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8/7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78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Peakon</a:t>
                      </a: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043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Synergi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1" i="0" u="none" strike="noStrike" cap="none" spc="0" noProof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12/9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665749"/>
                  </a:ext>
                </a:extLst>
              </a:tr>
            </a:tbl>
          </a:graphicData>
        </a:graphic>
      </p:graphicFrame>
      <p:graphicFrame>
        <p:nvGraphicFramePr>
          <p:cNvPr id="11" name="Tabell 10">
            <a:extLst>
              <a:ext uri="{FF2B5EF4-FFF2-40B4-BE49-F238E27FC236}">
                <a16:creationId xmlns:a16="http://schemas.microsoft.com/office/drawing/2014/main" id="{4482070D-FD30-555D-4EDA-E4ED466E2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458172"/>
              </p:ext>
            </p:extLst>
          </p:nvPr>
        </p:nvGraphicFramePr>
        <p:xfrm>
          <a:off x="742951" y="4144494"/>
          <a:ext cx="5006301" cy="150876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310533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853354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842414">
                  <a:extLst>
                    <a:ext uri="{9D8B030D-6E8A-4147-A177-3AD203B41FA5}">
                      <a16:colId xmlns:a16="http://schemas.microsoft.com/office/drawing/2014/main" val="2834305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Start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Target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Ramp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Totara</a:t>
                      </a: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4/8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67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Adapter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Peakon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sv-SE" sz="1050" b="1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TBD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27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Ramp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Peakon</a:t>
                      </a: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931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Ramp Carsmart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343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Ramp Synergi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665800"/>
                  </a:ext>
                </a:extLst>
              </a:tr>
            </a:tbl>
          </a:graphicData>
        </a:graphic>
      </p:graphicFrame>
      <p:graphicFrame>
        <p:nvGraphicFramePr>
          <p:cNvPr id="3" name="Tabell 2">
            <a:extLst>
              <a:ext uri="{FF2B5EF4-FFF2-40B4-BE49-F238E27FC236}">
                <a16:creationId xmlns:a16="http://schemas.microsoft.com/office/drawing/2014/main" id="{746D6148-379F-9016-D8FA-CE4823E3B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154491"/>
              </p:ext>
            </p:extLst>
          </p:nvPr>
        </p:nvGraphicFramePr>
        <p:xfrm>
          <a:off x="6442748" y="2224039"/>
          <a:ext cx="5006301" cy="217170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2501227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2505074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Responsible</a:t>
                      </a: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System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lvl="1" indent="0" algn="l" fontAlgn="b"/>
                      <a:r>
                        <a:rPr lang="sv-SE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 Anders Jørgensen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ProMark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NO, HRM, DK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Middleman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Mepco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Coolpro</a:t>
                      </a:r>
                      <a:endParaRPr lang="sv-SE" sz="1050" b="0" i="0" u="none" strike="noStrike" cap="none" spc="0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39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lvl="1" indent="0" algn="l" fontAlgn="b"/>
                      <a:r>
                        <a:rPr lang="sv-SE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Patrik Vesth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BR, C7, Billy,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Benify</a:t>
                      </a: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66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lvl="1" indent="0" algn="l" fontAlgn="b"/>
                      <a:r>
                        <a:rPr lang="sv-SE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Jan Nielsen Damlund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Unit4, Carsmart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15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lvl="1" indent="0"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Oscar Sjödén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Unit4, Billy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917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lvl="1" indent="0" algn="l" fontAlgn="b"/>
                      <a:r>
                        <a:rPr lang="sv-SE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Mats Sjöström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TEM,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Totara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Peakon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Synergi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362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lvl="1" indent="0" algn="l" fontAlgn="b"/>
                      <a:r>
                        <a:rPr lang="sv-SE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Simon Boman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SuccessFactor</a:t>
                      </a: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03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85725" lvl="1" indent="0" algn="l" fontAlgn="b"/>
                      <a:r>
                        <a:rPr lang="sv-SE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Tobias Stein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ClearSkye</a:t>
                      </a:r>
                      <a:endParaRPr lang="sv-SE" sz="1050" b="0" i="0" u="none" strike="noStrike" cap="none" spc="0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347887"/>
                  </a:ext>
                </a:extLst>
              </a:tr>
            </a:tbl>
          </a:graphicData>
        </a:graphic>
      </p:graphicFrame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5D1D8D38-86D6-C28E-975D-17BC54293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155841"/>
              </p:ext>
            </p:extLst>
          </p:nvPr>
        </p:nvGraphicFramePr>
        <p:xfrm>
          <a:off x="742949" y="2224039"/>
          <a:ext cx="5006301" cy="75438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310533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853354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842414">
                  <a:extLst>
                    <a:ext uri="{9D8B030D-6E8A-4147-A177-3AD203B41FA5}">
                      <a16:colId xmlns:a16="http://schemas.microsoft.com/office/drawing/2014/main" val="2834305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Integration </a:t>
                      </a:r>
                      <a:r>
                        <a:rPr lang="sv-SE" sz="1050" b="1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Request</a:t>
                      </a:r>
                      <a:endParaRPr lang="sv-SE" sz="1050" b="1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Start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Target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Peakon</a:t>
                      </a: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4/8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557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Synergi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11/8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1" i="0" u="none" strike="noStrike" cap="none" spc="0" noProof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29/8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800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51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4EB44-3B1B-7BB6-683D-C5D59A457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ktangel 13">
            <a:extLst>
              <a:ext uri="{FF2B5EF4-FFF2-40B4-BE49-F238E27FC236}">
                <a16:creationId xmlns:a16="http://schemas.microsoft.com/office/drawing/2014/main" id="{7E4851B7-99EB-8971-3216-9EA6D68BAA80}"/>
              </a:ext>
            </a:extLst>
          </p:cNvPr>
          <p:cNvSpPr/>
          <p:nvPr/>
        </p:nvSpPr>
        <p:spPr>
          <a:xfrm>
            <a:off x="481012" y="1647824"/>
            <a:ext cx="11229975" cy="5095875"/>
          </a:xfrm>
          <a:prstGeom prst="rect">
            <a:avLst/>
          </a:prstGeom>
          <a:solidFill>
            <a:schemeClr val="accent1">
              <a:alpha val="81258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tillium Web"/>
              <a:ea typeface="+mn-ea"/>
              <a:cs typeface="+mn-cs"/>
            </a:endParaRP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269B6C6D-7D84-8201-C9BC-E799052ABF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401" y="518400"/>
            <a:ext cx="11228586" cy="1123599"/>
          </a:xfrm>
        </p:spPr>
        <p:txBody>
          <a:bodyPr/>
          <a:lstStyle/>
          <a:p>
            <a:r>
              <a:rPr lang="sv-SE" sz="3600" dirty="0"/>
              <a:t>Status w. 42 </a:t>
            </a:r>
          </a:p>
          <a:p>
            <a:r>
              <a:rPr lang="sv-SE" sz="3600" b="1" dirty="0"/>
              <a:t>NCIP team</a:t>
            </a:r>
            <a:endParaRPr lang="sv-SE" sz="3600" dirty="0"/>
          </a:p>
        </p:txBody>
      </p:sp>
      <p:graphicFrame>
        <p:nvGraphicFramePr>
          <p:cNvPr id="6" name="Tabell 5">
            <a:extLst>
              <a:ext uri="{FF2B5EF4-FFF2-40B4-BE49-F238E27FC236}">
                <a16:creationId xmlns:a16="http://schemas.microsoft.com/office/drawing/2014/main" id="{BBA761EF-105C-27A7-5317-1C1A5A269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14572"/>
              </p:ext>
            </p:extLst>
          </p:nvPr>
        </p:nvGraphicFramePr>
        <p:xfrm>
          <a:off x="742950" y="3495675"/>
          <a:ext cx="5104774" cy="66294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290783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955007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858984">
                  <a:extLst>
                    <a:ext uri="{9D8B030D-6E8A-4147-A177-3AD203B41FA5}">
                      <a16:colId xmlns:a16="http://schemas.microsoft.com/office/drawing/2014/main" val="2834305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Development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Start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Target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SuccessFactors-EmployeeCountryEmployeeNumberUpdated-Sub</a:t>
                      </a:r>
                      <a:endParaRPr lang="sv-SE" sz="1050" b="0" i="0" u="none" strike="noStrike" cap="none" spc="0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994347"/>
                  </a:ext>
                </a:extLst>
              </a:tr>
            </a:tbl>
          </a:graphicData>
        </a:graphic>
      </p:graphicFrame>
      <p:graphicFrame>
        <p:nvGraphicFramePr>
          <p:cNvPr id="10" name="Tabell 9">
            <a:extLst>
              <a:ext uri="{FF2B5EF4-FFF2-40B4-BE49-F238E27FC236}">
                <a16:creationId xmlns:a16="http://schemas.microsoft.com/office/drawing/2014/main" id="{6F83E6BF-33EA-AF97-3351-B6D0DED6C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28997"/>
              </p:ext>
            </p:extLst>
          </p:nvPr>
        </p:nvGraphicFramePr>
        <p:xfrm>
          <a:off x="6344274" y="2097189"/>
          <a:ext cx="5104776" cy="276606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310533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951829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842414">
                  <a:extLst>
                    <a:ext uri="{9D8B030D-6E8A-4147-A177-3AD203B41FA5}">
                      <a16:colId xmlns:a16="http://schemas.microsoft.com/office/drawing/2014/main" val="2834305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Development</a:t>
                      </a:r>
                      <a:endParaRPr lang="sv-SE" sz="1050" b="1" i="0" u="none" strike="noStrike" cap="none" spc="0" noProof="0" err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Start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Target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Prio</a:t>
                      </a: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2 </a:t>
                      </a:r>
                      <a:r>
                        <a:rPr lang="sv-SE" sz="1050" b="1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consumers</a:t>
                      </a: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↓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187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TEM-Employee2409-Sub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80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TEM-Employee2409WithBankAccount-Sub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371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TEM-Identity2409-Sub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604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Totara-Employee2409CurrentlyEffective-Sub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474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Carsmart-Employee2409CE-Sub</a:t>
                      </a:r>
                      <a:endParaRPr lang="sv-SE" sz="1050" b="1" i="0" u="none" strike="noStrike" cap="none" spc="0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15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Carsmart-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EmploymentTerminated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Sub</a:t>
                      </a:r>
                      <a:endParaRPr lang="sv-SE" sz="1050" b="0" i="0" u="none" strike="noStrike" cap="none" spc="0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531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Billy-Employee2409CurrentlyEffective-Sub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360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Billy-Identity2409-Sub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1/12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42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Coolpro-Employee2409CurrentlyEffective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264475"/>
                  </a:ext>
                </a:extLst>
              </a:tr>
            </a:tbl>
          </a:graphicData>
        </a:graphic>
      </p:graphicFrame>
      <p:sp>
        <p:nvSpPr>
          <p:cNvPr id="3" name="Rektangel 2">
            <a:extLst>
              <a:ext uri="{FF2B5EF4-FFF2-40B4-BE49-F238E27FC236}">
                <a16:creationId xmlns:a16="http://schemas.microsoft.com/office/drawing/2014/main" id="{59DDE5F5-7EEE-7FB9-53AE-C1C07A4E55E0}"/>
              </a:ext>
            </a:extLst>
          </p:cNvPr>
          <p:cNvSpPr/>
          <p:nvPr/>
        </p:nvSpPr>
        <p:spPr>
          <a:xfrm>
            <a:off x="742952" y="1712539"/>
            <a:ext cx="3501353" cy="3543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200" b="1" spc="40" err="1">
                <a:solidFill>
                  <a:schemeClr val="bg1"/>
                </a:solidFill>
              </a:rPr>
              <a:t>Activities</a:t>
            </a:r>
            <a:r>
              <a:rPr lang="sv-SE" sz="1200" b="1" spc="40">
                <a:solidFill>
                  <a:schemeClr val="bg1"/>
                </a:solidFill>
              </a:rPr>
              <a:t> </a:t>
            </a:r>
            <a:r>
              <a:rPr lang="sv-SE" sz="1200" b="1" spc="40" err="1">
                <a:solidFill>
                  <a:schemeClr val="bg1"/>
                </a:solidFill>
              </a:rPr>
              <a:t>scheduled</a:t>
            </a:r>
            <a:endParaRPr lang="sv-SE" sz="1200" b="1" spc="40">
              <a:solidFill>
                <a:schemeClr val="accent3"/>
              </a:solidFill>
            </a:endParaRPr>
          </a:p>
        </p:txBody>
      </p:sp>
      <p:graphicFrame>
        <p:nvGraphicFramePr>
          <p:cNvPr id="2" name="Tabell 1">
            <a:extLst>
              <a:ext uri="{FF2B5EF4-FFF2-40B4-BE49-F238E27FC236}">
                <a16:creationId xmlns:a16="http://schemas.microsoft.com/office/drawing/2014/main" id="{D196383C-512E-F46B-0293-476DB78A9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763775"/>
              </p:ext>
            </p:extLst>
          </p:nvPr>
        </p:nvGraphicFramePr>
        <p:xfrm>
          <a:off x="10821138" y="974324"/>
          <a:ext cx="888461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461">
                  <a:extLst>
                    <a:ext uri="{9D8B030D-6E8A-4147-A177-3AD203B41FA5}">
                      <a16:colId xmlns:a16="http://schemas.microsoft.com/office/drawing/2014/main" val="3782899833"/>
                    </a:ext>
                  </a:extLst>
                </a:gridCol>
              </a:tblGrid>
              <a:tr h="172996">
                <a:tc>
                  <a:txBody>
                    <a:bodyPr/>
                    <a:lstStyle/>
                    <a:p>
                      <a:pPr algn="ctr"/>
                      <a:r>
                        <a:rPr lang="sv-SE" sz="700" b="1">
                          <a:solidFill>
                            <a:schemeClr val="tx1"/>
                          </a:solidFill>
                        </a:rPr>
                        <a:t>Green </a:t>
                      </a:r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Track</a:t>
                      </a:r>
                      <a:endParaRPr lang="sv-SE" sz="7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412625"/>
                  </a:ext>
                </a:extLst>
              </a:tr>
              <a:tr h="172996">
                <a:tc>
                  <a:txBody>
                    <a:bodyPr/>
                    <a:lstStyle/>
                    <a:p>
                      <a:pPr algn="ctr"/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Yellow</a:t>
                      </a:r>
                      <a:r>
                        <a:rPr lang="sv-SE" sz="7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Track</a:t>
                      </a:r>
                      <a:endParaRPr lang="sv-SE" sz="7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963186"/>
                  </a:ext>
                </a:extLst>
              </a:tr>
              <a:tr h="172996">
                <a:tc>
                  <a:txBody>
                    <a:bodyPr/>
                    <a:lstStyle/>
                    <a:p>
                      <a:pPr algn="ctr"/>
                      <a:r>
                        <a:rPr lang="sv-SE" sz="700" b="1">
                          <a:solidFill>
                            <a:schemeClr val="tx1"/>
                          </a:solidFill>
                        </a:rPr>
                        <a:t>Red </a:t>
                      </a:r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Track</a:t>
                      </a:r>
                      <a:endParaRPr lang="sv-SE" sz="7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460806"/>
                  </a:ext>
                </a:extLst>
              </a:tr>
            </a:tbl>
          </a:graphicData>
        </a:graphic>
      </p:graphicFrame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3C4F20D2-CBF3-4010-CEF1-734DBFA9B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808871"/>
              </p:ext>
            </p:extLst>
          </p:nvPr>
        </p:nvGraphicFramePr>
        <p:xfrm>
          <a:off x="742952" y="2097189"/>
          <a:ext cx="5104776" cy="125730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304369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959796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840611">
                  <a:extLst>
                    <a:ext uri="{9D8B030D-6E8A-4147-A177-3AD203B41FA5}">
                      <a16:colId xmlns:a16="http://schemas.microsoft.com/office/drawing/2014/main" val="2834305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Start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Target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Totara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Ramp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4/8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07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 Carsmart Ramp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86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Peakon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Ramp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272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Ramp Synergi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58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52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902A6-F61C-35CC-9814-B1341F45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929F9AF6-A196-CFE8-759C-E8183345E1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401" y="518400"/>
            <a:ext cx="11228586" cy="1146120"/>
          </a:xfrm>
        </p:spPr>
        <p:txBody>
          <a:bodyPr/>
          <a:lstStyle/>
          <a:p>
            <a:r>
              <a:rPr lang="sv-SE" sz="3600" dirty="0"/>
              <a:t>Status w. 42</a:t>
            </a:r>
          </a:p>
          <a:p>
            <a:r>
              <a:rPr lang="sv-SE" sz="3600" b="1" dirty="0"/>
              <a:t>Adapter team</a:t>
            </a:r>
          </a:p>
          <a:p>
            <a:endParaRPr lang="sv-SE" sz="3600" dirty="0"/>
          </a:p>
          <a:p>
            <a:endParaRPr lang="sv-SE" sz="4000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5CC4DFD-4DD6-AE95-7E32-A412DB7A5820}"/>
              </a:ext>
            </a:extLst>
          </p:cNvPr>
          <p:cNvSpPr/>
          <p:nvPr/>
        </p:nvSpPr>
        <p:spPr>
          <a:xfrm>
            <a:off x="481012" y="1647824"/>
            <a:ext cx="11229975" cy="5095875"/>
          </a:xfrm>
          <a:prstGeom prst="rect">
            <a:avLst/>
          </a:prstGeom>
          <a:solidFill>
            <a:schemeClr val="accent1">
              <a:alpha val="81258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tillium Web"/>
              <a:ea typeface="+mn-ea"/>
              <a:cs typeface="+mn-cs"/>
            </a:endParaRPr>
          </a:p>
        </p:txBody>
      </p:sp>
      <p:graphicFrame>
        <p:nvGraphicFramePr>
          <p:cNvPr id="6" name="Tabell 5">
            <a:extLst>
              <a:ext uri="{FF2B5EF4-FFF2-40B4-BE49-F238E27FC236}">
                <a16:creationId xmlns:a16="http://schemas.microsoft.com/office/drawing/2014/main" id="{702F7853-9197-3D65-96C2-686FAA305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389533"/>
              </p:ext>
            </p:extLst>
          </p:nvPr>
        </p:nvGraphicFramePr>
        <p:xfrm>
          <a:off x="6442746" y="2114944"/>
          <a:ext cx="5006301" cy="217170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310533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853354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842414">
                  <a:extLst>
                    <a:ext uri="{9D8B030D-6E8A-4147-A177-3AD203B41FA5}">
                      <a16:colId xmlns:a16="http://schemas.microsoft.com/office/drawing/2014/main" val="2834305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Development</a:t>
                      </a:r>
                      <a:endParaRPr lang="sv-SE" sz="1050" b="1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Start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Target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Peakon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Adapter?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TBD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sv-SE" sz="1050" b="0" i="0" u="none" strike="noStrike" cap="none" spc="0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81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DK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Middleman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UC: GCH integration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file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– INM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84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DK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Middleman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UC: Change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of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Compensation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WCW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449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DK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Middleman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UC: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Hire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(new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foreign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manager)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87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DK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Middleman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UC: Change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of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formal manager (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foreign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664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DK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Middleman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UC: GCH integration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file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– IDC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164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DK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Middleman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UC: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FrontAvenue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integration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4573"/>
                  </a:ext>
                </a:extLst>
              </a:tr>
            </a:tbl>
          </a:graphicData>
        </a:graphic>
      </p:graphicFrame>
      <p:graphicFrame>
        <p:nvGraphicFramePr>
          <p:cNvPr id="3" name="Tabell 2">
            <a:extLst>
              <a:ext uri="{FF2B5EF4-FFF2-40B4-BE49-F238E27FC236}">
                <a16:creationId xmlns:a16="http://schemas.microsoft.com/office/drawing/2014/main" id="{1EF4A46C-2522-55BC-EB01-6CD9C3693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404747"/>
              </p:ext>
            </p:extLst>
          </p:nvPr>
        </p:nvGraphicFramePr>
        <p:xfrm>
          <a:off x="742953" y="2114944"/>
          <a:ext cx="5006301" cy="171450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310533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853354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842414">
                  <a:extLst>
                    <a:ext uri="{9D8B030D-6E8A-4147-A177-3AD203B41FA5}">
                      <a16:colId xmlns:a16="http://schemas.microsoft.com/office/drawing/2014/main" val="2834305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Start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Target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 Adapter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Peakon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(TBD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if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adapter is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needed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TBD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290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Design DK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Middleman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UC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Yellow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Track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  <a:p>
                      <a:pPr marL="361950" marR="0" lvl="1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GCH integration </a:t>
                      </a:r>
                      <a:r>
                        <a:rPr lang="sv-SE" sz="9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file</a:t>
                      </a: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- INM</a:t>
                      </a:r>
                    </a:p>
                    <a:p>
                      <a:pPr marL="361950" marR="0" lvl="1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Change </a:t>
                      </a:r>
                      <a:r>
                        <a:rPr lang="sv-SE" sz="9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of</a:t>
                      </a: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sv-SE" sz="9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Compensation</a:t>
                      </a: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WCW</a:t>
                      </a:r>
                    </a:p>
                    <a:p>
                      <a:pPr marL="361950" marR="0" lvl="1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9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Hire</a:t>
                      </a: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(new </a:t>
                      </a:r>
                      <a:r>
                        <a:rPr lang="sv-SE" sz="9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foreign</a:t>
                      </a: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manager)</a:t>
                      </a:r>
                    </a:p>
                    <a:p>
                      <a:pPr marL="361950" marR="0" lvl="1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Change </a:t>
                      </a:r>
                      <a:r>
                        <a:rPr lang="sv-SE" sz="9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of</a:t>
                      </a: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formal manager (</a:t>
                      </a:r>
                      <a:r>
                        <a:rPr lang="sv-SE" sz="9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foreign</a:t>
                      </a: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  <a:p>
                      <a:pPr marL="361950" marR="0" lvl="1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GCH integration </a:t>
                      </a:r>
                      <a:r>
                        <a:rPr lang="sv-SE" sz="9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file</a:t>
                      </a: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– IDC</a:t>
                      </a:r>
                    </a:p>
                    <a:p>
                      <a:pPr marL="361950" marR="0" lvl="1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9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FrontAvenue</a:t>
                      </a:r>
                      <a:r>
                        <a:rPr lang="sv-SE" sz="9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integration</a:t>
                      </a:r>
                    </a:p>
                    <a:p>
                      <a:pPr marL="361950" marR="0" lvl="1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900" b="0" i="0" u="none" strike="noStrike" cap="none" spc="0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586202"/>
                  </a:ext>
                </a:extLst>
              </a:tr>
            </a:tbl>
          </a:graphicData>
        </a:graphic>
      </p:graphicFrame>
      <p:sp>
        <p:nvSpPr>
          <p:cNvPr id="8" name="Rektangel 7">
            <a:extLst>
              <a:ext uri="{FF2B5EF4-FFF2-40B4-BE49-F238E27FC236}">
                <a16:creationId xmlns:a16="http://schemas.microsoft.com/office/drawing/2014/main" id="{6500E35D-CA7E-9204-EDB9-415B142B4AA4}"/>
              </a:ext>
            </a:extLst>
          </p:cNvPr>
          <p:cNvSpPr/>
          <p:nvPr/>
        </p:nvSpPr>
        <p:spPr>
          <a:xfrm>
            <a:off x="742952" y="1712539"/>
            <a:ext cx="3501353" cy="3543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200" b="1" spc="40" err="1">
                <a:solidFill>
                  <a:schemeClr val="bg1"/>
                </a:solidFill>
              </a:rPr>
              <a:t>Activities</a:t>
            </a:r>
            <a:r>
              <a:rPr lang="sv-SE" sz="1200" b="1" spc="40">
                <a:solidFill>
                  <a:schemeClr val="bg1"/>
                </a:solidFill>
              </a:rPr>
              <a:t> </a:t>
            </a:r>
            <a:r>
              <a:rPr lang="sv-SE" sz="1200" b="1" spc="40" err="1">
                <a:solidFill>
                  <a:schemeClr val="bg1"/>
                </a:solidFill>
              </a:rPr>
              <a:t>scheduled</a:t>
            </a:r>
            <a:endParaRPr lang="sv-SE" sz="1200" b="1" spc="40">
              <a:solidFill>
                <a:schemeClr val="accent3"/>
              </a:solidFill>
            </a:endParaRPr>
          </a:p>
        </p:txBody>
      </p:sp>
      <p:graphicFrame>
        <p:nvGraphicFramePr>
          <p:cNvPr id="2" name="Tabell 1">
            <a:extLst>
              <a:ext uri="{FF2B5EF4-FFF2-40B4-BE49-F238E27FC236}">
                <a16:creationId xmlns:a16="http://schemas.microsoft.com/office/drawing/2014/main" id="{4F2BA244-F7B9-0DBE-889B-321CE9144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399627"/>
              </p:ext>
            </p:extLst>
          </p:nvPr>
        </p:nvGraphicFramePr>
        <p:xfrm>
          <a:off x="10821138" y="974324"/>
          <a:ext cx="888461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461">
                  <a:extLst>
                    <a:ext uri="{9D8B030D-6E8A-4147-A177-3AD203B41FA5}">
                      <a16:colId xmlns:a16="http://schemas.microsoft.com/office/drawing/2014/main" val="3782899833"/>
                    </a:ext>
                  </a:extLst>
                </a:gridCol>
              </a:tblGrid>
              <a:tr h="172996">
                <a:tc>
                  <a:txBody>
                    <a:bodyPr/>
                    <a:lstStyle/>
                    <a:p>
                      <a:pPr algn="ctr"/>
                      <a:r>
                        <a:rPr lang="sv-SE" sz="700" b="1">
                          <a:solidFill>
                            <a:schemeClr val="tx1"/>
                          </a:solidFill>
                        </a:rPr>
                        <a:t>Green </a:t>
                      </a:r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Track</a:t>
                      </a:r>
                      <a:endParaRPr lang="sv-SE" sz="7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412625"/>
                  </a:ext>
                </a:extLst>
              </a:tr>
              <a:tr h="172996">
                <a:tc>
                  <a:txBody>
                    <a:bodyPr/>
                    <a:lstStyle/>
                    <a:p>
                      <a:pPr algn="ctr"/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Yellow</a:t>
                      </a:r>
                      <a:r>
                        <a:rPr lang="sv-SE" sz="7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Track</a:t>
                      </a:r>
                      <a:endParaRPr lang="sv-SE" sz="7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963186"/>
                  </a:ext>
                </a:extLst>
              </a:tr>
              <a:tr h="172996">
                <a:tc>
                  <a:txBody>
                    <a:bodyPr/>
                    <a:lstStyle/>
                    <a:p>
                      <a:pPr algn="ctr"/>
                      <a:r>
                        <a:rPr lang="sv-SE" sz="700" b="1">
                          <a:solidFill>
                            <a:schemeClr val="tx1"/>
                          </a:solidFill>
                        </a:rPr>
                        <a:t>Red </a:t>
                      </a:r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Track</a:t>
                      </a:r>
                      <a:endParaRPr lang="sv-SE" sz="7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460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55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DC7DF-D325-E5F8-A665-38053E49A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28AA9D42-DF0A-593C-8C8C-C904044DA2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401" y="518400"/>
            <a:ext cx="11228586" cy="1146120"/>
          </a:xfrm>
        </p:spPr>
        <p:txBody>
          <a:bodyPr/>
          <a:lstStyle/>
          <a:p>
            <a:r>
              <a:rPr lang="sv-SE" sz="3600" dirty="0"/>
              <a:t>Status w. 42</a:t>
            </a:r>
          </a:p>
          <a:p>
            <a:r>
              <a:rPr lang="sv-SE" sz="3600" b="1" dirty="0"/>
              <a:t>SIT test team</a:t>
            </a:r>
          </a:p>
          <a:p>
            <a:endParaRPr lang="sv-SE" sz="3600" dirty="0"/>
          </a:p>
          <a:p>
            <a:endParaRPr lang="sv-SE" sz="4000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D1FF505-436F-EC28-34AB-7B6989CFE89A}"/>
              </a:ext>
            </a:extLst>
          </p:cNvPr>
          <p:cNvSpPr/>
          <p:nvPr/>
        </p:nvSpPr>
        <p:spPr>
          <a:xfrm>
            <a:off x="481012" y="1647824"/>
            <a:ext cx="11229975" cy="5095875"/>
          </a:xfrm>
          <a:prstGeom prst="rect">
            <a:avLst/>
          </a:prstGeom>
          <a:solidFill>
            <a:schemeClr val="accent1">
              <a:alpha val="81258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tillium Web"/>
              <a:ea typeface="+mn-ea"/>
              <a:cs typeface="+mn-cs"/>
            </a:endParaRPr>
          </a:p>
        </p:txBody>
      </p:sp>
      <p:graphicFrame>
        <p:nvGraphicFramePr>
          <p:cNvPr id="6" name="Tabell 5">
            <a:extLst>
              <a:ext uri="{FF2B5EF4-FFF2-40B4-BE49-F238E27FC236}">
                <a16:creationId xmlns:a16="http://schemas.microsoft.com/office/drawing/2014/main" id="{88B02075-AD04-1457-0CB6-71798BC05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9354"/>
              </p:ext>
            </p:extLst>
          </p:nvPr>
        </p:nvGraphicFramePr>
        <p:xfrm>
          <a:off x="742953" y="2063064"/>
          <a:ext cx="5262255" cy="91440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308234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913471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1040550">
                  <a:extLst>
                    <a:ext uri="{9D8B030D-6E8A-4147-A177-3AD203B41FA5}">
                      <a16:colId xmlns:a16="http://schemas.microsoft.com/office/drawing/2014/main" val="2905946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Start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Target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Unit4 Adapter: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Hire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Termination,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Rehire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(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Identity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), Employee2409WithBankAccount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In progress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8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DK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Middleman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Adapter 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1" i="0" u="none" strike="noStrike" cap="none" spc="0" noProof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In progress 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127379"/>
                  </a:ext>
                </a:extLst>
              </a:tr>
            </a:tbl>
          </a:graphicData>
        </a:graphic>
      </p:graphicFrame>
      <p:graphicFrame>
        <p:nvGraphicFramePr>
          <p:cNvPr id="3" name="Tabell 2">
            <a:extLst>
              <a:ext uri="{FF2B5EF4-FFF2-40B4-BE49-F238E27FC236}">
                <a16:creationId xmlns:a16="http://schemas.microsoft.com/office/drawing/2014/main" id="{8681AE9A-B802-FBAC-940F-A4D8556DD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449750"/>
              </p:ext>
            </p:extLst>
          </p:nvPr>
        </p:nvGraphicFramePr>
        <p:xfrm>
          <a:off x="742952" y="2976371"/>
          <a:ext cx="5262255" cy="100584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305173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1083060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874022">
                  <a:extLst>
                    <a:ext uri="{9D8B030D-6E8A-4147-A177-3AD203B41FA5}">
                      <a16:colId xmlns:a16="http://schemas.microsoft.com/office/drawing/2014/main" val="2834305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Mepco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EmploymentTerminated2409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1" i="0" u="none" strike="noStrike" cap="none" spc="0" noProof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23/9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25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Mepco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Compensation</a:t>
                      </a: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19/9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881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Mepco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EmployeeRehired</a:t>
                      </a: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In progress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103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Mepco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Identity2409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1" i="0" u="none" strike="noStrike" cap="none" spc="0" noProof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19/9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244843"/>
                  </a:ext>
                </a:extLst>
              </a:tr>
            </a:tbl>
          </a:graphicData>
        </a:graphic>
      </p:graphicFrame>
      <p:sp>
        <p:nvSpPr>
          <p:cNvPr id="2" name="Rektangel 1">
            <a:extLst>
              <a:ext uri="{FF2B5EF4-FFF2-40B4-BE49-F238E27FC236}">
                <a16:creationId xmlns:a16="http://schemas.microsoft.com/office/drawing/2014/main" id="{19C5C3D8-7AAB-798C-638B-51C6995D470B}"/>
              </a:ext>
            </a:extLst>
          </p:cNvPr>
          <p:cNvSpPr/>
          <p:nvPr/>
        </p:nvSpPr>
        <p:spPr>
          <a:xfrm>
            <a:off x="742952" y="1712539"/>
            <a:ext cx="3501353" cy="3543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200" b="1" spc="40" err="1">
                <a:solidFill>
                  <a:schemeClr val="bg1"/>
                </a:solidFill>
              </a:rPr>
              <a:t>Activities</a:t>
            </a:r>
            <a:r>
              <a:rPr lang="sv-SE" sz="1200" b="1" spc="40">
                <a:solidFill>
                  <a:schemeClr val="bg1"/>
                </a:solidFill>
              </a:rPr>
              <a:t> </a:t>
            </a:r>
            <a:r>
              <a:rPr lang="sv-SE" sz="1200" b="1" spc="40" err="1">
                <a:solidFill>
                  <a:schemeClr val="bg1"/>
                </a:solidFill>
              </a:rPr>
              <a:t>scheduled</a:t>
            </a:r>
            <a:endParaRPr lang="sv-SE" sz="1200" b="1" spc="40">
              <a:solidFill>
                <a:schemeClr val="accent3"/>
              </a:solidFill>
            </a:endParaRPr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3F0A6E83-928F-BF71-9C02-9F66BF178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399627"/>
              </p:ext>
            </p:extLst>
          </p:nvPr>
        </p:nvGraphicFramePr>
        <p:xfrm>
          <a:off x="10821138" y="974324"/>
          <a:ext cx="888461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461">
                  <a:extLst>
                    <a:ext uri="{9D8B030D-6E8A-4147-A177-3AD203B41FA5}">
                      <a16:colId xmlns:a16="http://schemas.microsoft.com/office/drawing/2014/main" val="3782899833"/>
                    </a:ext>
                  </a:extLst>
                </a:gridCol>
              </a:tblGrid>
              <a:tr h="172996">
                <a:tc>
                  <a:txBody>
                    <a:bodyPr/>
                    <a:lstStyle/>
                    <a:p>
                      <a:pPr algn="ctr"/>
                      <a:r>
                        <a:rPr lang="sv-SE" sz="700" b="1">
                          <a:solidFill>
                            <a:schemeClr val="tx1"/>
                          </a:solidFill>
                        </a:rPr>
                        <a:t>Green </a:t>
                      </a:r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Track</a:t>
                      </a:r>
                      <a:endParaRPr lang="sv-SE" sz="7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412625"/>
                  </a:ext>
                </a:extLst>
              </a:tr>
              <a:tr h="172996">
                <a:tc>
                  <a:txBody>
                    <a:bodyPr/>
                    <a:lstStyle/>
                    <a:p>
                      <a:pPr algn="ctr"/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Yellow</a:t>
                      </a:r>
                      <a:r>
                        <a:rPr lang="sv-SE" sz="7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Track</a:t>
                      </a:r>
                      <a:endParaRPr lang="sv-SE" sz="7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F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963186"/>
                  </a:ext>
                </a:extLst>
              </a:tr>
              <a:tr h="172996">
                <a:tc>
                  <a:txBody>
                    <a:bodyPr/>
                    <a:lstStyle/>
                    <a:p>
                      <a:pPr algn="ctr"/>
                      <a:r>
                        <a:rPr lang="sv-SE" sz="700" b="1">
                          <a:solidFill>
                            <a:schemeClr val="tx1"/>
                          </a:solidFill>
                        </a:rPr>
                        <a:t>Red </a:t>
                      </a:r>
                      <a:r>
                        <a:rPr lang="sv-SE" sz="700" b="1" err="1">
                          <a:solidFill>
                            <a:schemeClr val="tx1"/>
                          </a:solidFill>
                        </a:rPr>
                        <a:t>Track</a:t>
                      </a:r>
                      <a:endParaRPr lang="sv-SE" sz="7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460806"/>
                  </a:ext>
                </a:extLst>
              </a:tr>
            </a:tbl>
          </a:graphicData>
        </a:graphic>
      </p:graphicFrame>
      <p:graphicFrame>
        <p:nvGraphicFramePr>
          <p:cNvPr id="8" name="Tabell 7">
            <a:extLst>
              <a:ext uri="{FF2B5EF4-FFF2-40B4-BE49-F238E27FC236}">
                <a16:creationId xmlns:a16="http://schemas.microsoft.com/office/drawing/2014/main" id="{9381801D-F9C6-9106-586E-9F4A328DC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554182"/>
              </p:ext>
            </p:extLst>
          </p:nvPr>
        </p:nvGraphicFramePr>
        <p:xfrm>
          <a:off x="6344274" y="2063064"/>
          <a:ext cx="5104776" cy="349758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3310533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951829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842414">
                  <a:extLst>
                    <a:ext uri="{9D8B030D-6E8A-4147-A177-3AD203B41FA5}">
                      <a16:colId xmlns:a16="http://schemas.microsoft.com/office/drawing/2014/main" val="2834305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Start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Target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Prio</a:t>
                      </a: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2 </a:t>
                      </a:r>
                      <a:r>
                        <a:rPr lang="sv-SE" sz="1050" b="1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consumers</a:t>
                      </a: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↓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187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Benify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Employee2409CurrentlyEffective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Ready to test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900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Benify</a:t>
                      </a: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</a:t>
                      </a:r>
                      <a:r>
                        <a:rPr lang="sv-SE" sz="1050" b="0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Compensation</a:t>
                      </a: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Ready to test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3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TEM-Employee2409-Sub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80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TEM-Employee2409WithBankAccount-Sub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371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TEM-Identity2409-Sub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604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C7: Identity2409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Ready to test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599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C7: Employee2409CurrentlyEffective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Ready to test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681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Ramp DK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Middleman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EmployeeCountryEmployeeNumberUpdated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-Pub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114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Adapter DK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Middleman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EmployeeCountryEmployeeNumberUpdated</a:t>
                      </a: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-Pub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1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Ready to test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93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SF: </a:t>
                      </a:r>
                      <a:r>
                        <a:rPr lang="sv-SE" sz="105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EmployeeCountryEmployeeNumberUpdated-Sub</a:t>
                      </a:r>
                      <a:endParaRPr lang="sv-SE" sz="1050" b="0" i="0" u="none" strike="noStrike" cap="none" spc="0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29/10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sv-SE" sz="105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7/11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60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4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4EEEA2-A784-90C6-1BED-7FA825D1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D6CDD71-DE52-C18B-5383-175965E29E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401" y="518400"/>
            <a:ext cx="11228586" cy="1146120"/>
          </a:xfrm>
        </p:spPr>
        <p:txBody>
          <a:bodyPr/>
          <a:lstStyle/>
          <a:p>
            <a:r>
              <a:rPr lang="sv-SE" sz="3600" dirty="0"/>
              <a:t>Status w. 42</a:t>
            </a:r>
          </a:p>
          <a:p>
            <a:r>
              <a:rPr lang="sv-SE" sz="3600" b="1" dirty="0"/>
              <a:t>Gross list </a:t>
            </a:r>
            <a:r>
              <a:rPr lang="sv-SE" sz="3600" b="1" dirty="0" err="1"/>
              <a:t>of</a:t>
            </a:r>
            <a:r>
              <a:rPr lang="sv-SE" sz="3600" b="1" dirty="0"/>
              <a:t> </a:t>
            </a:r>
            <a:r>
              <a:rPr lang="sv-SE" sz="3600" b="1" dirty="0" err="1"/>
              <a:t>open</a:t>
            </a:r>
            <a:r>
              <a:rPr lang="sv-SE" sz="3600" b="1" dirty="0"/>
              <a:t> </a:t>
            </a:r>
            <a:r>
              <a:rPr lang="sv-SE" sz="3600" b="1" dirty="0" err="1"/>
              <a:t>bugs</a:t>
            </a:r>
            <a:endParaRPr lang="sv-SE" sz="3600" b="1" dirty="0"/>
          </a:p>
          <a:p>
            <a:endParaRPr lang="sv-SE" sz="3600" dirty="0"/>
          </a:p>
          <a:p>
            <a:endParaRPr lang="sv-SE" sz="4000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B8F3357-3BF9-B963-9ED9-B185F5279DAF}"/>
              </a:ext>
            </a:extLst>
          </p:cNvPr>
          <p:cNvSpPr/>
          <p:nvPr/>
        </p:nvSpPr>
        <p:spPr>
          <a:xfrm>
            <a:off x="481012" y="1647824"/>
            <a:ext cx="11229975" cy="5095875"/>
          </a:xfrm>
          <a:prstGeom prst="rect">
            <a:avLst/>
          </a:prstGeom>
          <a:solidFill>
            <a:schemeClr val="accent1">
              <a:alpha val="81258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3708000" bIns="360000" rtlCol="0" anchor="b"/>
          <a:lstStyle/>
          <a:p>
            <a:pPr lvl="0" algn="ctr">
              <a:defRPr/>
            </a:pPr>
            <a:r>
              <a:rPr lang="sv-SE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https://nccdevelopment.visualstudio.com/Development%20and%20IT/_queries/query/?tempQueryId=dd2ad1b3-5fae-44f3-9c64-1d50ba195419</a:t>
            </a:r>
            <a:endParaRPr lang="sv-SE">
              <a:solidFill>
                <a:schemeClr val="bg1"/>
              </a:solidFill>
            </a:endParaRPr>
          </a:p>
          <a:p>
            <a:pPr lvl="0" algn="ctr">
              <a:defRPr/>
            </a:pPr>
            <a:endParaRPr kumimoji="0" lang="sv-S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tillium Web"/>
              <a:ea typeface="+mn-ea"/>
              <a:cs typeface="+mn-cs"/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7241BD62-4E6A-0F9F-C98A-1DA426DBD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709" y="2185480"/>
            <a:ext cx="5709206" cy="32101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Pennanteckning 14">
                <a:extLst>
                  <a:ext uri="{FF2B5EF4-FFF2-40B4-BE49-F238E27FC236}">
                    <a16:creationId xmlns:a16="http://schemas.microsoft.com/office/drawing/2014/main" id="{64C7953C-D469-243D-C0B1-4222455167BD}"/>
                  </a:ext>
                </a:extLst>
              </p14:cNvPr>
              <p14:cNvContentPartPr/>
              <p14:nvPr/>
            </p14:nvContentPartPr>
            <p14:xfrm>
              <a:off x="-1829160" y="1141108"/>
              <a:ext cx="360" cy="360"/>
            </p14:xfrm>
          </p:contentPart>
        </mc:Choice>
        <mc:Fallback xmlns="">
          <p:pic>
            <p:nvPicPr>
              <p:cNvPr id="15" name="Pennanteckning 14">
                <a:extLst>
                  <a:ext uri="{FF2B5EF4-FFF2-40B4-BE49-F238E27FC236}">
                    <a16:creationId xmlns:a16="http://schemas.microsoft.com/office/drawing/2014/main" id="{64C7953C-D469-243D-C0B1-4222455167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847160" y="1123108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Koppling: böjd 8">
            <a:extLst>
              <a:ext uri="{FF2B5EF4-FFF2-40B4-BE49-F238E27FC236}">
                <a16:creationId xmlns:a16="http://schemas.microsoft.com/office/drawing/2014/main" id="{1620BF98-AC17-4C31-85E2-D84D9E3D9AF8}"/>
              </a:ext>
            </a:extLst>
          </p:cNvPr>
          <p:cNvSpPr/>
          <p:nvPr/>
        </p:nvSpPr>
        <p:spPr>
          <a:xfrm rot="10800000" flipV="1">
            <a:off x="3852153" y="4142339"/>
            <a:ext cx="1101807" cy="1335177"/>
          </a:xfrm>
          <a:prstGeom prst="curvedConnector2">
            <a:avLst/>
          </a:prstGeom>
          <a:solidFill>
            <a:srgbClr val="FFFFFF">
              <a:alpha val="5000"/>
            </a:srgbClr>
          </a:solidFill>
          <a:ln w="50800">
            <a:solidFill>
              <a:srgbClr val="FFFF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 anchorCtr="1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 spc="40" dirty="0" err="1" smtClean="0"/>
            </a:pPr>
            <a:endParaRPr lang="en-US" sz="2000" spc="40" err="1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Pennanteckning 12">
                <a:extLst>
                  <a:ext uri="{FF2B5EF4-FFF2-40B4-BE49-F238E27FC236}">
                    <a16:creationId xmlns:a16="http://schemas.microsoft.com/office/drawing/2014/main" id="{8D3F7985-D6E5-CC67-A8DA-87DF52CF80F7}"/>
                  </a:ext>
                </a:extLst>
              </p14:cNvPr>
              <p14:cNvContentPartPr/>
              <p14:nvPr/>
            </p14:nvContentPartPr>
            <p14:xfrm>
              <a:off x="3639557" y="5246125"/>
              <a:ext cx="386280" cy="270000"/>
            </p14:xfrm>
          </p:contentPart>
        </mc:Choice>
        <mc:Fallback xmlns="">
          <p:pic>
            <p:nvPicPr>
              <p:cNvPr id="13" name="Pennanteckning 12">
                <a:extLst>
                  <a:ext uri="{FF2B5EF4-FFF2-40B4-BE49-F238E27FC236}">
                    <a16:creationId xmlns:a16="http://schemas.microsoft.com/office/drawing/2014/main" id="{8D3F7985-D6E5-CC67-A8DA-87DF52CF80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21557" y="5228125"/>
                <a:ext cx="421920" cy="30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661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28D7611-B020-625F-B592-FCDBFEA7EFE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sv-SE" dirty="0" err="1"/>
              <a:t>Dashboard</a:t>
            </a:r>
            <a:r>
              <a:rPr lang="sv-SE" dirty="0"/>
              <a:t> </a:t>
            </a:r>
            <a:r>
              <a:rPr lang="sv-SE" dirty="0" err="1"/>
              <a:t>view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b="1" dirty="0"/>
              <a:t>new</a:t>
            </a:r>
            <a:r>
              <a:rPr lang="sv-SE" dirty="0"/>
              <a:t> and </a:t>
            </a:r>
            <a:r>
              <a:rPr lang="sv-SE" b="1" dirty="0" err="1"/>
              <a:t>active</a:t>
            </a:r>
            <a:r>
              <a:rPr lang="sv-SE" dirty="0"/>
              <a:t> </a:t>
            </a:r>
            <a:r>
              <a:rPr lang="sv-SE" dirty="0" err="1"/>
              <a:t>bugs</a:t>
            </a:r>
            <a:r>
              <a:rPr lang="sv-SE" dirty="0"/>
              <a:t> w. 42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EE79603B-4C2F-ACB8-F222-307D81C09ECD}"/>
              </a:ext>
            </a:extLst>
          </p:cNvPr>
          <p:cNvSpPr/>
          <p:nvPr/>
        </p:nvSpPr>
        <p:spPr>
          <a:xfrm>
            <a:off x="479425" y="5432454"/>
            <a:ext cx="4683074" cy="533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050" spc="40">
                <a:solidFill>
                  <a:schemeClr val="tx1"/>
                </a:solidFill>
              </a:rPr>
              <a:t>The </a:t>
            </a:r>
            <a:r>
              <a:rPr lang="sv-SE" sz="1050" spc="40" err="1">
                <a:solidFill>
                  <a:schemeClr val="tx1"/>
                </a:solidFill>
              </a:rPr>
              <a:t>chart</a:t>
            </a:r>
            <a:r>
              <a:rPr lang="sv-SE" sz="1050" spc="40">
                <a:solidFill>
                  <a:schemeClr val="tx1"/>
                </a:solidFill>
              </a:rPr>
              <a:t> </a:t>
            </a:r>
            <a:r>
              <a:rPr lang="sv-SE" sz="1050" spc="40" err="1">
                <a:solidFill>
                  <a:schemeClr val="tx1"/>
                </a:solidFill>
              </a:rPr>
              <a:t>tracks</a:t>
            </a:r>
            <a:r>
              <a:rPr lang="sv-SE" sz="1050" spc="40">
                <a:solidFill>
                  <a:schemeClr val="tx1"/>
                </a:solidFill>
              </a:rPr>
              <a:t> the bug status, </a:t>
            </a:r>
            <a:r>
              <a:rPr lang="sv-SE" sz="1050" spc="40" err="1">
                <a:solidFill>
                  <a:schemeClr val="tx1"/>
                </a:solidFill>
              </a:rPr>
              <a:t>showing</a:t>
            </a:r>
            <a:r>
              <a:rPr lang="sv-SE" sz="1050" spc="40">
                <a:solidFill>
                  <a:schemeClr val="tx1"/>
                </a:solidFill>
              </a:rPr>
              <a:t> Active Bug trends by State. States </a:t>
            </a:r>
            <a:r>
              <a:rPr lang="sv-SE" sz="1050" spc="40" err="1">
                <a:solidFill>
                  <a:schemeClr val="tx1"/>
                </a:solidFill>
              </a:rPr>
              <a:t>included</a:t>
            </a:r>
            <a:r>
              <a:rPr lang="sv-SE" sz="1050" spc="40">
                <a:solidFill>
                  <a:schemeClr val="tx1"/>
                </a:solidFill>
              </a:rPr>
              <a:t> in </a:t>
            </a:r>
            <a:r>
              <a:rPr lang="sv-SE" sz="1050" spc="40" err="1">
                <a:solidFill>
                  <a:schemeClr val="tx1"/>
                </a:solidFill>
              </a:rPr>
              <a:t>this</a:t>
            </a:r>
            <a:r>
              <a:rPr lang="sv-SE" sz="1050" spc="40">
                <a:solidFill>
                  <a:schemeClr val="tx1"/>
                </a:solidFill>
              </a:rPr>
              <a:t> </a:t>
            </a:r>
            <a:r>
              <a:rPr lang="sv-SE" sz="1050" spc="40" err="1">
                <a:solidFill>
                  <a:schemeClr val="tx1"/>
                </a:solidFill>
              </a:rPr>
              <a:t>view</a:t>
            </a:r>
            <a:r>
              <a:rPr lang="sv-SE" sz="1050" spc="40">
                <a:solidFill>
                  <a:schemeClr val="tx1"/>
                </a:solidFill>
              </a:rPr>
              <a:t> is: Active, New &amp; </a:t>
            </a:r>
            <a:r>
              <a:rPr lang="sv-SE" sz="1050" spc="40" err="1">
                <a:solidFill>
                  <a:schemeClr val="tx1"/>
                </a:solidFill>
              </a:rPr>
              <a:t>Resolved</a:t>
            </a:r>
            <a:r>
              <a:rPr lang="sv-SE" sz="1050" spc="4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4" name="Likbent triangel 3">
            <a:extLst>
              <a:ext uri="{FF2B5EF4-FFF2-40B4-BE49-F238E27FC236}">
                <a16:creationId xmlns:a16="http://schemas.microsoft.com/office/drawing/2014/main" id="{488A5118-96A9-83E8-9423-833EFFC06B6E}"/>
              </a:ext>
            </a:extLst>
          </p:cNvPr>
          <p:cNvSpPr/>
          <p:nvPr/>
        </p:nvSpPr>
        <p:spPr>
          <a:xfrm rot="5400000">
            <a:off x="4983064" y="3310304"/>
            <a:ext cx="2419977" cy="296058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sv-SE" spc="40" err="1"/>
          </a:p>
        </p:txBody>
      </p:sp>
      <p:pic>
        <p:nvPicPr>
          <p:cNvPr id="6" name="Bildobjekt 5" descr="En bild som visar text, skärmbild, Graf, diagram&#10;&#10;AI-genererat innehåll kan vara felaktigt.">
            <a:extLst>
              <a:ext uri="{FF2B5EF4-FFF2-40B4-BE49-F238E27FC236}">
                <a16:creationId xmlns:a16="http://schemas.microsoft.com/office/drawing/2014/main" id="{1928EB5B-1FE9-8914-C080-A14106572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42" y="1428169"/>
            <a:ext cx="5380696" cy="40377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ktangel 6">
            <a:extLst>
              <a:ext uri="{FF2B5EF4-FFF2-40B4-BE49-F238E27FC236}">
                <a16:creationId xmlns:a16="http://schemas.microsoft.com/office/drawing/2014/main" id="{A061B2C2-E6FB-3B02-585D-7F49EF59285E}"/>
              </a:ext>
            </a:extLst>
          </p:cNvPr>
          <p:cNvSpPr/>
          <p:nvPr/>
        </p:nvSpPr>
        <p:spPr>
          <a:xfrm>
            <a:off x="374784" y="880080"/>
            <a:ext cx="2410117" cy="12776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800" b="1" spc="40" dirty="0">
                <a:solidFill>
                  <a:schemeClr val="tx1"/>
                </a:solidFill>
              </a:rPr>
              <a:t>2025-10-10:</a:t>
            </a:r>
          </a:p>
          <a:p>
            <a:pPr marL="266700">
              <a:spcBef>
                <a:spcPts val="400"/>
              </a:spcBef>
              <a:spcAft>
                <a:spcPts val="400"/>
              </a:spcAft>
            </a:pPr>
            <a:r>
              <a:rPr lang="sv-SE" sz="800" spc="40" dirty="0">
                <a:solidFill>
                  <a:schemeClr val="tx1"/>
                </a:solidFill>
              </a:rPr>
              <a:t>Active (</a:t>
            </a:r>
            <a:r>
              <a:rPr lang="sv-SE" sz="800" spc="40" dirty="0" err="1">
                <a:solidFill>
                  <a:schemeClr val="tx1"/>
                </a:solidFill>
              </a:rPr>
              <a:t>incl</a:t>
            </a:r>
            <a:r>
              <a:rPr lang="sv-SE" sz="800" spc="40" dirty="0">
                <a:solidFill>
                  <a:schemeClr val="tx1"/>
                </a:solidFill>
              </a:rPr>
              <a:t> </a:t>
            </a:r>
            <a:r>
              <a:rPr lang="sv-SE" sz="800" spc="40" dirty="0" err="1">
                <a:solidFill>
                  <a:schemeClr val="tx1"/>
                </a:solidFill>
              </a:rPr>
              <a:t>dep</a:t>
            </a:r>
            <a:r>
              <a:rPr lang="sv-SE" sz="800" spc="40" dirty="0">
                <a:solidFill>
                  <a:schemeClr val="tx1"/>
                </a:solidFill>
              </a:rPr>
              <a:t> to test, </a:t>
            </a:r>
            <a:r>
              <a:rPr lang="sv-SE" sz="800" spc="40" dirty="0" err="1">
                <a:solidFill>
                  <a:schemeClr val="tx1"/>
                </a:solidFill>
              </a:rPr>
              <a:t>dev</a:t>
            </a:r>
            <a:r>
              <a:rPr lang="sv-SE" sz="800" spc="40" dirty="0">
                <a:solidFill>
                  <a:schemeClr val="tx1"/>
                </a:solidFill>
              </a:rPr>
              <a:t>, </a:t>
            </a:r>
            <a:r>
              <a:rPr lang="sv-SE" sz="800" spc="40" dirty="0" err="1">
                <a:solidFill>
                  <a:schemeClr val="tx1"/>
                </a:solidFill>
              </a:rPr>
              <a:t>code</a:t>
            </a:r>
            <a:r>
              <a:rPr lang="sv-SE" sz="800" spc="40" dirty="0">
                <a:solidFill>
                  <a:schemeClr val="tx1"/>
                </a:solidFill>
              </a:rPr>
              <a:t> </a:t>
            </a:r>
            <a:r>
              <a:rPr lang="sv-SE" sz="800" spc="40" dirty="0" err="1">
                <a:solidFill>
                  <a:schemeClr val="tx1"/>
                </a:solidFill>
              </a:rPr>
              <a:t>review</a:t>
            </a:r>
            <a:r>
              <a:rPr lang="sv-SE" sz="800" spc="40" dirty="0">
                <a:solidFill>
                  <a:schemeClr val="tx1"/>
                </a:solidFill>
              </a:rPr>
              <a:t>): 14</a:t>
            </a:r>
          </a:p>
          <a:p>
            <a:pPr marL="266700">
              <a:spcBef>
                <a:spcPts val="400"/>
              </a:spcBef>
              <a:spcAft>
                <a:spcPts val="400"/>
              </a:spcAft>
            </a:pPr>
            <a:r>
              <a:rPr lang="sv-SE" sz="800" spc="40" dirty="0">
                <a:solidFill>
                  <a:schemeClr val="tx1"/>
                </a:solidFill>
              </a:rPr>
              <a:t>New: 1</a:t>
            </a:r>
          </a:p>
          <a:p>
            <a:pPr marL="266700">
              <a:spcBef>
                <a:spcPts val="400"/>
              </a:spcBef>
              <a:spcAft>
                <a:spcPts val="400"/>
              </a:spcAft>
            </a:pPr>
            <a:r>
              <a:rPr lang="sv-SE" sz="800" spc="40" dirty="0" err="1">
                <a:solidFill>
                  <a:schemeClr val="tx1"/>
                </a:solidFill>
              </a:rPr>
              <a:t>Resolved</a:t>
            </a:r>
            <a:r>
              <a:rPr lang="sv-SE" sz="800" spc="40" dirty="0">
                <a:solidFill>
                  <a:schemeClr val="tx1"/>
                </a:solidFill>
              </a:rPr>
              <a:t>: 2</a:t>
            </a:r>
          </a:p>
          <a:p>
            <a:pPr marL="266700">
              <a:spcBef>
                <a:spcPts val="400"/>
              </a:spcBef>
              <a:spcAft>
                <a:spcPts val="400"/>
              </a:spcAft>
            </a:pPr>
            <a:r>
              <a:rPr lang="sv-SE" sz="800" spc="40" dirty="0" err="1">
                <a:solidFill>
                  <a:schemeClr val="tx1"/>
                </a:solidFill>
              </a:rPr>
              <a:t>Closed</a:t>
            </a:r>
            <a:r>
              <a:rPr lang="sv-SE" sz="800" spc="40" dirty="0">
                <a:solidFill>
                  <a:schemeClr val="tx1"/>
                </a:solidFill>
              </a:rPr>
              <a:t>: 260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sv-SE" sz="800" spc="40" dirty="0">
              <a:solidFill>
                <a:schemeClr val="tx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CA0A034C-ABD1-0175-3477-422E0FBAE8E1}"/>
              </a:ext>
            </a:extLst>
          </p:cNvPr>
          <p:cNvSpPr/>
          <p:nvPr/>
        </p:nvSpPr>
        <p:spPr>
          <a:xfrm>
            <a:off x="468975" y="1263635"/>
            <a:ext cx="128443" cy="129454"/>
          </a:xfrm>
          <a:prstGeom prst="rect">
            <a:avLst/>
          </a:prstGeom>
          <a:solidFill>
            <a:srgbClr val="0D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sv-SE" sz="1400" spc="40" err="1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B4C01FF3-9FE6-3F0A-34A5-222A65E91B73}"/>
              </a:ext>
            </a:extLst>
          </p:cNvPr>
          <p:cNvSpPr/>
          <p:nvPr/>
        </p:nvSpPr>
        <p:spPr>
          <a:xfrm>
            <a:off x="468975" y="1793023"/>
            <a:ext cx="128443" cy="12945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sv-SE" sz="1400" spc="40" err="1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7E54C53D-9F89-1D26-4612-51FAFD8363B5}"/>
              </a:ext>
            </a:extLst>
          </p:cNvPr>
          <p:cNvSpPr/>
          <p:nvPr/>
        </p:nvSpPr>
        <p:spPr>
          <a:xfrm>
            <a:off x="468975" y="1557835"/>
            <a:ext cx="128443" cy="129454"/>
          </a:xfrm>
          <a:prstGeom prst="rect">
            <a:avLst/>
          </a:prstGeom>
          <a:solidFill>
            <a:srgbClr val="60AF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sv-SE" sz="1400" spc="40" err="1"/>
          </a:p>
        </p:txBody>
      </p:sp>
      <p:pic>
        <p:nvPicPr>
          <p:cNvPr id="5" name="Bildobjekt 4" descr="En bild som visar skärmbild, Graf, text, diagram&#10;&#10;AI-genererat innehåll kan vara felaktigt.">
            <a:extLst>
              <a:ext uri="{FF2B5EF4-FFF2-40B4-BE49-F238E27FC236}">
                <a16:creationId xmlns:a16="http://schemas.microsoft.com/office/drawing/2014/main" id="{AD681CFC-296C-5543-A822-5221DE880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279" y="1465636"/>
            <a:ext cx="5329159" cy="39705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ktangel 11">
            <a:extLst>
              <a:ext uri="{FF2B5EF4-FFF2-40B4-BE49-F238E27FC236}">
                <a16:creationId xmlns:a16="http://schemas.microsoft.com/office/drawing/2014/main" id="{742CF700-4580-192F-3D55-0F908D96BDA1}"/>
              </a:ext>
            </a:extLst>
          </p:cNvPr>
          <p:cNvSpPr/>
          <p:nvPr/>
        </p:nvSpPr>
        <p:spPr>
          <a:xfrm>
            <a:off x="8808665" y="1207578"/>
            <a:ext cx="2410117" cy="12776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800" b="1" spc="40" dirty="0">
                <a:solidFill>
                  <a:schemeClr val="tx1"/>
                </a:solidFill>
              </a:rPr>
              <a:t>2025-10-17:</a:t>
            </a:r>
          </a:p>
          <a:p>
            <a:pPr marL="266700">
              <a:spcBef>
                <a:spcPts val="400"/>
              </a:spcBef>
              <a:spcAft>
                <a:spcPts val="400"/>
              </a:spcAft>
            </a:pPr>
            <a:r>
              <a:rPr lang="sv-SE" sz="800" spc="40" dirty="0">
                <a:solidFill>
                  <a:schemeClr val="tx1"/>
                </a:solidFill>
              </a:rPr>
              <a:t>Active (</a:t>
            </a:r>
            <a:r>
              <a:rPr lang="sv-SE" sz="800" spc="40" dirty="0" err="1">
                <a:solidFill>
                  <a:schemeClr val="tx1"/>
                </a:solidFill>
              </a:rPr>
              <a:t>incl</a:t>
            </a:r>
            <a:r>
              <a:rPr lang="sv-SE" sz="800" spc="40" dirty="0">
                <a:solidFill>
                  <a:schemeClr val="tx1"/>
                </a:solidFill>
              </a:rPr>
              <a:t> </a:t>
            </a:r>
            <a:r>
              <a:rPr lang="sv-SE" sz="800" spc="40" dirty="0" err="1">
                <a:solidFill>
                  <a:schemeClr val="tx1"/>
                </a:solidFill>
              </a:rPr>
              <a:t>dep</a:t>
            </a:r>
            <a:r>
              <a:rPr lang="sv-SE" sz="800" spc="40" dirty="0">
                <a:solidFill>
                  <a:schemeClr val="tx1"/>
                </a:solidFill>
              </a:rPr>
              <a:t> to test, </a:t>
            </a:r>
            <a:r>
              <a:rPr lang="sv-SE" sz="800" spc="40" dirty="0" err="1">
                <a:solidFill>
                  <a:schemeClr val="tx1"/>
                </a:solidFill>
              </a:rPr>
              <a:t>dev</a:t>
            </a:r>
            <a:r>
              <a:rPr lang="sv-SE" sz="800" spc="40" dirty="0">
                <a:solidFill>
                  <a:schemeClr val="tx1"/>
                </a:solidFill>
              </a:rPr>
              <a:t>, </a:t>
            </a:r>
            <a:r>
              <a:rPr lang="sv-SE" sz="800" spc="40" dirty="0" err="1">
                <a:solidFill>
                  <a:schemeClr val="tx1"/>
                </a:solidFill>
              </a:rPr>
              <a:t>code</a:t>
            </a:r>
            <a:r>
              <a:rPr lang="sv-SE" sz="800" spc="40" dirty="0">
                <a:solidFill>
                  <a:schemeClr val="tx1"/>
                </a:solidFill>
              </a:rPr>
              <a:t> </a:t>
            </a:r>
            <a:r>
              <a:rPr lang="sv-SE" sz="800" spc="40" dirty="0" err="1">
                <a:solidFill>
                  <a:schemeClr val="tx1"/>
                </a:solidFill>
              </a:rPr>
              <a:t>review</a:t>
            </a:r>
            <a:r>
              <a:rPr lang="sv-SE" sz="800" spc="40" dirty="0">
                <a:solidFill>
                  <a:schemeClr val="tx1"/>
                </a:solidFill>
              </a:rPr>
              <a:t>): 25</a:t>
            </a:r>
          </a:p>
          <a:p>
            <a:pPr marL="266700">
              <a:spcBef>
                <a:spcPts val="400"/>
              </a:spcBef>
              <a:spcAft>
                <a:spcPts val="400"/>
              </a:spcAft>
            </a:pPr>
            <a:r>
              <a:rPr lang="sv-SE" sz="800" spc="40" dirty="0">
                <a:solidFill>
                  <a:schemeClr val="tx1"/>
                </a:solidFill>
              </a:rPr>
              <a:t>New: 4</a:t>
            </a:r>
          </a:p>
          <a:p>
            <a:pPr marL="266700">
              <a:spcBef>
                <a:spcPts val="400"/>
              </a:spcBef>
              <a:spcAft>
                <a:spcPts val="400"/>
              </a:spcAft>
            </a:pPr>
            <a:r>
              <a:rPr lang="sv-SE" sz="800" spc="40" dirty="0" err="1">
                <a:solidFill>
                  <a:schemeClr val="tx1"/>
                </a:solidFill>
              </a:rPr>
              <a:t>Resolved</a:t>
            </a:r>
            <a:r>
              <a:rPr lang="sv-SE" sz="800" spc="40" dirty="0">
                <a:solidFill>
                  <a:schemeClr val="tx1"/>
                </a:solidFill>
              </a:rPr>
              <a:t>: 8</a:t>
            </a:r>
          </a:p>
          <a:p>
            <a:pPr marL="266700">
              <a:spcBef>
                <a:spcPts val="400"/>
              </a:spcBef>
              <a:spcAft>
                <a:spcPts val="400"/>
              </a:spcAft>
            </a:pPr>
            <a:r>
              <a:rPr lang="sv-SE" sz="800" spc="40" dirty="0" err="1">
                <a:solidFill>
                  <a:schemeClr val="tx1"/>
                </a:solidFill>
              </a:rPr>
              <a:t>Closed</a:t>
            </a:r>
            <a:r>
              <a:rPr lang="sv-SE" sz="800" spc="40" dirty="0">
                <a:solidFill>
                  <a:schemeClr val="tx1"/>
                </a:solidFill>
              </a:rPr>
              <a:t>: 272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sv-SE" sz="800" spc="40" dirty="0">
              <a:solidFill>
                <a:schemeClr val="tx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E130AC4-11FB-7957-B270-19AFDC16A661}"/>
              </a:ext>
            </a:extLst>
          </p:cNvPr>
          <p:cNvSpPr/>
          <p:nvPr/>
        </p:nvSpPr>
        <p:spPr>
          <a:xfrm>
            <a:off x="8902856" y="1591133"/>
            <a:ext cx="128443" cy="129454"/>
          </a:xfrm>
          <a:prstGeom prst="rect">
            <a:avLst/>
          </a:prstGeom>
          <a:solidFill>
            <a:srgbClr val="0D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sv-SE" sz="1400" spc="40" err="1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F4829BA1-F469-EE7E-8427-854EFB66F951}"/>
              </a:ext>
            </a:extLst>
          </p:cNvPr>
          <p:cNvSpPr/>
          <p:nvPr/>
        </p:nvSpPr>
        <p:spPr>
          <a:xfrm>
            <a:off x="8902856" y="2120521"/>
            <a:ext cx="128443" cy="12945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sv-SE" sz="1400" spc="40" err="1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7CF4AE71-B635-D926-71BF-BC0A81CB40C6}"/>
              </a:ext>
            </a:extLst>
          </p:cNvPr>
          <p:cNvSpPr/>
          <p:nvPr/>
        </p:nvSpPr>
        <p:spPr>
          <a:xfrm>
            <a:off x="8902856" y="1885333"/>
            <a:ext cx="128443" cy="129454"/>
          </a:xfrm>
          <a:prstGeom prst="rect">
            <a:avLst/>
          </a:prstGeom>
          <a:solidFill>
            <a:srgbClr val="60AF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sv-SE" sz="1400" spc="40" err="1"/>
          </a:p>
        </p:txBody>
      </p:sp>
      <p:sp>
        <p:nvSpPr>
          <p:cNvPr id="21" name="Pratbubbla: rektangel med rundade hörn 20">
            <a:extLst>
              <a:ext uri="{FF2B5EF4-FFF2-40B4-BE49-F238E27FC236}">
                <a16:creationId xmlns:a16="http://schemas.microsoft.com/office/drawing/2014/main" id="{770AB83A-6FAE-4E54-F960-2A783CEFFED3}"/>
              </a:ext>
            </a:extLst>
          </p:cNvPr>
          <p:cNvSpPr/>
          <p:nvPr/>
        </p:nvSpPr>
        <p:spPr>
          <a:xfrm>
            <a:off x="9688748" y="5505856"/>
            <a:ext cx="2107661" cy="612648"/>
          </a:xfrm>
          <a:prstGeom prst="wedgeRoundRectCallout">
            <a:avLst>
              <a:gd name="adj1" fmla="val 29041"/>
              <a:gd name="adj2" fmla="val -187315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100" spc="40" dirty="0">
                <a:solidFill>
                  <a:schemeClr val="tx1"/>
                </a:solidFill>
              </a:rPr>
              <a:t>Peak </a:t>
            </a:r>
            <a:r>
              <a:rPr lang="sv-SE" sz="1100" spc="40" dirty="0" err="1">
                <a:solidFill>
                  <a:schemeClr val="tx1"/>
                </a:solidFill>
              </a:rPr>
              <a:t>due</a:t>
            </a:r>
            <a:r>
              <a:rPr lang="sv-SE" sz="1100" spc="40" dirty="0">
                <a:solidFill>
                  <a:schemeClr val="tx1"/>
                </a:solidFill>
              </a:rPr>
              <a:t> to </a:t>
            </a:r>
            <a:r>
              <a:rPr lang="sv-SE" sz="1100" spc="40" dirty="0" err="1">
                <a:solidFill>
                  <a:schemeClr val="tx1"/>
                </a:solidFill>
              </a:rPr>
              <a:t>opening</a:t>
            </a:r>
            <a:r>
              <a:rPr lang="sv-SE" sz="1100" spc="40" dirty="0">
                <a:solidFill>
                  <a:schemeClr val="tx1"/>
                </a:solidFill>
              </a:rPr>
              <a:t> </a:t>
            </a:r>
            <a:r>
              <a:rPr lang="sv-SE" sz="1100" spc="40" dirty="0" err="1">
                <a:solidFill>
                  <a:schemeClr val="tx1"/>
                </a:solidFill>
              </a:rPr>
              <a:t>up</a:t>
            </a:r>
            <a:r>
              <a:rPr lang="sv-SE" sz="1100" spc="40" dirty="0">
                <a:solidFill>
                  <a:schemeClr val="tx1"/>
                </a:solidFill>
              </a:rPr>
              <a:t> ”</a:t>
            </a:r>
            <a:r>
              <a:rPr lang="sv-SE" sz="1100" spc="40" dirty="0" err="1">
                <a:solidFill>
                  <a:schemeClr val="tx1"/>
                </a:solidFill>
              </a:rPr>
              <a:t>AfterGoLive</a:t>
            </a:r>
            <a:r>
              <a:rPr lang="sv-SE" sz="1100" spc="40" dirty="0">
                <a:solidFill>
                  <a:schemeClr val="tx1"/>
                </a:solidFill>
              </a:rPr>
              <a:t>” </a:t>
            </a:r>
            <a:r>
              <a:rPr lang="sv-SE" sz="1100" spc="40" dirty="0" err="1">
                <a:solidFill>
                  <a:schemeClr val="tx1"/>
                </a:solidFill>
              </a:rPr>
              <a:t>bugs</a:t>
            </a:r>
            <a:endParaRPr lang="sv-SE" sz="1100" spc="4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83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10654F3E-A45D-034A-3394-9983F4258E4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sv-SE" dirty="0"/>
              <a:t>E2E progress per </a:t>
            </a:r>
            <a:r>
              <a:rPr lang="sv-SE" dirty="0" err="1"/>
              <a:t>consumer</a:t>
            </a:r>
            <a:r>
              <a:rPr lang="sv-SE" dirty="0"/>
              <a:t> w. 42</a:t>
            </a:r>
          </a:p>
          <a:p>
            <a:r>
              <a:rPr lang="sv-SE" b="1" dirty="0" err="1"/>
              <a:t>ProMark</a:t>
            </a:r>
            <a:r>
              <a:rPr lang="sv-SE" b="1" dirty="0"/>
              <a:t> NO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391D722F-0672-0331-4171-4FA7AA358DE0}"/>
              </a:ext>
            </a:extLst>
          </p:cNvPr>
          <p:cNvSpPr/>
          <p:nvPr/>
        </p:nvSpPr>
        <p:spPr>
          <a:xfrm>
            <a:off x="6366301" y="3289433"/>
            <a:ext cx="1353955" cy="279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050" b="1" spc="40">
                <a:solidFill>
                  <a:schemeClr val="tx1"/>
                </a:solidFill>
              </a:rPr>
              <a:t>Test </a:t>
            </a:r>
            <a:r>
              <a:rPr lang="sv-SE" sz="1050" b="1" spc="40" err="1">
                <a:solidFill>
                  <a:schemeClr val="tx1"/>
                </a:solidFill>
              </a:rPr>
              <a:t>cases</a:t>
            </a:r>
            <a:endParaRPr lang="sv-SE" sz="1050" b="1" spc="40">
              <a:solidFill>
                <a:schemeClr val="tx1"/>
              </a:solidFill>
            </a:endParaRPr>
          </a:p>
        </p:txBody>
      </p:sp>
      <p:graphicFrame>
        <p:nvGraphicFramePr>
          <p:cNvPr id="9" name="Tabell 8">
            <a:extLst>
              <a:ext uri="{FF2B5EF4-FFF2-40B4-BE49-F238E27FC236}">
                <a16:creationId xmlns:a16="http://schemas.microsoft.com/office/drawing/2014/main" id="{9D450EF0-C200-8DB8-7FA7-46A21BC27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425536"/>
              </p:ext>
            </p:extLst>
          </p:nvPr>
        </p:nvGraphicFramePr>
        <p:xfrm>
          <a:off x="6953693" y="5301488"/>
          <a:ext cx="4766544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424">
                  <a:extLst>
                    <a:ext uri="{9D8B030D-6E8A-4147-A177-3AD203B41FA5}">
                      <a16:colId xmlns:a16="http://schemas.microsoft.com/office/drawing/2014/main" val="3161479245"/>
                    </a:ext>
                  </a:extLst>
                </a:gridCol>
                <a:gridCol w="794424">
                  <a:extLst>
                    <a:ext uri="{9D8B030D-6E8A-4147-A177-3AD203B41FA5}">
                      <a16:colId xmlns:a16="http://schemas.microsoft.com/office/drawing/2014/main" val="270232836"/>
                    </a:ext>
                  </a:extLst>
                </a:gridCol>
                <a:gridCol w="794424">
                  <a:extLst>
                    <a:ext uri="{9D8B030D-6E8A-4147-A177-3AD203B41FA5}">
                      <a16:colId xmlns:a16="http://schemas.microsoft.com/office/drawing/2014/main" val="92936643"/>
                    </a:ext>
                  </a:extLst>
                </a:gridCol>
                <a:gridCol w="794424">
                  <a:extLst>
                    <a:ext uri="{9D8B030D-6E8A-4147-A177-3AD203B41FA5}">
                      <a16:colId xmlns:a16="http://schemas.microsoft.com/office/drawing/2014/main" val="3019955865"/>
                    </a:ext>
                  </a:extLst>
                </a:gridCol>
                <a:gridCol w="794424">
                  <a:extLst>
                    <a:ext uri="{9D8B030D-6E8A-4147-A177-3AD203B41FA5}">
                      <a16:colId xmlns:a16="http://schemas.microsoft.com/office/drawing/2014/main" val="2970127522"/>
                    </a:ext>
                  </a:extLst>
                </a:gridCol>
                <a:gridCol w="794424">
                  <a:extLst>
                    <a:ext uri="{9D8B030D-6E8A-4147-A177-3AD203B41FA5}">
                      <a16:colId xmlns:a16="http://schemas.microsoft.com/office/drawing/2014/main" val="4293862436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Pass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Blocked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Fail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Not </a:t>
                      </a:r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9672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Coverage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>
                          <a:solidFill>
                            <a:schemeClr val="tx1"/>
                          </a:solidFill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23%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16%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43348"/>
                  </a:ext>
                </a:extLst>
              </a:tr>
            </a:tbl>
          </a:graphicData>
        </a:graphic>
      </p:graphicFrame>
      <p:sp>
        <p:nvSpPr>
          <p:cNvPr id="4" name="Rektangel 3">
            <a:extLst>
              <a:ext uri="{FF2B5EF4-FFF2-40B4-BE49-F238E27FC236}">
                <a16:creationId xmlns:a16="http://schemas.microsoft.com/office/drawing/2014/main" id="{D3203051-81BB-7848-5F4E-9C11C8FDB62E}"/>
              </a:ext>
            </a:extLst>
          </p:cNvPr>
          <p:cNvSpPr/>
          <p:nvPr/>
        </p:nvSpPr>
        <p:spPr>
          <a:xfrm>
            <a:off x="6953692" y="5964866"/>
            <a:ext cx="4766543" cy="377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400" spc="40">
                <a:solidFill>
                  <a:schemeClr val="tx1"/>
                </a:solidFill>
              </a:rPr>
              <a:t>N/A = test </a:t>
            </a:r>
            <a:r>
              <a:rPr lang="sv-SE" sz="1400" spc="40" err="1">
                <a:solidFill>
                  <a:schemeClr val="tx1"/>
                </a:solidFill>
              </a:rPr>
              <a:t>cases</a:t>
            </a:r>
            <a:r>
              <a:rPr lang="sv-SE" sz="1400" spc="40">
                <a:solidFill>
                  <a:schemeClr val="tx1"/>
                </a:solidFill>
              </a:rPr>
              <a:t> not </a:t>
            </a:r>
            <a:r>
              <a:rPr lang="sv-SE" sz="1400" spc="40" err="1">
                <a:solidFill>
                  <a:schemeClr val="tx1"/>
                </a:solidFill>
              </a:rPr>
              <a:t>applicable</a:t>
            </a:r>
            <a:r>
              <a:rPr lang="sv-SE" sz="1400" spc="40">
                <a:solidFill>
                  <a:schemeClr val="tx1"/>
                </a:solidFill>
              </a:rPr>
              <a:t> to </a:t>
            </a:r>
            <a:r>
              <a:rPr lang="sv-SE" sz="1400" spc="40" err="1">
                <a:solidFill>
                  <a:schemeClr val="tx1"/>
                </a:solidFill>
              </a:rPr>
              <a:t>consumer</a:t>
            </a:r>
            <a:endParaRPr lang="sv-SE" sz="1400" spc="40">
              <a:solidFill>
                <a:schemeClr val="tx1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41A8945-B308-7908-543E-287CAFC0BB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0272720"/>
              </p:ext>
            </p:extLst>
          </p:nvPr>
        </p:nvGraphicFramePr>
        <p:xfrm>
          <a:off x="472094" y="1931597"/>
          <a:ext cx="6660000" cy="39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7482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CFEBD-543A-38A3-71F8-AB9E7713E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77D83281-F852-E627-AAF0-725A863E7F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sv-SE" dirty="0"/>
              <a:t>E2E progress per </a:t>
            </a:r>
            <a:r>
              <a:rPr lang="sv-SE" dirty="0" err="1"/>
              <a:t>consumer</a:t>
            </a:r>
            <a:r>
              <a:rPr lang="sv-SE" dirty="0"/>
              <a:t> w. 42</a:t>
            </a:r>
          </a:p>
          <a:p>
            <a:r>
              <a:rPr lang="sv-SE" b="1" dirty="0"/>
              <a:t>Unit4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57F6554-61DD-86E6-3A60-E4C5C02FA25B}"/>
              </a:ext>
            </a:extLst>
          </p:cNvPr>
          <p:cNvSpPr/>
          <p:nvPr/>
        </p:nvSpPr>
        <p:spPr>
          <a:xfrm>
            <a:off x="6288270" y="3178308"/>
            <a:ext cx="1353955" cy="279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050" b="1" spc="40">
                <a:solidFill>
                  <a:schemeClr val="tx1"/>
                </a:solidFill>
              </a:rPr>
              <a:t>Test </a:t>
            </a:r>
            <a:r>
              <a:rPr lang="sv-SE" sz="1050" b="1" spc="40" err="1">
                <a:solidFill>
                  <a:schemeClr val="tx1"/>
                </a:solidFill>
              </a:rPr>
              <a:t>cases</a:t>
            </a:r>
            <a:endParaRPr lang="sv-SE" sz="1050" b="1" spc="40">
              <a:solidFill>
                <a:schemeClr val="tx1"/>
              </a:solidFill>
            </a:endParaRPr>
          </a:p>
        </p:txBody>
      </p:sp>
      <p:graphicFrame>
        <p:nvGraphicFramePr>
          <p:cNvPr id="8" name="Tabell 7">
            <a:extLst>
              <a:ext uri="{FF2B5EF4-FFF2-40B4-BE49-F238E27FC236}">
                <a16:creationId xmlns:a16="http://schemas.microsoft.com/office/drawing/2014/main" id="{1D55E2D4-4EAE-1E16-7512-5AFCE5BEC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455987"/>
              </p:ext>
            </p:extLst>
          </p:nvPr>
        </p:nvGraphicFramePr>
        <p:xfrm>
          <a:off x="7124829" y="5333497"/>
          <a:ext cx="4584774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129">
                  <a:extLst>
                    <a:ext uri="{9D8B030D-6E8A-4147-A177-3AD203B41FA5}">
                      <a16:colId xmlns:a16="http://schemas.microsoft.com/office/drawing/2014/main" val="3161479245"/>
                    </a:ext>
                  </a:extLst>
                </a:gridCol>
                <a:gridCol w="764129">
                  <a:extLst>
                    <a:ext uri="{9D8B030D-6E8A-4147-A177-3AD203B41FA5}">
                      <a16:colId xmlns:a16="http://schemas.microsoft.com/office/drawing/2014/main" val="270232836"/>
                    </a:ext>
                  </a:extLst>
                </a:gridCol>
                <a:gridCol w="764129">
                  <a:extLst>
                    <a:ext uri="{9D8B030D-6E8A-4147-A177-3AD203B41FA5}">
                      <a16:colId xmlns:a16="http://schemas.microsoft.com/office/drawing/2014/main" val="92936643"/>
                    </a:ext>
                  </a:extLst>
                </a:gridCol>
                <a:gridCol w="764129">
                  <a:extLst>
                    <a:ext uri="{9D8B030D-6E8A-4147-A177-3AD203B41FA5}">
                      <a16:colId xmlns:a16="http://schemas.microsoft.com/office/drawing/2014/main" val="3019955865"/>
                    </a:ext>
                  </a:extLst>
                </a:gridCol>
                <a:gridCol w="764129">
                  <a:extLst>
                    <a:ext uri="{9D8B030D-6E8A-4147-A177-3AD203B41FA5}">
                      <a16:colId xmlns:a16="http://schemas.microsoft.com/office/drawing/2014/main" val="2970127522"/>
                    </a:ext>
                  </a:extLst>
                </a:gridCol>
                <a:gridCol w="764129">
                  <a:extLst>
                    <a:ext uri="{9D8B030D-6E8A-4147-A177-3AD203B41FA5}">
                      <a16:colId xmlns:a16="http://schemas.microsoft.com/office/drawing/2014/main" val="3244581046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Pass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Blocked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Fail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Not </a:t>
                      </a:r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9672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Coverage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91%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>
                          <a:solidFill>
                            <a:schemeClr val="tx1"/>
                          </a:solidFill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3%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6%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&lt;0,5%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43348"/>
                  </a:ext>
                </a:extLst>
              </a:tr>
            </a:tbl>
          </a:graphicData>
        </a:graphic>
      </p:graphicFrame>
      <p:sp>
        <p:nvSpPr>
          <p:cNvPr id="4" name="Rektangel 3">
            <a:extLst>
              <a:ext uri="{FF2B5EF4-FFF2-40B4-BE49-F238E27FC236}">
                <a16:creationId xmlns:a16="http://schemas.microsoft.com/office/drawing/2014/main" id="{1E060ED0-043E-F430-0C22-C469A95ADF34}"/>
              </a:ext>
            </a:extLst>
          </p:cNvPr>
          <p:cNvSpPr/>
          <p:nvPr/>
        </p:nvSpPr>
        <p:spPr>
          <a:xfrm>
            <a:off x="6953692" y="5964866"/>
            <a:ext cx="4766543" cy="377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400" spc="40">
                <a:solidFill>
                  <a:schemeClr val="tx1"/>
                </a:solidFill>
              </a:rPr>
              <a:t>N/A = test </a:t>
            </a:r>
            <a:r>
              <a:rPr lang="sv-SE" sz="1400" spc="40" err="1">
                <a:solidFill>
                  <a:schemeClr val="tx1"/>
                </a:solidFill>
              </a:rPr>
              <a:t>cases</a:t>
            </a:r>
            <a:r>
              <a:rPr lang="sv-SE" sz="1400" spc="40">
                <a:solidFill>
                  <a:schemeClr val="tx1"/>
                </a:solidFill>
              </a:rPr>
              <a:t> not </a:t>
            </a:r>
            <a:r>
              <a:rPr lang="sv-SE" sz="1400" spc="40" err="1">
                <a:solidFill>
                  <a:schemeClr val="tx1"/>
                </a:solidFill>
              </a:rPr>
              <a:t>applicable</a:t>
            </a:r>
            <a:r>
              <a:rPr lang="sv-SE" sz="1400" spc="40">
                <a:solidFill>
                  <a:schemeClr val="tx1"/>
                </a:solidFill>
              </a:rPr>
              <a:t> to </a:t>
            </a:r>
            <a:r>
              <a:rPr lang="sv-SE" sz="1400" spc="40" err="1">
                <a:solidFill>
                  <a:schemeClr val="tx1"/>
                </a:solidFill>
              </a:rPr>
              <a:t>consumer</a:t>
            </a:r>
            <a:endParaRPr lang="sv-SE" sz="1400" spc="40">
              <a:solidFill>
                <a:schemeClr val="tx1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96BD1A7-E2AE-11A3-6B53-975CF98CA8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2938826"/>
              </p:ext>
            </p:extLst>
          </p:nvPr>
        </p:nvGraphicFramePr>
        <p:xfrm>
          <a:off x="496008" y="1830422"/>
          <a:ext cx="6660000" cy="39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376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4589F-5278-7EA4-B7BD-CE7BBFB1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E47F26D1-8205-92F1-115A-818FA1AEA0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sv-SE" dirty="0"/>
              <a:t>E2E progress per </a:t>
            </a:r>
            <a:r>
              <a:rPr lang="sv-SE" dirty="0" err="1"/>
              <a:t>consumer</a:t>
            </a:r>
            <a:r>
              <a:rPr lang="sv-SE" dirty="0"/>
              <a:t> w. 42</a:t>
            </a:r>
          </a:p>
          <a:p>
            <a:r>
              <a:rPr lang="sv-SE" b="1" dirty="0"/>
              <a:t>HRM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3985770A-AADC-589D-AEE4-F0D10590D0A2}"/>
              </a:ext>
            </a:extLst>
          </p:cNvPr>
          <p:cNvSpPr/>
          <p:nvPr/>
        </p:nvSpPr>
        <p:spPr>
          <a:xfrm>
            <a:off x="6288270" y="3289433"/>
            <a:ext cx="1353955" cy="279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050" b="1" spc="40">
                <a:solidFill>
                  <a:schemeClr val="tx1"/>
                </a:solidFill>
              </a:rPr>
              <a:t>Test </a:t>
            </a:r>
            <a:r>
              <a:rPr lang="sv-SE" sz="1050" b="1" spc="40" err="1">
                <a:solidFill>
                  <a:schemeClr val="tx1"/>
                </a:solidFill>
              </a:rPr>
              <a:t>cases</a:t>
            </a:r>
            <a:endParaRPr lang="sv-SE" sz="1050" b="1" spc="40">
              <a:solidFill>
                <a:schemeClr val="tx1"/>
              </a:solidFill>
            </a:endParaRPr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4ED2671-C386-5606-2F8F-CF68DF5C7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846816"/>
              </p:ext>
            </p:extLst>
          </p:nvPr>
        </p:nvGraphicFramePr>
        <p:xfrm>
          <a:off x="7642225" y="5301488"/>
          <a:ext cx="4067375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475">
                  <a:extLst>
                    <a:ext uri="{9D8B030D-6E8A-4147-A177-3AD203B41FA5}">
                      <a16:colId xmlns:a16="http://schemas.microsoft.com/office/drawing/2014/main" val="3161479245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270232836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92936643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3019955865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297012752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Pass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Blocked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Fail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Not </a:t>
                      </a:r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9672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Coverage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83%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16,5%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0,5%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43348"/>
                  </a:ext>
                </a:extLst>
              </a:tr>
            </a:tbl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5B928C4-4B2B-A72B-6C3B-599AFE4590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7714726"/>
              </p:ext>
            </p:extLst>
          </p:nvPr>
        </p:nvGraphicFramePr>
        <p:xfrm>
          <a:off x="483039" y="1792016"/>
          <a:ext cx="6660000" cy="39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9003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7EB1D-B459-0A7D-3453-CC7BF03F6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5590E647-D470-A462-1C74-CC975336C8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sv-SE" dirty="0"/>
              <a:t>E2E progress per </a:t>
            </a:r>
            <a:r>
              <a:rPr lang="sv-SE" dirty="0" err="1"/>
              <a:t>consumer</a:t>
            </a:r>
            <a:r>
              <a:rPr lang="sv-SE" dirty="0"/>
              <a:t> w. 42</a:t>
            </a:r>
          </a:p>
          <a:p>
            <a:r>
              <a:rPr lang="sv-SE" b="1" dirty="0"/>
              <a:t>DK </a:t>
            </a:r>
            <a:r>
              <a:rPr lang="sv-SE" b="1" dirty="0" err="1"/>
              <a:t>Middleman</a:t>
            </a:r>
            <a:r>
              <a:rPr lang="sv-SE" b="1" dirty="0"/>
              <a:t> (</a:t>
            </a:r>
            <a:r>
              <a:rPr lang="sv-SE" b="1" dirty="0" err="1"/>
              <a:t>ProMark</a:t>
            </a:r>
            <a:r>
              <a:rPr lang="sv-SE" b="1" dirty="0"/>
              <a:t> DK and EPOS)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727902B4-81F2-F746-C0A8-5DAD275F69A8}"/>
              </a:ext>
            </a:extLst>
          </p:cNvPr>
          <p:cNvSpPr/>
          <p:nvPr/>
        </p:nvSpPr>
        <p:spPr>
          <a:xfrm>
            <a:off x="5136221" y="3149866"/>
            <a:ext cx="1353955" cy="279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050" b="1" spc="40">
                <a:solidFill>
                  <a:schemeClr val="tx1"/>
                </a:solidFill>
              </a:rPr>
              <a:t>Test </a:t>
            </a:r>
            <a:r>
              <a:rPr lang="sv-SE" sz="1050" b="1" spc="40" err="1">
                <a:solidFill>
                  <a:schemeClr val="tx1"/>
                </a:solidFill>
              </a:rPr>
              <a:t>cases</a:t>
            </a:r>
            <a:endParaRPr lang="sv-SE" sz="1050" b="1" spc="40">
              <a:solidFill>
                <a:schemeClr val="tx1"/>
              </a:solidFill>
            </a:endParaRPr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E6FEB02E-4844-8A92-57A9-10BD9E883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454604"/>
              </p:ext>
            </p:extLst>
          </p:nvPr>
        </p:nvGraphicFramePr>
        <p:xfrm>
          <a:off x="1166769" y="5599075"/>
          <a:ext cx="4067375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475">
                  <a:extLst>
                    <a:ext uri="{9D8B030D-6E8A-4147-A177-3AD203B41FA5}">
                      <a16:colId xmlns:a16="http://schemas.microsoft.com/office/drawing/2014/main" val="3161479245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270232836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92936643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3019955865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297012752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Pass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Blocked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Fail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Not </a:t>
                      </a:r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9672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Coverage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42%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>
                          <a:solidFill>
                            <a:schemeClr val="tx1"/>
                          </a:solidFill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11%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48%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43348"/>
                  </a:ext>
                </a:extLst>
              </a:tr>
            </a:tbl>
          </a:graphicData>
        </a:graphic>
      </p:graphicFrame>
      <p:sp>
        <p:nvSpPr>
          <p:cNvPr id="8" name="Rektangel 7">
            <a:extLst>
              <a:ext uri="{FF2B5EF4-FFF2-40B4-BE49-F238E27FC236}">
                <a16:creationId xmlns:a16="http://schemas.microsoft.com/office/drawing/2014/main" id="{BB7E71D9-675E-25BD-2697-9FC0CB06A2A1}"/>
              </a:ext>
            </a:extLst>
          </p:cNvPr>
          <p:cNvSpPr/>
          <p:nvPr/>
        </p:nvSpPr>
        <p:spPr>
          <a:xfrm>
            <a:off x="10936385" y="3149866"/>
            <a:ext cx="1353955" cy="279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050" b="1" spc="40">
                <a:solidFill>
                  <a:schemeClr val="tx1"/>
                </a:solidFill>
              </a:rPr>
              <a:t>Test </a:t>
            </a:r>
            <a:r>
              <a:rPr lang="sv-SE" sz="1050" b="1" spc="40" err="1">
                <a:solidFill>
                  <a:schemeClr val="tx1"/>
                </a:solidFill>
              </a:rPr>
              <a:t>cases</a:t>
            </a:r>
            <a:endParaRPr lang="sv-SE" sz="1050" b="1" spc="40">
              <a:solidFill>
                <a:schemeClr val="tx1"/>
              </a:solidFill>
            </a:endParaRPr>
          </a:p>
        </p:txBody>
      </p:sp>
      <p:graphicFrame>
        <p:nvGraphicFramePr>
          <p:cNvPr id="9" name="Tabell 8">
            <a:extLst>
              <a:ext uri="{FF2B5EF4-FFF2-40B4-BE49-F238E27FC236}">
                <a16:creationId xmlns:a16="http://schemas.microsoft.com/office/drawing/2014/main" id="{4960C17E-97A7-2DEC-65A5-9E4F14802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834026"/>
              </p:ext>
            </p:extLst>
          </p:nvPr>
        </p:nvGraphicFramePr>
        <p:xfrm>
          <a:off x="6957857" y="5599075"/>
          <a:ext cx="4067375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475">
                  <a:extLst>
                    <a:ext uri="{9D8B030D-6E8A-4147-A177-3AD203B41FA5}">
                      <a16:colId xmlns:a16="http://schemas.microsoft.com/office/drawing/2014/main" val="3161479245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270232836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92936643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3019955865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297012752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Pass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Blocked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Fail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Not </a:t>
                      </a:r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9672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Coverage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>
                          <a:solidFill>
                            <a:schemeClr val="tx1"/>
                          </a:solidFill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21%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22%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43348"/>
                  </a:ext>
                </a:extLst>
              </a:tr>
            </a:tbl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42B1FC3-0F60-B0D0-6951-7EA3F82D5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986964"/>
              </p:ext>
            </p:extLst>
          </p:nvPr>
        </p:nvGraphicFramePr>
        <p:xfrm>
          <a:off x="405471" y="2055019"/>
          <a:ext cx="5567722" cy="3270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7556DB8-2F2E-6CFB-8C70-BE1F262C02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2302044"/>
              </p:ext>
            </p:extLst>
          </p:nvPr>
        </p:nvGraphicFramePr>
        <p:xfrm>
          <a:off x="6436316" y="2059781"/>
          <a:ext cx="5399003" cy="3270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1473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E4A0-1751-24E8-62AE-D57586A8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4655451E-9A71-AD2D-F855-2957959A16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sv-SE" dirty="0"/>
              <a:t>E2E progress per </a:t>
            </a:r>
            <a:r>
              <a:rPr lang="sv-SE" dirty="0" err="1"/>
              <a:t>consumer</a:t>
            </a:r>
            <a:r>
              <a:rPr lang="sv-SE" dirty="0"/>
              <a:t> w. 42</a:t>
            </a:r>
          </a:p>
          <a:p>
            <a:r>
              <a:rPr lang="sv-SE" b="1" dirty="0" err="1"/>
              <a:t>Mepco</a:t>
            </a:r>
            <a:endParaRPr lang="sv-SE" b="1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479BF13-7E4D-3B01-8985-63709A36681A}"/>
              </a:ext>
            </a:extLst>
          </p:cNvPr>
          <p:cNvSpPr/>
          <p:nvPr/>
        </p:nvSpPr>
        <p:spPr>
          <a:xfrm>
            <a:off x="6354977" y="3260992"/>
            <a:ext cx="1353955" cy="279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050" b="1" spc="40">
                <a:solidFill>
                  <a:schemeClr val="tx1"/>
                </a:solidFill>
              </a:rPr>
              <a:t>Test </a:t>
            </a:r>
            <a:r>
              <a:rPr lang="sv-SE" sz="1050" b="1" spc="40" err="1">
                <a:solidFill>
                  <a:schemeClr val="tx1"/>
                </a:solidFill>
              </a:rPr>
              <a:t>cases</a:t>
            </a:r>
            <a:endParaRPr lang="sv-SE" sz="1050" b="1" spc="40">
              <a:solidFill>
                <a:schemeClr val="tx1"/>
              </a:solidFill>
            </a:endParaRPr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72AB4D90-501E-962B-44FE-76235E1FA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837847"/>
              </p:ext>
            </p:extLst>
          </p:nvPr>
        </p:nvGraphicFramePr>
        <p:xfrm>
          <a:off x="7642225" y="5301488"/>
          <a:ext cx="4067375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475">
                  <a:extLst>
                    <a:ext uri="{9D8B030D-6E8A-4147-A177-3AD203B41FA5}">
                      <a16:colId xmlns:a16="http://schemas.microsoft.com/office/drawing/2014/main" val="3161479245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270232836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92936643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3019955865"/>
                    </a:ext>
                  </a:extLst>
                </a:gridCol>
                <a:gridCol w="813475">
                  <a:extLst>
                    <a:ext uri="{9D8B030D-6E8A-4147-A177-3AD203B41FA5}">
                      <a16:colId xmlns:a16="http://schemas.microsoft.com/office/drawing/2014/main" val="297012752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Pass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Blocked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Fail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0">
                          <a:solidFill>
                            <a:schemeClr val="tx1"/>
                          </a:solidFill>
                        </a:rPr>
                        <a:t>Not </a:t>
                      </a:r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9672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sv-SE" sz="1050" b="0" err="1">
                          <a:solidFill>
                            <a:schemeClr val="tx1"/>
                          </a:solidFill>
                        </a:rPr>
                        <a:t>Coverage</a:t>
                      </a:r>
                      <a:endParaRPr lang="sv-SE" sz="105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1,5%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14%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 dirty="0">
                          <a:solidFill>
                            <a:schemeClr val="tx1"/>
                          </a:solidFill>
                        </a:rPr>
                        <a:t>12%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050" b="1">
                          <a:solidFill>
                            <a:schemeClr val="tx1"/>
                          </a:solidFill>
                        </a:rPr>
                        <a:t>78%</a:t>
                      </a:r>
                      <a:endParaRPr lang="sv-SE" sz="10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743348"/>
                  </a:ext>
                </a:extLst>
              </a:tr>
            </a:tbl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9B26EB4-3D45-8AC2-110D-AD586F4D67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1193256"/>
              </p:ext>
            </p:extLst>
          </p:nvPr>
        </p:nvGraphicFramePr>
        <p:xfrm>
          <a:off x="573829" y="1849877"/>
          <a:ext cx="6660000" cy="39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7805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98D39-7CC0-4E8C-1534-EB0262172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37D4E87-0981-1C29-6256-3FB1386C8B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401" y="518400"/>
            <a:ext cx="11228586" cy="1146120"/>
          </a:xfrm>
        </p:spPr>
        <p:txBody>
          <a:bodyPr/>
          <a:lstStyle/>
          <a:p>
            <a:r>
              <a:rPr lang="sv-SE" sz="3600" b="1" err="1"/>
              <a:t>Additional</a:t>
            </a:r>
            <a:r>
              <a:rPr lang="sv-SE" sz="3600" b="1"/>
              <a:t> </a:t>
            </a:r>
            <a:r>
              <a:rPr lang="sv-SE" sz="3600" b="1" err="1"/>
              <a:t>activities</a:t>
            </a:r>
            <a:r>
              <a:rPr lang="sv-SE" sz="3600" b="1"/>
              <a:t>?</a:t>
            </a:r>
          </a:p>
          <a:p>
            <a:endParaRPr lang="sv-SE" sz="3600"/>
          </a:p>
          <a:p>
            <a:endParaRPr lang="sv-SE" sz="400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060A59E0-FD54-CDB4-62E8-CCFAF8AF03D9}"/>
              </a:ext>
            </a:extLst>
          </p:cNvPr>
          <p:cNvSpPr/>
          <p:nvPr/>
        </p:nvSpPr>
        <p:spPr>
          <a:xfrm>
            <a:off x="481012" y="1647824"/>
            <a:ext cx="11229975" cy="5095875"/>
          </a:xfrm>
          <a:prstGeom prst="rect">
            <a:avLst/>
          </a:prstGeom>
          <a:solidFill>
            <a:schemeClr val="accent1">
              <a:alpha val="81258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tillium Web"/>
              <a:ea typeface="+mn-ea"/>
              <a:cs typeface="+mn-cs"/>
            </a:endParaRPr>
          </a:p>
        </p:txBody>
      </p:sp>
      <p:graphicFrame>
        <p:nvGraphicFramePr>
          <p:cNvPr id="6" name="Tabell 5">
            <a:extLst>
              <a:ext uri="{FF2B5EF4-FFF2-40B4-BE49-F238E27FC236}">
                <a16:creationId xmlns:a16="http://schemas.microsoft.com/office/drawing/2014/main" id="{7DCF58A4-F95E-FCC2-2109-68F677610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777721"/>
              </p:ext>
            </p:extLst>
          </p:nvPr>
        </p:nvGraphicFramePr>
        <p:xfrm>
          <a:off x="742953" y="2031458"/>
          <a:ext cx="10639421" cy="125730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7035565">
                  <a:extLst>
                    <a:ext uri="{9D8B030D-6E8A-4147-A177-3AD203B41FA5}">
                      <a16:colId xmlns:a16="http://schemas.microsoft.com/office/drawing/2014/main" val="1771109909"/>
                    </a:ext>
                  </a:extLst>
                </a:gridCol>
                <a:gridCol w="1813553">
                  <a:extLst>
                    <a:ext uri="{9D8B030D-6E8A-4147-A177-3AD203B41FA5}">
                      <a16:colId xmlns:a16="http://schemas.microsoft.com/office/drawing/2014/main" val="988838933"/>
                    </a:ext>
                  </a:extLst>
                </a:gridCol>
                <a:gridCol w="1790303">
                  <a:extLst>
                    <a:ext uri="{9D8B030D-6E8A-4147-A177-3AD203B41FA5}">
                      <a16:colId xmlns:a16="http://schemas.microsoft.com/office/drawing/2014/main" val="2834305896"/>
                    </a:ext>
                  </a:extLst>
                </a:gridCol>
              </a:tblGrid>
              <a:tr h="25093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Activity</a:t>
                      </a:r>
                      <a:endParaRPr lang="sv-SE" sz="1050" b="1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Start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sv-SE" sz="105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Target date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11453"/>
                  </a:ext>
                </a:extLst>
              </a:tr>
              <a:tr h="25093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1" i="0" u="none" strike="noStrike" cap="none" spc="0" noProof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755524"/>
                  </a:ext>
                </a:extLst>
              </a:tr>
              <a:tr h="25093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1" i="0" u="none" strike="noStrike" cap="none" spc="0" noProof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502611"/>
                  </a:ext>
                </a:extLst>
              </a:tr>
              <a:tr h="25093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31079"/>
                  </a:ext>
                </a:extLst>
              </a:tr>
              <a:tr h="25093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sv-SE" sz="1050" b="0" i="0" u="none" strike="noStrike" cap="none" spc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8910"/>
                  </a:ext>
                </a:extLst>
              </a:tr>
            </a:tbl>
          </a:graphicData>
        </a:graphic>
      </p:graphicFrame>
      <p:sp>
        <p:nvSpPr>
          <p:cNvPr id="12" name="Rektangel 11">
            <a:extLst>
              <a:ext uri="{FF2B5EF4-FFF2-40B4-BE49-F238E27FC236}">
                <a16:creationId xmlns:a16="http://schemas.microsoft.com/office/drawing/2014/main" id="{1B24B4B8-1E2D-23E9-3518-536092261938}"/>
              </a:ext>
            </a:extLst>
          </p:cNvPr>
          <p:cNvSpPr/>
          <p:nvPr/>
        </p:nvSpPr>
        <p:spPr>
          <a:xfrm>
            <a:off x="661071" y="1712539"/>
            <a:ext cx="3501353" cy="3543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sv-SE" sz="1200" b="1" spc="40" err="1">
                <a:solidFill>
                  <a:schemeClr val="accent3"/>
                </a:solidFill>
              </a:rPr>
              <a:t>Additional</a:t>
            </a:r>
            <a:r>
              <a:rPr lang="sv-SE" sz="1200" b="1" spc="40"/>
              <a:t> </a:t>
            </a:r>
            <a:r>
              <a:rPr lang="sv-SE" sz="1200" b="1" spc="40" err="1"/>
              <a:t>activities</a:t>
            </a:r>
            <a:endParaRPr lang="sv-SE" sz="1200" b="1" spc="40">
              <a:solidFill>
                <a:schemeClr val="accent3"/>
              </a:solidFill>
            </a:endParaRPr>
          </a:p>
        </p:txBody>
      </p:sp>
      <p:sp>
        <p:nvSpPr>
          <p:cNvPr id="2" name="Pratbubbla: oval 1">
            <a:extLst>
              <a:ext uri="{FF2B5EF4-FFF2-40B4-BE49-F238E27FC236}">
                <a16:creationId xmlns:a16="http://schemas.microsoft.com/office/drawing/2014/main" id="{F7ABC26B-0FAA-8A3C-72D7-1DCA631986A4}"/>
              </a:ext>
            </a:extLst>
          </p:cNvPr>
          <p:cNvSpPr/>
          <p:nvPr/>
        </p:nvSpPr>
        <p:spPr>
          <a:xfrm>
            <a:off x="7400924" y="3943350"/>
            <a:ext cx="3981450" cy="1885949"/>
          </a:xfrm>
          <a:prstGeom prst="wedgeEllipseCallout">
            <a:avLst>
              <a:gd name="adj1" fmla="val -47228"/>
              <a:gd name="adj2" fmla="val -8095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sv-SE" sz="1600" spc="40" err="1">
                <a:solidFill>
                  <a:schemeClr val="tx1"/>
                </a:solidFill>
              </a:rPr>
              <a:t>Missing</a:t>
            </a:r>
            <a:r>
              <a:rPr lang="sv-SE" sz="1600" spc="40">
                <a:solidFill>
                  <a:schemeClr val="tx1"/>
                </a:solidFill>
              </a:rPr>
              <a:t> an </a:t>
            </a:r>
            <a:r>
              <a:rPr lang="sv-SE" sz="1600" spc="40" err="1">
                <a:solidFill>
                  <a:schemeClr val="tx1"/>
                </a:solidFill>
              </a:rPr>
              <a:t>activity</a:t>
            </a:r>
            <a:r>
              <a:rPr lang="sv-SE" sz="1600" spc="40">
                <a:solidFill>
                  <a:schemeClr val="tx1"/>
                </a:solidFill>
              </a:rPr>
              <a:t> </a:t>
            </a:r>
            <a:r>
              <a:rPr lang="sv-SE" sz="1600" spc="40" err="1">
                <a:solidFill>
                  <a:schemeClr val="tx1"/>
                </a:solidFill>
              </a:rPr>
              <a:t>you</a:t>
            </a:r>
            <a:r>
              <a:rPr lang="sv-SE" sz="1600" spc="40">
                <a:solidFill>
                  <a:schemeClr val="tx1"/>
                </a:solidFill>
              </a:rPr>
              <a:t> </a:t>
            </a:r>
            <a:r>
              <a:rPr lang="sv-SE" sz="1600" spc="40" err="1">
                <a:solidFill>
                  <a:schemeClr val="tx1"/>
                </a:solidFill>
              </a:rPr>
              <a:t>are</a:t>
            </a:r>
            <a:r>
              <a:rPr lang="sv-SE" sz="1600" spc="40">
                <a:solidFill>
                  <a:schemeClr val="tx1"/>
                </a:solidFill>
              </a:rPr>
              <a:t> </a:t>
            </a:r>
            <a:r>
              <a:rPr lang="sv-SE" sz="1600" spc="40" err="1">
                <a:solidFill>
                  <a:schemeClr val="tx1"/>
                </a:solidFill>
              </a:rPr>
              <a:t>working</a:t>
            </a:r>
            <a:r>
              <a:rPr lang="sv-SE" sz="1600" spc="40">
                <a:solidFill>
                  <a:schemeClr val="tx1"/>
                </a:solidFill>
              </a:rPr>
              <a:t> on in the </a:t>
            </a:r>
            <a:r>
              <a:rPr lang="sv-SE" sz="1600" spc="40" err="1">
                <a:solidFill>
                  <a:schemeClr val="tx1"/>
                </a:solidFill>
              </a:rPr>
              <a:t>previous</a:t>
            </a:r>
            <a:r>
              <a:rPr lang="sv-SE" sz="1600" spc="40">
                <a:solidFill>
                  <a:schemeClr val="tx1"/>
                </a:solidFill>
              </a:rPr>
              <a:t> lists? </a:t>
            </a:r>
            <a:r>
              <a:rPr lang="sv-SE" sz="1600" spc="40" err="1">
                <a:solidFill>
                  <a:schemeClr val="tx1"/>
                </a:solidFill>
              </a:rPr>
              <a:t>Feel</a:t>
            </a:r>
            <a:r>
              <a:rPr lang="sv-SE" sz="1600" spc="40">
                <a:solidFill>
                  <a:schemeClr val="tx1"/>
                </a:solidFill>
              </a:rPr>
              <a:t> </a:t>
            </a:r>
            <a:r>
              <a:rPr lang="sv-SE" sz="1600" spc="40" err="1">
                <a:solidFill>
                  <a:schemeClr val="tx1"/>
                </a:solidFill>
              </a:rPr>
              <a:t>free</a:t>
            </a:r>
            <a:r>
              <a:rPr lang="sv-SE" sz="1600" spc="40">
                <a:solidFill>
                  <a:schemeClr val="tx1"/>
                </a:solidFill>
              </a:rPr>
              <a:t> to </a:t>
            </a:r>
            <a:r>
              <a:rPr lang="sv-SE" sz="1600" spc="40" err="1">
                <a:solidFill>
                  <a:schemeClr val="tx1"/>
                </a:solidFill>
              </a:rPr>
              <a:t>add</a:t>
            </a:r>
            <a:r>
              <a:rPr lang="sv-SE" sz="1600" spc="40">
                <a:solidFill>
                  <a:schemeClr val="tx1"/>
                </a:solidFill>
              </a:rPr>
              <a:t> the </a:t>
            </a:r>
            <a:r>
              <a:rPr lang="sv-SE" sz="1600" spc="40" err="1">
                <a:solidFill>
                  <a:schemeClr val="tx1"/>
                </a:solidFill>
              </a:rPr>
              <a:t>activity</a:t>
            </a:r>
            <a:r>
              <a:rPr lang="sv-SE" sz="1600" spc="40">
                <a:solidFill>
                  <a:schemeClr val="tx1"/>
                </a:solidFill>
              </a:rPr>
              <a:t> </a:t>
            </a:r>
            <a:r>
              <a:rPr lang="sv-SE" sz="1600" spc="40" err="1">
                <a:solidFill>
                  <a:schemeClr val="tx1"/>
                </a:solidFill>
              </a:rPr>
              <a:t>here</a:t>
            </a:r>
            <a:endParaRPr lang="sv-SE" sz="1600" spc="4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10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CCdesign">
  <a:themeElements>
    <a:clrScheme name="NCC">
      <a:dk1>
        <a:srgbClr val="000000"/>
      </a:dk1>
      <a:lt1>
        <a:srgbClr val="FFFFFF"/>
      </a:lt1>
      <a:dk2>
        <a:srgbClr val="000000"/>
      </a:dk2>
      <a:lt2>
        <a:srgbClr val="E2E3E4"/>
      </a:lt2>
      <a:accent1>
        <a:srgbClr val="002766"/>
      </a:accent1>
      <a:accent2>
        <a:srgbClr val="0063FF"/>
      </a:accent2>
      <a:accent3>
        <a:srgbClr val="8FCDFF"/>
      </a:accent3>
      <a:accent4>
        <a:srgbClr val="EFE2AB"/>
      </a:accent4>
      <a:accent5>
        <a:srgbClr val="868786"/>
      </a:accent5>
      <a:accent6>
        <a:srgbClr val="AAAAAA"/>
      </a:accent6>
      <a:hlink>
        <a:srgbClr val="0063FF"/>
      </a:hlink>
      <a:folHlink>
        <a:srgbClr val="0063FF"/>
      </a:folHlink>
    </a:clrScheme>
    <a:fontScheme name="NC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108000" tIns="108000" rIns="108000" bIns="108000" rtlCol="0" anchor="ctr"/>
      <a:lstStyle>
        <a:defPPr algn="ctr">
          <a:spcBef>
            <a:spcPts val="400"/>
          </a:spcBef>
          <a:spcAft>
            <a:spcPts val="400"/>
          </a:spcAft>
          <a:defRPr spc="4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00"/>
          </a:spcBef>
          <a:spcAft>
            <a:spcPts val="400"/>
          </a:spcAft>
          <a:defRPr sz="2000" spc="40" dirty="0" err="1" smtClean="0"/>
        </a:defPPr>
      </a:lstStyle>
    </a:txDef>
  </a:objectDefaults>
  <a:extraClrSchemeLst/>
  <a:custClrLst>
    <a:custClr name="Dark blue">
      <a:srgbClr val="18173C"/>
    </a:custClr>
    <a:custClr name="Middle blue">
      <a:srgbClr val="0606CC"/>
    </a:custClr>
    <a:custClr name="Green">
      <a:srgbClr val="ACF893"/>
    </a:custClr>
    <a:custClr name="Orange">
      <a:srgbClr val="FE7E55"/>
    </a:custClr>
    <a:custClr name="Yellow">
      <a:srgbClr val="F0FF64"/>
    </a:custClr>
  </a:custClrLst>
  <a:extLst>
    <a:ext uri="{05A4C25C-085E-4340-85A3-A5531E510DB2}">
      <thm15:themeFamily xmlns:thm15="http://schemas.microsoft.com/office/thememl/2012/main" name="NCCdesign" id="{02A3BFB3-FACB-4B27-974E-9BDF4AA24C70}" vid="{62EB19DE-9BD9-4002-81FC-758E23CDF87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5d38a2a-2489-4fe1-99a0-8dfc6868a305" xsi:nil="true"/>
    <lcf76f155ced4ddcb4097134ff3c332f xmlns="22987714-cfc0-42f5-8388-afb3aa58a06d">
      <Terms xmlns="http://schemas.microsoft.com/office/infopath/2007/PartnerControls"/>
    </lcf76f155ced4ddcb4097134ff3c332f>
    <WG_Partner xmlns="65d38a2a-2489-4fe1-99a0-8dfc6868a305" xsi:nil="true"/>
    <WG_Customer xmlns="65d38a2a-2489-4fe1-99a0-8dfc6868a305" xsi:nil="true"/>
    <WG_DocumentConfidentiality xmlns="65d38a2a-2489-4fe1-99a0-8dfc6868a305">Internal only</WG_DocumentConfidentiality>
    <WG_DocumentOwner xmlns="65d38a2a-2489-4fe1-99a0-8dfc6868a305">
      <UserInfo>
        <DisplayName/>
        <AccountId xsi:nil="true"/>
        <AccountType/>
      </UserInfo>
    </WG_DocumentOwner>
    <WG_Project xmlns="65d38a2a-2489-4fe1-99a0-8dfc6868a305" xsi:nil="true"/>
    <WG_ParentCompany xmlns="65d38a2a-2489-4fe1-99a0-8dfc6868a305" xsi:nil="true"/>
    <j3e29d4ede9e4f4f87759b67b1992fb4 xmlns="65d38a2a-2489-4fe1-99a0-8dfc6868a3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Workgroup Enfo Document" ma:contentTypeID="0x01010058F1C484B6C80E4CA0903EDDE605BFCE001033C4EF04B88842AB16389582E5DA50" ma:contentTypeVersion="26" ma:contentTypeDescription="Create a new document." ma:contentTypeScope="" ma:versionID="d2e32c7cba48dfa9f003ff0d9a63be68">
  <xsd:schema xmlns:xsd="http://www.w3.org/2001/XMLSchema" xmlns:xs="http://www.w3.org/2001/XMLSchema" xmlns:p="http://schemas.microsoft.com/office/2006/metadata/properties" xmlns:ns2="65d38a2a-2489-4fe1-99a0-8dfc6868a305" xmlns:ns3="22987714-cfc0-42f5-8388-afb3aa58a06d" targetNamespace="http://schemas.microsoft.com/office/2006/metadata/properties" ma:root="true" ma:fieldsID="1544ae91a3ce038aada95972efc771b1" ns2:_="" ns3:_="">
    <xsd:import namespace="65d38a2a-2489-4fe1-99a0-8dfc6868a305"/>
    <xsd:import namespace="22987714-cfc0-42f5-8388-afb3aa58a06d"/>
    <xsd:element name="properties">
      <xsd:complexType>
        <xsd:sequence>
          <xsd:element name="documentManagement">
            <xsd:complexType>
              <xsd:all>
                <xsd:element ref="ns2:WG_Partner" minOccurs="0"/>
                <xsd:element ref="ns2:WG_Project" minOccurs="0"/>
                <xsd:element ref="ns2:WG_Customer" minOccurs="0"/>
                <xsd:element ref="ns2:TaxCatchAll" minOccurs="0"/>
                <xsd:element ref="ns2:WG_DocumentConfidentiality" minOccurs="0"/>
                <xsd:element ref="ns2:WG_DocumentOwner" minOccurs="0"/>
                <xsd:element ref="ns2:WG_ParentCompan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2:SharedWithUsers" minOccurs="0"/>
                <xsd:element ref="ns2:SharedWithDetails" minOccurs="0"/>
                <xsd:element ref="ns2:j3e29d4ede9e4f4f87759b67b1992fb4" minOccurs="0"/>
                <xsd:element ref="ns2:TaxCatchAllLabel" minOccurs="0"/>
                <xsd:element ref="ns3:MediaServiceObjectDetectorVersion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d38a2a-2489-4fe1-99a0-8dfc6868a305" elementFormDefault="qualified">
    <xsd:import namespace="http://schemas.microsoft.com/office/2006/documentManagement/types"/>
    <xsd:import namespace="http://schemas.microsoft.com/office/infopath/2007/PartnerControls"/>
    <xsd:element name="WG_Partner" ma:index="8" nillable="true" ma:displayName="Partner" ma:internalName="WG_Partner" ma:readOnly="false">
      <xsd:simpleType>
        <xsd:restriction base="dms:Text">
          <xsd:maxLength value="255"/>
        </xsd:restriction>
      </xsd:simpleType>
    </xsd:element>
    <xsd:element name="WG_Project" ma:index="9" nillable="true" ma:displayName="Project" ma:internalName="WG_Project" ma:readOnly="false">
      <xsd:simpleType>
        <xsd:restriction base="dms:Text">
          <xsd:maxLength value="255"/>
        </xsd:restriction>
      </xsd:simpleType>
    </xsd:element>
    <xsd:element name="WG_Customer" ma:index="10" nillable="true" ma:displayName="Customer" ma:internalName="WG_Customer" ma:readOnly="false">
      <xsd:simpleType>
        <xsd:restriction base="dms:Text">
          <xsd:maxLength value="255"/>
        </xsd:restriction>
      </xsd:simpleType>
    </xsd:element>
    <xsd:element name="TaxCatchAll" ma:index="11" nillable="true" ma:displayName="Taxonomy Catch All Column" ma:hidden="true" ma:list="{dbdc47bc-fbe6-460d-a176-c242a8a69d68}" ma:internalName="TaxCatchAll" ma:readOnly="false" ma:showField="CatchAllData" ma:web="65d38a2a-2489-4fe1-99a0-8dfc6868a3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WG_DocumentConfidentiality" ma:index="12" nillable="true" ma:displayName="Confidentiality" ma:default="Internal only" ma:format="Dropdown" ma:internalName="WG_DocumentConfidentiality" ma:readOnly="false">
      <xsd:simpleType>
        <xsd:restriction base="dms:Choice">
          <xsd:enumeration value="Public"/>
          <xsd:enumeration value="Customer confidential"/>
          <xsd:enumeration value="Internal only"/>
          <xsd:enumeration value="Secret"/>
        </xsd:restriction>
      </xsd:simpleType>
    </xsd:element>
    <xsd:element name="WG_DocumentOwner" ma:index="13" nillable="true" ma:displayName="Document Owner" ma:SharePointGroup="0" ma:internalName="WG_Document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WG_ParentCompany" ma:index="14" nillable="true" ma:displayName="Parent Company" ma:internalName="WG_ParentCompany" ma:readOnly="false">
      <xsd:simpleType>
        <xsd:restriction base="dms:Text">
          <xsd:maxLength value="255"/>
        </xsd:restriction>
      </xsd:simpleType>
    </xsd:element>
    <xsd:element name="SharedWithUsers" ma:index="1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j3e29d4ede9e4f4f87759b67b1992fb4" ma:index="20" nillable="true" ma:displayName="j3e29d4ede9e4f4f87759b67b1992fb4" ma:hidden="true" ma:internalName="j3e29d4ede9e4f4f87759b67b1992fb4" ma:readOnly="false">
      <xsd:simpleType>
        <xsd:restriction base="dms:Note"/>
      </xsd:simpleType>
    </xsd:element>
    <xsd:element name="TaxCatchAllLabel" ma:index="21" nillable="true" ma:displayName="Taxonomy Catch All Column1" ma:hidden="true" ma:list="{dbdc47bc-fbe6-460d-a176-c242a8a69d68}" ma:internalName="TaxCatchAllLabel" ma:readOnly="true" ma:showField="CatchAllDataLabel" ma:web="65d38a2a-2489-4fe1-99a0-8dfc6868a3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987714-cfc0-42f5-8388-afb3aa58a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Bildmarkeringar" ma:readOnly="false" ma:fieldId="{5cf76f15-5ced-4ddc-b409-7134ff3c332f}" ma:taxonomyMulti="true" ma:sspId="c9a45cb6-ba33-4693-901c-046e652366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5317C8-866A-48FD-A56D-C4F68E67F7F7}">
  <ds:schemaRefs>
    <ds:schemaRef ds:uri="623f251c-e4ec-4e9c-8430-53aa0b139ae6"/>
    <ds:schemaRef ds:uri="http://purl.org/dc/dcmitype/"/>
    <ds:schemaRef ds:uri="6858ba69-8bf1-4140-b1a5-b093a9b78883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181514-DB80-4139-B6DE-2448CBE7DE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E00924-8602-406A-B7BA-0F2C45EE37D1}"/>
</file>

<file path=docProps/app.xml><?xml version="1.0" encoding="utf-8"?>
<Properties xmlns="http://schemas.openxmlformats.org/officeDocument/2006/extended-properties" xmlns:vt="http://schemas.openxmlformats.org/officeDocument/2006/docPropsVTypes">
  <Template>NCCdesign</Template>
  <TotalTime>1772</TotalTime>
  <Words>916</Words>
  <Application>Microsoft Macintosh PowerPoint</Application>
  <PresentationFormat>Bredbild</PresentationFormat>
  <Paragraphs>340</Paragraphs>
  <Slides>15</Slides>
  <Notes>8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System Font Regular</vt:lpstr>
      <vt:lpstr>Titillium Web</vt:lpstr>
      <vt:lpstr>NCCdesign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Olivia Broström</dc:creator>
  <cp:lastModifiedBy>Larsson Malin (Ext)</cp:lastModifiedBy>
  <cp:revision>2</cp:revision>
  <dcterms:created xsi:type="dcterms:W3CDTF">2025-06-13T08:32:50Z</dcterms:created>
  <dcterms:modified xsi:type="dcterms:W3CDTF">2025-10-20T05:12:08Z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95238f-d41c-4987-8731-915711f57b47_Enabled">
    <vt:lpwstr>true</vt:lpwstr>
  </property>
  <property fmtid="{D5CDD505-2E9C-101B-9397-08002B2CF9AE}" pid="3" name="MSIP_Label_3b95238f-d41c-4987-8731-915711f57b47_SetDate">
    <vt:lpwstr>2025-06-13T13:40:30Z</vt:lpwstr>
  </property>
  <property fmtid="{D5CDD505-2E9C-101B-9397-08002B2CF9AE}" pid="4" name="MSIP_Label_3b95238f-d41c-4987-8731-915711f57b47_Method">
    <vt:lpwstr>Privileged</vt:lpwstr>
  </property>
  <property fmtid="{D5CDD505-2E9C-101B-9397-08002B2CF9AE}" pid="5" name="MSIP_Label_3b95238f-d41c-4987-8731-915711f57b47_Name">
    <vt:lpwstr>NCC Company internal #CI</vt:lpwstr>
  </property>
  <property fmtid="{D5CDD505-2E9C-101B-9397-08002B2CF9AE}" pid="6" name="MSIP_Label_3b95238f-d41c-4987-8731-915711f57b47_SiteId">
    <vt:lpwstr>d04499d5-2857-4e28-9177-6e949859db83</vt:lpwstr>
  </property>
  <property fmtid="{D5CDD505-2E9C-101B-9397-08002B2CF9AE}" pid="7" name="MSIP_Label_3b95238f-d41c-4987-8731-915711f57b47_ActionId">
    <vt:lpwstr>5b88d305-a4aa-479d-af27-cb6bb07d4b44</vt:lpwstr>
  </property>
  <property fmtid="{D5CDD505-2E9C-101B-9397-08002B2CF9AE}" pid="8" name="MSIP_Label_3b95238f-d41c-4987-8731-915711f57b47_ContentBits">
    <vt:lpwstr>2</vt:lpwstr>
  </property>
  <property fmtid="{D5CDD505-2E9C-101B-9397-08002B2CF9AE}" pid="9" name="MSIP_Label_3b95238f-d41c-4987-8731-915711f57b47_Tag">
    <vt:lpwstr>10, 0, 1, 1</vt:lpwstr>
  </property>
  <property fmtid="{D5CDD505-2E9C-101B-9397-08002B2CF9AE}" pid="10" name="ClassificationContentMarkingFooterLocations">
    <vt:lpwstr>NCCdesign:8</vt:lpwstr>
  </property>
  <property fmtid="{D5CDD505-2E9C-101B-9397-08002B2CF9AE}" pid="11" name="ClassificationContentMarkingFooterText">
    <vt:lpwstr>NCC Company Internal</vt:lpwstr>
  </property>
  <property fmtid="{D5CDD505-2E9C-101B-9397-08002B2CF9AE}" pid="12" name="ContentTypeId">
    <vt:lpwstr>0x01010058F1C484B6C80E4CA0903EDDE605BFCE001033C4EF04B88842AB16389582E5DA50</vt:lpwstr>
  </property>
  <property fmtid="{D5CDD505-2E9C-101B-9397-08002B2CF9AE}" pid="13" name="MediaServiceImageTags">
    <vt:lpwstr/>
  </property>
</Properties>
</file>